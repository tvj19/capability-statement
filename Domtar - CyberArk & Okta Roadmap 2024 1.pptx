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4.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5.xml" ContentType="application/vnd.openxmlformats-officedocument.theme+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6.xml" ContentType="application/vnd.openxmlformats-officedocument.theme+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theme/theme7.xml" ContentType="application/vnd.openxmlformats-officedocument.theme+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92" r:id="rId4"/>
    <p:sldMasterId id="2147483916" r:id="rId5"/>
    <p:sldMasterId id="2147483942" r:id="rId6"/>
    <p:sldMasterId id="2147483972" r:id="rId7"/>
    <p:sldMasterId id="2147483989" r:id="rId8"/>
    <p:sldMasterId id="2147484006" r:id="rId9"/>
    <p:sldMasterId id="2147484034" r:id="rId10"/>
    <p:sldMasterId id="2147484054" r:id="rId11"/>
  </p:sldMasterIdLst>
  <p:notesMasterIdLst>
    <p:notesMasterId r:id="rId22"/>
  </p:notesMasterIdLst>
  <p:handoutMasterIdLst>
    <p:handoutMasterId r:id="rId23"/>
  </p:handoutMasterIdLst>
  <p:sldIdLst>
    <p:sldId id="2147468951" r:id="rId12"/>
    <p:sldId id="2147468950" r:id="rId13"/>
    <p:sldId id="2147468955" r:id="rId14"/>
    <p:sldId id="4427" r:id="rId15"/>
    <p:sldId id="2147468956" r:id="rId16"/>
    <p:sldId id="5028" r:id="rId17"/>
    <p:sldId id="2147468954" r:id="rId18"/>
    <p:sldId id="2147468952" r:id="rId19"/>
    <p:sldId id="2147468953" r:id="rId20"/>
    <p:sldId id="5029" r:id="rId21"/>
  </p:sldIdLst>
  <p:sldSz cx="12192000" cy="6858000"/>
  <p:notesSz cx="6858000" cy="9144000"/>
  <p:defaultTextStyle>
    <a:defPPr>
      <a:defRPr lang="en-US"/>
    </a:defPPr>
    <a:lvl1pPr marL="0" algn="l" defTabSz="403388" rtl="0" eaLnBrk="1" latinLnBrk="0" hangingPunct="1">
      <a:defRPr sz="1588" kern="1200">
        <a:solidFill>
          <a:schemeClr val="tx1"/>
        </a:solidFill>
        <a:latin typeface="+mn-lt"/>
        <a:ea typeface="+mn-ea"/>
        <a:cs typeface="+mn-cs"/>
      </a:defRPr>
    </a:lvl1pPr>
    <a:lvl2pPr marL="403388" algn="l" defTabSz="403388" rtl="0" eaLnBrk="1" latinLnBrk="0" hangingPunct="1">
      <a:defRPr sz="1588" kern="1200">
        <a:solidFill>
          <a:schemeClr val="tx1"/>
        </a:solidFill>
        <a:latin typeface="+mn-lt"/>
        <a:ea typeface="+mn-ea"/>
        <a:cs typeface="+mn-cs"/>
      </a:defRPr>
    </a:lvl2pPr>
    <a:lvl3pPr marL="806775" algn="l" defTabSz="403388" rtl="0" eaLnBrk="1" latinLnBrk="0" hangingPunct="1">
      <a:defRPr sz="1588" kern="1200">
        <a:solidFill>
          <a:schemeClr val="tx1"/>
        </a:solidFill>
        <a:latin typeface="+mn-lt"/>
        <a:ea typeface="+mn-ea"/>
        <a:cs typeface="+mn-cs"/>
      </a:defRPr>
    </a:lvl3pPr>
    <a:lvl4pPr marL="1210163" algn="l" defTabSz="403388" rtl="0" eaLnBrk="1" latinLnBrk="0" hangingPunct="1">
      <a:defRPr sz="1588" kern="1200">
        <a:solidFill>
          <a:schemeClr val="tx1"/>
        </a:solidFill>
        <a:latin typeface="+mn-lt"/>
        <a:ea typeface="+mn-ea"/>
        <a:cs typeface="+mn-cs"/>
      </a:defRPr>
    </a:lvl4pPr>
    <a:lvl5pPr marL="1613550" algn="l" defTabSz="403388" rtl="0" eaLnBrk="1" latinLnBrk="0" hangingPunct="1">
      <a:defRPr sz="1588" kern="1200">
        <a:solidFill>
          <a:schemeClr val="tx1"/>
        </a:solidFill>
        <a:latin typeface="+mn-lt"/>
        <a:ea typeface="+mn-ea"/>
        <a:cs typeface="+mn-cs"/>
      </a:defRPr>
    </a:lvl5pPr>
    <a:lvl6pPr marL="2016938" algn="l" defTabSz="403388" rtl="0" eaLnBrk="1" latinLnBrk="0" hangingPunct="1">
      <a:defRPr sz="1588" kern="1200">
        <a:solidFill>
          <a:schemeClr val="tx1"/>
        </a:solidFill>
        <a:latin typeface="+mn-lt"/>
        <a:ea typeface="+mn-ea"/>
        <a:cs typeface="+mn-cs"/>
      </a:defRPr>
    </a:lvl6pPr>
    <a:lvl7pPr marL="2420325" algn="l" defTabSz="403388" rtl="0" eaLnBrk="1" latinLnBrk="0" hangingPunct="1">
      <a:defRPr sz="1588" kern="1200">
        <a:solidFill>
          <a:schemeClr val="tx1"/>
        </a:solidFill>
        <a:latin typeface="+mn-lt"/>
        <a:ea typeface="+mn-ea"/>
        <a:cs typeface="+mn-cs"/>
      </a:defRPr>
    </a:lvl7pPr>
    <a:lvl8pPr marL="2823713" algn="l" defTabSz="403388" rtl="0" eaLnBrk="1" latinLnBrk="0" hangingPunct="1">
      <a:defRPr sz="1588" kern="1200">
        <a:solidFill>
          <a:schemeClr val="tx1"/>
        </a:solidFill>
        <a:latin typeface="+mn-lt"/>
        <a:ea typeface="+mn-ea"/>
        <a:cs typeface="+mn-cs"/>
      </a:defRPr>
    </a:lvl8pPr>
    <a:lvl9pPr marL="3227100" algn="l" defTabSz="403388" rtl="0" eaLnBrk="1" latinLnBrk="0" hangingPunct="1">
      <a:defRPr sz="1588"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F3F3706-EF7C-7673-1234-A9F07E93EB98}" name="Marisol Rawlins" initials="MR" userId="S::marisol.rawlins@cyderes.com::793b5dc1-c673-48ec-8522-b1bc1063e0de" providerId="AD"/>
  <p188:author id="{7344B516-3B8F-D0E3-91DA-32E4271D54C2}" name="Val Sablin" initials="VS" userId="S::val.sablin@fishtech.group::de3b1e64-ba36-41a8-bb3e-eb1e8e9111da" providerId="AD"/>
  <p188:author id="{5ADEB868-D487-FA04-1081-261A8161295F}" name="Alexander Smalley" initials="AS" userId="Alexander Smalley" providerId="None"/>
  <p188:author id="{C5BF64F1-7B91-0D50-CE67-9D439D113242}" name="Tejaswini Prakash" initials="TP" userId="S::tejaswini.prakash@cyderes.com::a82b27cf-507b-4ca5-8737-fbce101ef1f5" providerId="AD"/>
  <p188:author id="{8E563EFE-6034-A6B6-8EB6-29B8B1E58040}" name="Mohammed Khaleelulla" initials="MK" userId="S::mohammed.khaleelulla@cyderes.com::8dfdcb05-291d-41ec-a673-25690231b97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FCC00"/>
    <a:srgbClr val="FFFF66"/>
    <a:srgbClr val="171717"/>
    <a:srgbClr val="6D6E71"/>
    <a:srgbClr val="343536"/>
    <a:srgbClr val="403F42"/>
    <a:srgbClr val="303030"/>
    <a:srgbClr val="E89C38"/>
    <a:srgbClr val="DFDFD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9DFBE1-0CB7-4844-A383-81E6E5683441}" v="743" dt="2023-12-05T17:39:34.134"/>
    <p1510:client id="{E127297F-1422-8540-9B52-88EBFE45C446}" v="2256" dt="2023-12-06T17:18:54.7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0.xml"/><Relationship Id="rId7" Type="http://schemas.openxmlformats.org/officeDocument/2006/relationships/slideMaster" Target="slideMasters/slideMaster4.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5.xml"/><Relationship Id="rId20" Type="http://schemas.openxmlformats.org/officeDocument/2006/relationships/slide" Target="slides/slide9.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4.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slideMaster" Target="slideMasters/slideMaster7.xml"/><Relationship Id="rId19" Type="http://schemas.openxmlformats.org/officeDocument/2006/relationships/slide" Target="slides/slide8.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356582F-D7B6-1C26-0227-D48A39F92B1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BC76057-A777-A16A-0910-B838D499D4B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1EFAC93-FF25-FD4F-BB75-14E9A66951B4}" type="datetimeFigureOut">
              <a:rPr lang="en-US" smtClean="0"/>
              <a:t>9/23/2025</a:t>
            </a:fld>
            <a:endParaRPr lang="en-US"/>
          </a:p>
        </p:txBody>
      </p:sp>
      <p:sp>
        <p:nvSpPr>
          <p:cNvPr id="4" name="Footer Placeholder 3">
            <a:extLst>
              <a:ext uri="{FF2B5EF4-FFF2-40B4-BE49-F238E27FC236}">
                <a16:creationId xmlns:a16="http://schemas.microsoft.com/office/drawing/2014/main" id="{707CF110-CEA7-9637-329F-951BB8518E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05A0745-C6DA-AF8B-1851-CEB79E5C349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6D73F1F-6E43-7D41-9852-977705B4A528}" type="slidenum">
              <a:rPr lang="en-US" smtClean="0"/>
              <a:t>‹#›</a:t>
            </a:fld>
            <a:endParaRPr lang="en-US"/>
          </a:p>
        </p:txBody>
      </p:sp>
    </p:spTree>
    <p:extLst>
      <p:ext uri="{BB962C8B-B14F-4D97-AF65-F5344CB8AC3E}">
        <p14:creationId xmlns:p14="http://schemas.microsoft.com/office/powerpoint/2010/main" val="394922515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D13EF0-190B-B641-873A-A9589980FDA8}" type="datetimeFigureOut">
              <a:rPr lang="en-US" smtClean="0"/>
              <a:t>9/23/2025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C24909-CEAF-D345-A70A-7E1473D8F35D}" type="slidenum">
              <a:rPr lang="en-US" smtClean="0"/>
              <a:t>‹#›</a:t>
            </a:fld>
            <a:endParaRPr lang="en-US"/>
          </a:p>
        </p:txBody>
      </p:sp>
    </p:spTree>
    <p:extLst>
      <p:ext uri="{BB962C8B-B14F-4D97-AF65-F5344CB8AC3E}">
        <p14:creationId xmlns:p14="http://schemas.microsoft.com/office/powerpoint/2010/main" val="3799327327"/>
      </p:ext>
    </p:extLst>
  </p:cSld>
  <p:clrMap bg1="lt1" tx1="dk1" bg2="lt2" tx2="dk2" accent1="accent1" accent2="accent2" accent3="accent3" accent4="accent4" accent5="accent5" accent6="accent6" hlink="hlink" folHlink="folHlink"/>
  <p:notesStyle>
    <a:lvl1pPr marL="0" algn="l" defTabSz="806775" rtl="0" eaLnBrk="1" latinLnBrk="0" hangingPunct="1">
      <a:defRPr sz="1059" kern="1200">
        <a:solidFill>
          <a:schemeClr val="tx1"/>
        </a:solidFill>
        <a:latin typeface="+mn-lt"/>
        <a:ea typeface="+mn-ea"/>
        <a:cs typeface="+mn-cs"/>
      </a:defRPr>
    </a:lvl1pPr>
    <a:lvl2pPr marL="403388" algn="l" defTabSz="806775" rtl="0" eaLnBrk="1" latinLnBrk="0" hangingPunct="1">
      <a:defRPr sz="1059" kern="1200">
        <a:solidFill>
          <a:schemeClr val="tx1"/>
        </a:solidFill>
        <a:latin typeface="+mn-lt"/>
        <a:ea typeface="+mn-ea"/>
        <a:cs typeface="+mn-cs"/>
      </a:defRPr>
    </a:lvl2pPr>
    <a:lvl3pPr marL="806775" algn="l" defTabSz="806775" rtl="0" eaLnBrk="1" latinLnBrk="0" hangingPunct="1">
      <a:defRPr sz="1059" kern="1200">
        <a:solidFill>
          <a:schemeClr val="tx1"/>
        </a:solidFill>
        <a:latin typeface="+mn-lt"/>
        <a:ea typeface="+mn-ea"/>
        <a:cs typeface="+mn-cs"/>
      </a:defRPr>
    </a:lvl3pPr>
    <a:lvl4pPr marL="1210163" algn="l" defTabSz="806775" rtl="0" eaLnBrk="1" latinLnBrk="0" hangingPunct="1">
      <a:defRPr sz="1059" kern="1200">
        <a:solidFill>
          <a:schemeClr val="tx1"/>
        </a:solidFill>
        <a:latin typeface="+mn-lt"/>
        <a:ea typeface="+mn-ea"/>
        <a:cs typeface="+mn-cs"/>
      </a:defRPr>
    </a:lvl4pPr>
    <a:lvl5pPr marL="1613550" algn="l" defTabSz="806775" rtl="0" eaLnBrk="1" latinLnBrk="0" hangingPunct="1">
      <a:defRPr sz="1059" kern="1200">
        <a:solidFill>
          <a:schemeClr val="tx1"/>
        </a:solidFill>
        <a:latin typeface="+mn-lt"/>
        <a:ea typeface="+mn-ea"/>
        <a:cs typeface="+mn-cs"/>
      </a:defRPr>
    </a:lvl5pPr>
    <a:lvl6pPr marL="2016938" algn="l" defTabSz="806775" rtl="0" eaLnBrk="1" latinLnBrk="0" hangingPunct="1">
      <a:defRPr sz="1059" kern="1200">
        <a:solidFill>
          <a:schemeClr val="tx1"/>
        </a:solidFill>
        <a:latin typeface="+mn-lt"/>
        <a:ea typeface="+mn-ea"/>
        <a:cs typeface="+mn-cs"/>
      </a:defRPr>
    </a:lvl6pPr>
    <a:lvl7pPr marL="2420325" algn="l" defTabSz="806775" rtl="0" eaLnBrk="1" latinLnBrk="0" hangingPunct="1">
      <a:defRPr sz="1059" kern="1200">
        <a:solidFill>
          <a:schemeClr val="tx1"/>
        </a:solidFill>
        <a:latin typeface="+mn-lt"/>
        <a:ea typeface="+mn-ea"/>
        <a:cs typeface="+mn-cs"/>
      </a:defRPr>
    </a:lvl7pPr>
    <a:lvl8pPr marL="2823713" algn="l" defTabSz="806775" rtl="0" eaLnBrk="1" latinLnBrk="0" hangingPunct="1">
      <a:defRPr sz="1059" kern="1200">
        <a:solidFill>
          <a:schemeClr val="tx1"/>
        </a:solidFill>
        <a:latin typeface="+mn-lt"/>
        <a:ea typeface="+mn-ea"/>
        <a:cs typeface="+mn-cs"/>
      </a:defRPr>
    </a:lvl8pPr>
    <a:lvl9pPr marL="3227100" algn="l" defTabSz="806775" rtl="0" eaLnBrk="1" latinLnBrk="0" hangingPunct="1">
      <a:defRPr sz="105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6BE02D-20C0-F840-AFAC-BEA99C74FDC2}" type="slidenum">
              <a:rPr lang="en-US" smtClean="0"/>
              <a:pPr/>
              <a:t>2</a:t>
            </a:fld>
            <a:endParaRPr lang="en-US"/>
          </a:p>
        </p:txBody>
      </p:sp>
    </p:spTree>
    <p:extLst>
      <p:ext uri="{BB962C8B-B14F-4D97-AF65-F5344CB8AC3E}">
        <p14:creationId xmlns:p14="http://schemas.microsoft.com/office/powerpoint/2010/main" val="30920070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6BE02D-20C0-F840-AFAC-BEA99C74FDC2}" type="slidenum">
              <a:rPr lang="en-US" smtClean="0"/>
              <a:pPr/>
              <a:t>3</a:t>
            </a:fld>
            <a:endParaRPr lang="en-US"/>
          </a:p>
        </p:txBody>
      </p:sp>
    </p:spTree>
    <p:extLst>
      <p:ext uri="{BB962C8B-B14F-4D97-AF65-F5344CB8AC3E}">
        <p14:creationId xmlns:p14="http://schemas.microsoft.com/office/powerpoint/2010/main" val="12197673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6BE02D-20C0-F840-AFAC-BEA99C74FDC2}" type="slidenum">
              <a:rPr lang="en-US" smtClean="0"/>
              <a:pPr/>
              <a:t>4</a:t>
            </a:fld>
            <a:endParaRPr lang="en-US"/>
          </a:p>
        </p:txBody>
      </p:sp>
    </p:spTree>
    <p:extLst>
      <p:ext uri="{BB962C8B-B14F-4D97-AF65-F5344CB8AC3E}">
        <p14:creationId xmlns:p14="http://schemas.microsoft.com/office/powerpoint/2010/main" val="41972937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6BE02D-20C0-F840-AFAC-BEA99C74FDC2}" type="slidenum">
              <a:rPr lang="en-US" smtClean="0"/>
              <a:pPr/>
              <a:t>5</a:t>
            </a:fld>
            <a:endParaRPr lang="en-US"/>
          </a:p>
        </p:txBody>
      </p:sp>
    </p:spTree>
    <p:extLst>
      <p:ext uri="{BB962C8B-B14F-4D97-AF65-F5344CB8AC3E}">
        <p14:creationId xmlns:p14="http://schemas.microsoft.com/office/powerpoint/2010/main" val="21350164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33F3262-F3DB-4AC8-9880-BA36A6874716}"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05157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33F3262-F3DB-4AC8-9880-BA36A6874716}"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10833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BC24909-CEAF-D345-A70A-7E1473D8F35D}" type="slidenum">
              <a:rPr lang="en-US" smtClean="0"/>
              <a:t>10</a:t>
            </a:fld>
            <a:endParaRPr lang="en-US"/>
          </a:p>
        </p:txBody>
      </p:sp>
    </p:spTree>
    <p:extLst>
      <p:ext uri="{BB962C8B-B14F-4D97-AF65-F5344CB8AC3E}">
        <p14:creationId xmlns:p14="http://schemas.microsoft.com/office/powerpoint/2010/main" val="12756050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8.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8.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_Fro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descr="Document Title"/>
          <p:cNvSpPr>
            <a:spLocks noGrp="1"/>
          </p:cNvSpPr>
          <p:nvPr>
            <p:ph type="ctrTitle" hasCustomPrompt="1"/>
          </p:nvPr>
        </p:nvSpPr>
        <p:spPr>
          <a:xfrm>
            <a:off x="1749999" y="2763595"/>
            <a:ext cx="7765062" cy="2387599"/>
          </a:xfrm>
        </p:spPr>
        <p:txBody>
          <a:bodyPr anchor="b">
            <a:noAutofit/>
          </a:bodyPr>
          <a:lstStyle>
            <a:lvl1pPr marL="411480" indent="-411480" algn="l">
              <a:lnSpc>
                <a:spcPct val="100000"/>
              </a:lnSpc>
              <a:spcBef>
                <a:spcPts val="600"/>
              </a:spcBef>
              <a:spcAft>
                <a:spcPts val="600"/>
              </a:spcAft>
              <a:buSzPct val="100000"/>
              <a:defRPr sz="4400" cap="none" baseline="0"/>
            </a:lvl1pPr>
          </a:lstStyle>
          <a:p>
            <a:r>
              <a:rPr lang="en-US"/>
              <a:t>Click to Edit Presentation Title</a:t>
            </a:r>
          </a:p>
        </p:txBody>
      </p:sp>
      <p:sp>
        <p:nvSpPr>
          <p:cNvPr id="3" name="Subtitle 2"/>
          <p:cNvSpPr>
            <a:spLocks noGrp="1"/>
          </p:cNvSpPr>
          <p:nvPr>
            <p:ph type="subTitle" idx="1"/>
          </p:nvPr>
        </p:nvSpPr>
        <p:spPr>
          <a:xfrm>
            <a:off x="1749999" y="5243270"/>
            <a:ext cx="7765062" cy="914400"/>
          </a:xfrm>
          <a:prstGeom prst="rect">
            <a:avLst/>
          </a:prstGeom>
        </p:spPr>
        <p:txBody>
          <a:bodyPr lIns="411480">
            <a:noAutofit/>
          </a:bodyPr>
          <a:lstStyle>
            <a:lvl1pPr marL="0" indent="0" algn="l">
              <a:lnSpc>
                <a:spcPct val="100000"/>
              </a:lnSpc>
              <a:spcBef>
                <a:spcPts val="600"/>
              </a:spcBef>
              <a:spcAft>
                <a:spcPts val="600"/>
              </a:spcAft>
              <a:buNone/>
              <a:defRPr sz="2400" b="0" i="0" cap="none" spc="34" baseline="0">
                <a:solidFill>
                  <a:schemeClr val="accent6"/>
                </a:solidFill>
                <a:latin typeface="Avenir" panose="02000503020000020003" pitchFamily="2" charset="0"/>
              </a:defRPr>
            </a:lvl1pPr>
            <a:lvl2pPr marL="264925" indent="0" algn="ctr">
              <a:buNone/>
              <a:defRPr sz="1159"/>
            </a:lvl2pPr>
            <a:lvl3pPr marL="529849" indent="0" algn="ctr">
              <a:buNone/>
              <a:defRPr sz="1043"/>
            </a:lvl3pPr>
            <a:lvl4pPr marL="794774" indent="0" algn="ctr">
              <a:buNone/>
              <a:defRPr sz="927"/>
            </a:lvl4pPr>
            <a:lvl5pPr marL="1059700" indent="0" algn="ctr">
              <a:buNone/>
              <a:defRPr sz="927"/>
            </a:lvl5pPr>
            <a:lvl6pPr marL="1324624" indent="0" algn="ctr">
              <a:buNone/>
              <a:defRPr sz="927"/>
            </a:lvl6pPr>
            <a:lvl7pPr marL="1589549" indent="0" algn="ctr">
              <a:buNone/>
              <a:defRPr sz="927"/>
            </a:lvl7pPr>
            <a:lvl8pPr marL="1854474" indent="0" algn="ctr">
              <a:buNone/>
              <a:defRPr sz="927"/>
            </a:lvl8pPr>
            <a:lvl9pPr marL="2119399" indent="0" algn="ctr">
              <a:buNone/>
              <a:defRPr sz="927"/>
            </a:lvl9pPr>
          </a:lstStyle>
          <a:p>
            <a:r>
              <a:rPr lang="en-US"/>
              <a:t>Click to edit Master subtitle style</a:t>
            </a:r>
          </a:p>
        </p:txBody>
      </p:sp>
      <p:sp>
        <p:nvSpPr>
          <p:cNvPr id="10" name="Rectangle 9">
            <a:extLst>
              <a:ext uri="{FF2B5EF4-FFF2-40B4-BE49-F238E27FC236}">
                <a16:creationId xmlns:a16="http://schemas.microsoft.com/office/drawing/2014/main" id="{2D8E201D-721F-3A98-EFE1-D88BFE634EC2}"/>
              </a:ext>
            </a:extLst>
          </p:cNvPr>
          <p:cNvSpPr/>
          <p:nvPr userDrawn="1"/>
        </p:nvSpPr>
        <p:spPr>
          <a:xfrm>
            <a:off x="6193899" y="0"/>
            <a:ext cx="5257800" cy="91440"/>
          </a:xfrm>
          <a:prstGeom prst="rect">
            <a:avLst/>
          </a:prstGeom>
          <a:solidFill>
            <a:srgbClr val="E89C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7" b="0" i="0">
              <a:latin typeface="Avenir Book" panose="02000503020000020003" pitchFamily="2" charset="0"/>
            </a:endParaRPr>
          </a:p>
        </p:txBody>
      </p:sp>
    </p:spTree>
    <p:extLst>
      <p:ext uri="{BB962C8B-B14F-4D97-AF65-F5344CB8AC3E}">
        <p14:creationId xmlns:p14="http://schemas.microsoft.com/office/powerpoint/2010/main" val="4241107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40E2E-6242-B4A1-7B63-2B6DC7B18D77}"/>
              </a:ext>
            </a:extLst>
          </p:cNvPr>
          <p:cNvSpPr>
            <a:spLocks noGrp="1"/>
          </p:cNvSpPr>
          <p:nvPr>
            <p:ph type="title" hasCustomPrompt="1"/>
          </p:nvPr>
        </p:nvSpPr>
        <p:spPr>
          <a:xfrm>
            <a:off x="1749999" y="2176012"/>
            <a:ext cx="6092143" cy="2505976"/>
          </a:xfrm>
        </p:spPr>
        <p:txBody>
          <a:bodyPr anchor="b">
            <a:noAutofit/>
          </a:bodyPr>
          <a:lstStyle>
            <a:lvl1pPr marL="411480" indent="-411480" algn="l" defTabSz="529849" rtl="0" eaLnBrk="1" latinLnBrk="0" hangingPunct="1">
              <a:lnSpc>
                <a:spcPct val="100000"/>
              </a:lnSpc>
              <a:spcBef>
                <a:spcPts val="600"/>
              </a:spcBef>
              <a:spcAft>
                <a:spcPts val="600"/>
              </a:spcAft>
              <a:buSzPct val="100000"/>
              <a:buFontTx/>
              <a:buBlip>
                <a:blip r:embed="rId3"/>
              </a:buBlip>
              <a:tabLst/>
              <a:defRPr lang="en-US" sz="4400" b="1" i="0" kern="1200" cap="none" baseline="0" dirty="0">
                <a:solidFill>
                  <a:schemeClr val="bg1"/>
                </a:solidFill>
                <a:latin typeface="Avenir Heavy" panose="02000503020000020003" pitchFamily="2" charset="0"/>
                <a:ea typeface="+mj-ea"/>
                <a:cs typeface="+mj-cs"/>
              </a:defRPr>
            </a:lvl1pPr>
          </a:lstStyle>
          <a:p>
            <a:r>
              <a:rPr lang="en-US"/>
              <a:t>Click To Edit Divider Title</a:t>
            </a:r>
          </a:p>
        </p:txBody>
      </p:sp>
    </p:spTree>
    <p:extLst>
      <p:ext uri="{BB962C8B-B14F-4D97-AF65-F5344CB8AC3E}">
        <p14:creationId xmlns:p14="http://schemas.microsoft.com/office/powerpoint/2010/main" val="16610142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gal Notic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4426" y="447124"/>
            <a:ext cx="10727799" cy="1051687"/>
          </a:xfrm>
        </p:spPr>
        <p:txBody>
          <a:bodyPr/>
          <a:lstStyle/>
          <a:p>
            <a:r>
              <a:rPr lang="en-US"/>
              <a:t>Disclaimers &amp; Disclosures</a:t>
            </a:r>
          </a:p>
        </p:txBody>
      </p:sp>
      <p:sp>
        <p:nvSpPr>
          <p:cNvPr id="8" name="Text Placeholder 11">
            <a:extLst>
              <a:ext uri="{FF2B5EF4-FFF2-40B4-BE49-F238E27FC236}">
                <a16:creationId xmlns:a16="http://schemas.microsoft.com/office/drawing/2014/main" id="{3B33DFC0-6AB1-B992-7323-C9BB594058E6}"/>
              </a:ext>
            </a:extLst>
          </p:cNvPr>
          <p:cNvSpPr>
            <a:spLocks noGrp="1"/>
          </p:cNvSpPr>
          <p:nvPr>
            <p:ph sz="quarter" idx="12" hasCustomPrompt="1"/>
          </p:nvPr>
        </p:nvSpPr>
        <p:spPr>
          <a:xfrm>
            <a:off x="724426" y="1498811"/>
            <a:ext cx="10743148" cy="358313"/>
          </a:xfrm>
        </p:spPr>
        <p:txBody>
          <a:bodyPr tIns="0" rIns="0"/>
          <a:lstStyle>
            <a:lvl1pPr>
              <a:defRPr sz="1800" b="1">
                <a:latin typeface="+mj-lt"/>
              </a:defRPr>
            </a:lvl1pPr>
          </a:lstStyle>
          <a:p>
            <a:r>
              <a:rPr lang="en-US"/>
              <a:t>Confidentiality &amp; non-distribution</a:t>
            </a:r>
          </a:p>
        </p:txBody>
      </p:sp>
      <p:grpSp>
        <p:nvGrpSpPr>
          <p:cNvPr id="10" name="Group 9">
            <a:extLst>
              <a:ext uri="{FF2B5EF4-FFF2-40B4-BE49-F238E27FC236}">
                <a16:creationId xmlns:a16="http://schemas.microsoft.com/office/drawing/2014/main" id="{413CD60A-3B69-7AA9-DBFD-5A2E56DE6C5E}"/>
              </a:ext>
            </a:extLst>
          </p:cNvPr>
          <p:cNvGrpSpPr/>
          <p:nvPr userDrawn="1"/>
        </p:nvGrpSpPr>
        <p:grpSpPr>
          <a:xfrm>
            <a:off x="9630136" y="2135537"/>
            <a:ext cx="1988552" cy="2306408"/>
            <a:chOff x="-451327" y="4742033"/>
            <a:chExt cx="2064285" cy="2801766"/>
          </a:xfrm>
        </p:grpSpPr>
        <p:sp>
          <p:nvSpPr>
            <p:cNvPr id="11" name="object 91">
              <a:extLst>
                <a:ext uri="{FF2B5EF4-FFF2-40B4-BE49-F238E27FC236}">
                  <a16:creationId xmlns:a16="http://schemas.microsoft.com/office/drawing/2014/main" id="{BC5D6472-52EB-701D-E314-107C31B51FAB}"/>
                </a:ext>
              </a:extLst>
            </p:cNvPr>
            <p:cNvSpPr/>
            <p:nvPr/>
          </p:nvSpPr>
          <p:spPr>
            <a:xfrm>
              <a:off x="-434528" y="4742033"/>
              <a:ext cx="1893665" cy="55538"/>
            </a:xfrm>
            <a:custGeom>
              <a:avLst/>
              <a:gdLst/>
              <a:ahLst/>
              <a:cxnLst/>
              <a:rect l="l" t="t" r="r" b="b"/>
              <a:pathLst>
                <a:path w="1023619">
                  <a:moveTo>
                    <a:pt x="0" y="0"/>
                  </a:moveTo>
                  <a:lnTo>
                    <a:pt x="1023619" y="0"/>
                  </a:lnTo>
                </a:path>
              </a:pathLst>
            </a:custGeom>
            <a:ln w="6350">
              <a:solidFill>
                <a:schemeClr val="accent1"/>
              </a:solidFill>
            </a:ln>
          </p:spPr>
          <p:txBody>
            <a:bodyPr wrap="square" lIns="0" tIns="0" rIns="0" bIns="0" rtlCol="0"/>
            <a:lstStyle/>
            <a:p>
              <a:endParaRPr sz="1227">
                <a:solidFill>
                  <a:schemeClr val="bg2"/>
                </a:solidFill>
                <a:latin typeface="Avenir Book" panose="02000503020000020003" pitchFamily="2" charset="0"/>
              </a:endParaRPr>
            </a:p>
          </p:txBody>
        </p:sp>
        <p:sp>
          <p:nvSpPr>
            <p:cNvPr id="12" name="Text Placeholder 13" descr="FIGURE">
              <a:extLst>
                <a:ext uri="{FF2B5EF4-FFF2-40B4-BE49-F238E27FC236}">
                  <a16:creationId xmlns:a16="http://schemas.microsoft.com/office/drawing/2014/main" id="{0CB2A227-10CF-DAE3-A995-9233184E76BA}"/>
                </a:ext>
              </a:extLst>
            </p:cNvPr>
            <p:cNvSpPr txBox="1">
              <a:spLocks/>
            </p:cNvSpPr>
            <p:nvPr/>
          </p:nvSpPr>
          <p:spPr>
            <a:xfrm>
              <a:off x="-451327" y="4899196"/>
              <a:ext cx="2064285" cy="2644603"/>
            </a:xfrm>
            <a:prstGeom prst="rect">
              <a:avLst/>
            </a:prstGeom>
          </p:spPr>
          <p:txBody>
            <a:bodyPr vert="horz" wrap="square" lIns="0" tIns="0" rIns="0" bIns="0" rtlCol="0">
              <a:noAutofit/>
            </a:bodyPr>
            <a:lstStyle>
              <a:lvl1pPr marL="0" indent="0" algn="r" defTabSz="777240" rtl="0" eaLnBrk="1" latinLnBrk="0" hangingPunct="1">
                <a:lnSpc>
                  <a:spcPts val="1080"/>
                </a:lnSpc>
                <a:spcBef>
                  <a:spcPts val="0"/>
                </a:spcBef>
                <a:spcAft>
                  <a:spcPts val="0"/>
                </a:spcAft>
                <a:buClr>
                  <a:schemeClr val="accent2"/>
                </a:buClr>
                <a:buFont typeface="Arial" panose="020B0604020202020204" pitchFamily="34" charset="0"/>
                <a:buNone/>
                <a:defRPr lang="en-US" sz="900" b="1" i="0" kern="1200" spc="0" baseline="0" dirty="0">
                  <a:solidFill>
                    <a:schemeClr val="accent3"/>
                  </a:solidFill>
                  <a:latin typeface="Avenir Black" panose="02000503020000020003" pitchFamily="2" charset="0"/>
                  <a:ea typeface="+mn-ea"/>
                  <a:cs typeface="Arial"/>
                </a:defRPr>
              </a:lvl1pPr>
              <a:lvl2pPr marL="320040" indent="-320040" algn="l" defTabSz="777240" rtl="0" eaLnBrk="1" latinLnBrk="0" hangingPunct="1">
                <a:lnSpc>
                  <a:spcPts val="2700"/>
                </a:lnSpc>
                <a:spcBef>
                  <a:spcPts val="600"/>
                </a:spcBef>
                <a:spcAft>
                  <a:spcPts val="600"/>
                </a:spcAft>
                <a:buClr>
                  <a:schemeClr val="accent2"/>
                </a:buClr>
                <a:buFont typeface="Arial" panose="020B0604020202020204" pitchFamily="34" charset="0"/>
                <a:buChar char="•"/>
                <a:defRPr sz="1900" b="0" i="0" kern="1200">
                  <a:solidFill>
                    <a:schemeClr val="accent4">
                      <a:lumMod val="50000"/>
                    </a:schemeClr>
                  </a:solidFill>
                  <a:latin typeface="Avenir Book" panose="02000503020000020003" pitchFamily="2" charset="0"/>
                  <a:ea typeface="+mn-ea"/>
                  <a:cs typeface="+mn-cs"/>
                </a:defRPr>
              </a:lvl2pPr>
              <a:lvl3pPr marL="685800" indent="-320040" algn="l" defTabSz="777240" rtl="0" eaLnBrk="1" latinLnBrk="0" hangingPunct="1">
                <a:lnSpc>
                  <a:spcPts val="2700"/>
                </a:lnSpc>
                <a:spcBef>
                  <a:spcPts val="600"/>
                </a:spcBef>
                <a:spcAft>
                  <a:spcPts val="600"/>
                </a:spcAft>
                <a:buClr>
                  <a:schemeClr val="accent2"/>
                </a:buClr>
                <a:buFont typeface="System Font Regular"/>
                <a:buChar char="–"/>
                <a:defRPr sz="1700" b="0" i="0" kern="1200">
                  <a:solidFill>
                    <a:schemeClr val="accent4"/>
                  </a:solidFill>
                  <a:latin typeface="Avenir Book" panose="02000503020000020003" pitchFamily="2" charset="0"/>
                  <a:ea typeface="+mn-ea"/>
                  <a:cs typeface="+mn-cs"/>
                </a:defRPr>
              </a:lvl3pPr>
              <a:lvl4pPr marL="1097280" indent="-320040" algn="l" defTabSz="777240" rtl="0" eaLnBrk="1" latinLnBrk="0" hangingPunct="1">
                <a:lnSpc>
                  <a:spcPts val="2700"/>
                </a:lnSpc>
                <a:spcBef>
                  <a:spcPts val="600"/>
                </a:spcBef>
                <a:spcAft>
                  <a:spcPts val="600"/>
                </a:spcAft>
                <a:buClr>
                  <a:schemeClr val="accent5"/>
                </a:buClr>
                <a:buSzPct val="90000"/>
                <a:buFont typeface="Arial" panose="020B0604020202020204" pitchFamily="34" charset="0"/>
                <a:buChar char="•"/>
                <a:defRPr sz="1530" b="0" i="0" kern="1200">
                  <a:solidFill>
                    <a:schemeClr val="accent5"/>
                  </a:solidFill>
                  <a:latin typeface="Avenir Book" panose="02000503020000020003" pitchFamily="2" charset="0"/>
                  <a:ea typeface="+mn-ea"/>
                  <a:cs typeface="+mn-cs"/>
                </a:defRPr>
              </a:lvl4pPr>
              <a:lvl5pPr marL="1417320" indent="-320040" algn="l" defTabSz="777240" rtl="0" eaLnBrk="1" latinLnBrk="0" hangingPunct="1">
                <a:lnSpc>
                  <a:spcPts val="2700"/>
                </a:lnSpc>
                <a:spcBef>
                  <a:spcPts val="600"/>
                </a:spcBef>
                <a:spcAft>
                  <a:spcPts val="600"/>
                </a:spcAft>
                <a:buSzPct val="90000"/>
                <a:buFont typeface="System Font Regular"/>
                <a:buChar char="–"/>
                <a:defRPr sz="1530" b="0" i="0" kern="1200">
                  <a:solidFill>
                    <a:schemeClr val="accent5"/>
                  </a:solidFill>
                  <a:latin typeface="Avenir Book" panose="02000503020000020003" pitchFamily="2" charset="0"/>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a:lstStyle>
            <a:p>
              <a:pPr algn="l">
                <a:lnSpc>
                  <a:spcPts val="2045"/>
                </a:lnSpc>
              </a:pPr>
              <a:r>
                <a:rPr lang="en-US" sz="1200" b="0" spc="-34">
                  <a:solidFill>
                    <a:schemeClr val="accent1"/>
                  </a:solidFill>
                  <a:latin typeface="Avenir Heavy" panose="02000503020000020003" pitchFamily="2" charset="0"/>
                </a:rPr>
                <a:t>Receipt and review of </a:t>
              </a:r>
              <a:br>
                <a:rPr lang="en-US" sz="1200" b="0" spc="-34">
                  <a:solidFill>
                    <a:schemeClr val="accent1"/>
                  </a:solidFill>
                  <a:latin typeface="Avenir Heavy" panose="02000503020000020003" pitchFamily="2" charset="0"/>
                </a:rPr>
              </a:br>
              <a:r>
                <a:rPr lang="en-US" sz="1200" b="0" spc="-34">
                  <a:solidFill>
                    <a:schemeClr val="accent1"/>
                  </a:solidFill>
                  <a:latin typeface="Avenir Heavy" panose="02000503020000020003" pitchFamily="2" charset="0"/>
                </a:rPr>
                <a:t>these materials constitutes acceptance of the terms </a:t>
              </a:r>
              <a:br>
                <a:rPr lang="en-US" sz="1200" b="0" spc="-34">
                  <a:solidFill>
                    <a:schemeClr val="accent1"/>
                  </a:solidFill>
                  <a:latin typeface="Avenir Heavy" panose="02000503020000020003" pitchFamily="2" charset="0"/>
                </a:rPr>
              </a:br>
              <a:r>
                <a:rPr lang="en-US" sz="1200" b="0" spc="-34">
                  <a:solidFill>
                    <a:schemeClr val="accent1"/>
                  </a:solidFill>
                  <a:latin typeface="Avenir Heavy" panose="02000503020000020003" pitchFamily="2" charset="0"/>
                </a:rPr>
                <a:t>and conditions of the Confidentiality Agreement. </a:t>
              </a:r>
            </a:p>
          </p:txBody>
        </p:sp>
      </p:grpSp>
      <p:pic>
        <p:nvPicPr>
          <p:cNvPr id="13" name="Picture 12">
            <a:extLst>
              <a:ext uri="{FF2B5EF4-FFF2-40B4-BE49-F238E27FC236}">
                <a16:creationId xmlns:a16="http://schemas.microsoft.com/office/drawing/2014/main" id="{5A7541D3-EC8D-08CA-D8CC-7A1E51C30D89}"/>
              </a:ext>
            </a:extLst>
          </p:cNvPr>
          <p:cNvPicPr>
            <a:picLocks noChangeAspect="1"/>
          </p:cNvPicPr>
          <p:nvPr userDrawn="1"/>
        </p:nvPicPr>
        <p:blipFill>
          <a:blip r:embed="rId2"/>
          <a:stretch>
            <a:fillRect/>
          </a:stretch>
        </p:blipFill>
        <p:spPr>
          <a:xfrm>
            <a:off x="698339" y="2036180"/>
            <a:ext cx="8623300" cy="4267200"/>
          </a:xfrm>
          <a:prstGeom prst="rect">
            <a:avLst/>
          </a:prstGeom>
        </p:spPr>
      </p:pic>
    </p:spTree>
    <p:extLst>
      <p:ext uri="{BB962C8B-B14F-4D97-AF65-F5344CB8AC3E}">
        <p14:creationId xmlns:p14="http://schemas.microsoft.com/office/powerpoint/2010/main" val="574342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B02B953E-664F-D780-3967-9D0548A5D28F}"/>
              </a:ext>
            </a:extLst>
          </p:cNvPr>
          <p:cNvSpPr>
            <a:spLocks noGrp="1"/>
          </p:cNvSpPr>
          <p:nvPr>
            <p:ph type="title" hasCustomPrompt="1"/>
          </p:nvPr>
        </p:nvSpPr>
        <p:spPr>
          <a:xfrm>
            <a:off x="724427" y="447124"/>
            <a:ext cx="10734084" cy="1051687"/>
          </a:xfrm>
        </p:spPr>
        <p:txBody>
          <a:bodyPr/>
          <a:lstStyle/>
          <a:p>
            <a:r>
              <a:rPr lang="en-US"/>
              <a:t>Click to Edit Title</a:t>
            </a:r>
          </a:p>
        </p:txBody>
      </p:sp>
      <p:sp>
        <p:nvSpPr>
          <p:cNvPr id="3" name="Text Placeholder 2">
            <a:extLst>
              <a:ext uri="{FF2B5EF4-FFF2-40B4-BE49-F238E27FC236}">
                <a16:creationId xmlns:a16="http://schemas.microsoft.com/office/drawing/2014/main" id="{0C6B0A88-8773-FAB4-D19A-8D4B6BAFE221}"/>
              </a:ext>
            </a:extLst>
          </p:cNvPr>
          <p:cNvSpPr>
            <a:spLocks noGrp="1"/>
          </p:cNvSpPr>
          <p:nvPr>
            <p:ph type="body" sz="quarter" idx="14" hasCustomPrompt="1"/>
          </p:nvPr>
        </p:nvSpPr>
        <p:spPr>
          <a:xfrm>
            <a:off x="8097079" y="4435919"/>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5" name="Text Placeholder 2">
            <a:extLst>
              <a:ext uri="{FF2B5EF4-FFF2-40B4-BE49-F238E27FC236}">
                <a16:creationId xmlns:a16="http://schemas.microsoft.com/office/drawing/2014/main" id="{65CBA3EC-8ACD-68A3-2E6E-2B896E781D78}"/>
              </a:ext>
            </a:extLst>
          </p:cNvPr>
          <p:cNvSpPr>
            <a:spLocks noGrp="1"/>
          </p:cNvSpPr>
          <p:nvPr>
            <p:ph type="body" sz="quarter" idx="15" hasCustomPrompt="1"/>
          </p:nvPr>
        </p:nvSpPr>
        <p:spPr>
          <a:xfrm>
            <a:off x="8097079" y="3909347"/>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6" name="Text Placeholder 2">
            <a:extLst>
              <a:ext uri="{FF2B5EF4-FFF2-40B4-BE49-F238E27FC236}">
                <a16:creationId xmlns:a16="http://schemas.microsoft.com/office/drawing/2014/main" id="{FAF0F53F-889A-721B-B1C9-CA59E61375E5}"/>
              </a:ext>
            </a:extLst>
          </p:cNvPr>
          <p:cNvSpPr>
            <a:spLocks noGrp="1"/>
          </p:cNvSpPr>
          <p:nvPr>
            <p:ph type="body" sz="quarter" idx="16" hasCustomPrompt="1"/>
          </p:nvPr>
        </p:nvSpPr>
        <p:spPr>
          <a:xfrm>
            <a:off x="8097079" y="3382775"/>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7" name="Text Placeholder 2">
            <a:extLst>
              <a:ext uri="{FF2B5EF4-FFF2-40B4-BE49-F238E27FC236}">
                <a16:creationId xmlns:a16="http://schemas.microsoft.com/office/drawing/2014/main" id="{3A54923A-D9AD-5C05-E439-508237F91EB1}"/>
              </a:ext>
            </a:extLst>
          </p:cNvPr>
          <p:cNvSpPr>
            <a:spLocks noGrp="1"/>
          </p:cNvSpPr>
          <p:nvPr>
            <p:ph type="body" sz="quarter" idx="12" hasCustomPrompt="1"/>
          </p:nvPr>
        </p:nvSpPr>
        <p:spPr>
          <a:xfrm>
            <a:off x="8097079" y="2856203"/>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8" name="Text Placeholder 2">
            <a:extLst>
              <a:ext uri="{FF2B5EF4-FFF2-40B4-BE49-F238E27FC236}">
                <a16:creationId xmlns:a16="http://schemas.microsoft.com/office/drawing/2014/main" id="{E807E96C-7A2A-7702-5836-6082D73EC049}"/>
              </a:ext>
            </a:extLst>
          </p:cNvPr>
          <p:cNvSpPr>
            <a:spLocks noGrp="1"/>
          </p:cNvSpPr>
          <p:nvPr>
            <p:ph type="body" sz="quarter" idx="13" hasCustomPrompt="1"/>
          </p:nvPr>
        </p:nvSpPr>
        <p:spPr>
          <a:xfrm>
            <a:off x="8097079" y="2329631"/>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9" name="Text Placeholder 2">
            <a:extLst>
              <a:ext uri="{FF2B5EF4-FFF2-40B4-BE49-F238E27FC236}">
                <a16:creationId xmlns:a16="http://schemas.microsoft.com/office/drawing/2014/main" id="{7B192EA8-6B13-B0BC-9DBE-47014B681563}"/>
              </a:ext>
            </a:extLst>
          </p:cNvPr>
          <p:cNvSpPr>
            <a:spLocks noGrp="1"/>
          </p:cNvSpPr>
          <p:nvPr>
            <p:ph type="body" sz="quarter" idx="11" hasCustomPrompt="1"/>
          </p:nvPr>
        </p:nvSpPr>
        <p:spPr>
          <a:xfrm>
            <a:off x="8097079" y="1803059"/>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12" name="Text Placeholder 2">
            <a:extLst>
              <a:ext uri="{FF2B5EF4-FFF2-40B4-BE49-F238E27FC236}">
                <a16:creationId xmlns:a16="http://schemas.microsoft.com/office/drawing/2014/main" id="{6AE7FAA7-F3F9-6232-8A5F-2EB6EFB69B03}"/>
              </a:ext>
            </a:extLst>
          </p:cNvPr>
          <p:cNvSpPr>
            <a:spLocks noGrp="1"/>
          </p:cNvSpPr>
          <p:nvPr>
            <p:ph type="body" sz="quarter" idx="18" hasCustomPrompt="1"/>
          </p:nvPr>
        </p:nvSpPr>
        <p:spPr>
          <a:xfrm>
            <a:off x="8097079" y="5489063"/>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13" name="Text Placeholder 2">
            <a:extLst>
              <a:ext uri="{FF2B5EF4-FFF2-40B4-BE49-F238E27FC236}">
                <a16:creationId xmlns:a16="http://schemas.microsoft.com/office/drawing/2014/main" id="{8728288B-DD1D-52F9-9C96-A048F7EC3ACD}"/>
              </a:ext>
            </a:extLst>
          </p:cNvPr>
          <p:cNvSpPr>
            <a:spLocks noGrp="1"/>
          </p:cNvSpPr>
          <p:nvPr>
            <p:ph type="body" sz="quarter" idx="19" hasCustomPrompt="1"/>
          </p:nvPr>
        </p:nvSpPr>
        <p:spPr>
          <a:xfrm>
            <a:off x="8097079" y="4962491"/>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28" name="Content Placeholder 23">
            <a:extLst>
              <a:ext uri="{FF2B5EF4-FFF2-40B4-BE49-F238E27FC236}">
                <a16:creationId xmlns:a16="http://schemas.microsoft.com/office/drawing/2014/main" id="{5566A3BF-E125-8653-D6A2-6E0FAB447F6D}"/>
              </a:ext>
            </a:extLst>
          </p:cNvPr>
          <p:cNvSpPr>
            <a:spLocks noGrp="1"/>
          </p:cNvSpPr>
          <p:nvPr>
            <p:ph sz="quarter" idx="24" hasCustomPrompt="1"/>
          </p:nvPr>
        </p:nvSpPr>
        <p:spPr>
          <a:xfrm>
            <a:off x="4478216" y="1226675"/>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4" name="Content Placeholder 23">
            <a:extLst>
              <a:ext uri="{FF2B5EF4-FFF2-40B4-BE49-F238E27FC236}">
                <a16:creationId xmlns:a16="http://schemas.microsoft.com/office/drawing/2014/main" id="{08250C8B-9AFE-1092-FA23-0BC051AE8E21}"/>
              </a:ext>
            </a:extLst>
          </p:cNvPr>
          <p:cNvSpPr>
            <a:spLocks noGrp="1"/>
          </p:cNvSpPr>
          <p:nvPr>
            <p:ph sz="quarter" idx="25" hasCustomPrompt="1"/>
          </p:nvPr>
        </p:nvSpPr>
        <p:spPr>
          <a:xfrm>
            <a:off x="4478216" y="1753617"/>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5" name="Content Placeholder 23">
            <a:extLst>
              <a:ext uri="{FF2B5EF4-FFF2-40B4-BE49-F238E27FC236}">
                <a16:creationId xmlns:a16="http://schemas.microsoft.com/office/drawing/2014/main" id="{1A07EF63-2088-9EA0-EC20-98EE11B0CFED}"/>
              </a:ext>
            </a:extLst>
          </p:cNvPr>
          <p:cNvSpPr>
            <a:spLocks noGrp="1"/>
          </p:cNvSpPr>
          <p:nvPr>
            <p:ph sz="quarter" idx="26" hasCustomPrompt="1"/>
          </p:nvPr>
        </p:nvSpPr>
        <p:spPr>
          <a:xfrm>
            <a:off x="4478216" y="2280559"/>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6" name="Content Placeholder 23">
            <a:extLst>
              <a:ext uri="{FF2B5EF4-FFF2-40B4-BE49-F238E27FC236}">
                <a16:creationId xmlns:a16="http://schemas.microsoft.com/office/drawing/2014/main" id="{AF0DA902-6068-5700-F6EE-56565C11B296}"/>
              </a:ext>
            </a:extLst>
          </p:cNvPr>
          <p:cNvSpPr>
            <a:spLocks noGrp="1"/>
          </p:cNvSpPr>
          <p:nvPr>
            <p:ph sz="quarter" idx="27" hasCustomPrompt="1"/>
          </p:nvPr>
        </p:nvSpPr>
        <p:spPr>
          <a:xfrm>
            <a:off x="4478216" y="2807501"/>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7" name="Content Placeholder 23">
            <a:extLst>
              <a:ext uri="{FF2B5EF4-FFF2-40B4-BE49-F238E27FC236}">
                <a16:creationId xmlns:a16="http://schemas.microsoft.com/office/drawing/2014/main" id="{25E03AE6-16F6-41CA-0E00-924F69DF4912}"/>
              </a:ext>
            </a:extLst>
          </p:cNvPr>
          <p:cNvSpPr>
            <a:spLocks noGrp="1"/>
          </p:cNvSpPr>
          <p:nvPr>
            <p:ph sz="quarter" idx="28" hasCustomPrompt="1"/>
          </p:nvPr>
        </p:nvSpPr>
        <p:spPr>
          <a:xfrm>
            <a:off x="4478216" y="3334443"/>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8" name="Content Placeholder 23">
            <a:extLst>
              <a:ext uri="{FF2B5EF4-FFF2-40B4-BE49-F238E27FC236}">
                <a16:creationId xmlns:a16="http://schemas.microsoft.com/office/drawing/2014/main" id="{E72DCAC9-8695-0F0F-0D5B-3F8B3EE820E7}"/>
              </a:ext>
            </a:extLst>
          </p:cNvPr>
          <p:cNvSpPr>
            <a:spLocks noGrp="1"/>
          </p:cNvSpPr>
          <p:nvPr>
            <p:ph sz="quarter" idx="29" hasCustomPrompt="1"/>
          </p:nvPr>
        </p:nvSpPr>
        <p:spPr>
          <a:xfrm>
            <a:off x="4478216" y="3861385"/>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9" name="Content Placeholder 23">
            <a:extLst>
              <a:ext uri="{FF2B5EF4-FFF2-40B4-BE49-F238E27FC236}">
                <a16:creationId xmlns:a16="http://schemas.microsoft.com/office/drawing/2014/main" id="{CD4018D4-B3F4-77F3-C060-FFB77DE5F9AB}"/>
              </a:ext>
            </a:extLst>
          </p:cNvPr>
          <p:cNvSpPr>
            <a:spLocks noGrp="1"/>
          </p:cNvSpPr>
          <p:nvPr>
            <p:ph sz="quarter" idx="30" hasCustomPrompt="1"/>
          </p:nvPr>
        </p:nvSpPr>
        <p:spPr>
          <a:xfrm>
            <a:off x="4478216" y="4388327"/>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40" name="Content Placeholder 23">
            <a:extLst>
              <a:ext uri="{FF2B5EF4-FFF2-40B4-BE49-F238E27FC236}">
                <a16:creationId xmlns:a16="http://schemas.microsoft.com/office/drawing/2014/main" id="{5129D140-6B35-93B9-ECFD-9DD38DF9C9EE}"/>
              </a:ext>
            </a:extLst>
          </p:cNvPr>
          <p:cNvSpPr>
            <a:spLocks noGrp="1"/>
          </p:cNvSpPr>
          <p:nvPr>
            <p:ph sz="quarter" idx="31" hasCustomPrompt="1"/>
          </p:nvPr>
        </p:nvSpPr>
        <p:spPr>
          <a:xfrm>
            <a:off x="4478216" y="4915269"/>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41" name="Content Placeholder 23">
            <a:extLst>
              <a:ext uri="{FF2B5EF4-FFF2-40B4-BE49-F238E27FC236}">
                <a16:creationId xmlns:a16="http://schemas.microsoft.com/office/drawing/2014/main" id="{D484B4F0-E152-286D-3449-ED986EF2A5C3}"/>
              </a:ext>
            </a:extLst>
          </p:cNvPr>
          <p:cNvSpPr>
            <a:spLocks noGrp="1"/>
          </p:cNvSpPr>
          <p:nvPr>
            <p:ph sz="quarter" idx="32" hasCustomPrompt="1"/>
          </p:nvPr>
        </p:nvSpPr>
        <p:spPr>
          <a:xfrm>
            <a:off x="4478216" y="5442214"/>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10" name="Text Placeholder 2">
            <a:extLst>
              <a:ext uri="{FF2B5EF4-FFF2-40B4-BE49-F238E27FC236}">
                <a16:creationId xmlns:a16="http://schemas.microsoft.com/office/drawing/2014/main" id="{79EB0B7C-0884-C0EA-892D-5C6FE679FCA0}"/>
              </a:ext>
            </a:extLst>
          </p:cNvPr>
          <p:cNvSpPr>
            <a:spLocks noGrp="1"/>
          </p:cNvSpPr>
          <p:nvPr>
            <p:ph type="body" sz="quarter" idx="10" hasCustomPrompt="1"/>
          </p:nvPr>
        </p:nvSpPr>
        <p:spPr>
          <a:xfrm>
            <a:off x="8097079" y="1276487"/>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Tree>
    <p:extLst>
      <p:ext uri="{BB962C8B-B14F-4D97-AF65-F5344CB8AC3E}">
        <p14:creationId xmlns:p14="http://schemas.microsoft.com/office/powerpoint/2010/main" val="1829615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B02B953E-664F-D780-3967-9D0548A5D28F}"/>
              </a:ext>
            </a:extLst>
          </p:cNvPr>
          <p:cNvSpPr>
            <a:spLocks noGrp="1"/>
          </p:cNvSpPr>
          <p:nvPr>
            <p:ph type="title" hasCustomPrompt="1"/>
          </p:nvPr>
        </p:nvSpPr>
        <p:spPr>
          <a:xfrm>
            <a:off x="724427" y="447124"/>
            <a:ext cx="3883907" cy="1051687"/>
          </a:xfrm>
        </p:spPr>
        <p:txBody>
          <a:bodyPr/>
          <a:lstStyle/>
          <a:p>
            <a:r>
              <a:rPr lang="en-US"/>
              <a:t>Click to Edit Title</a:t>
            </a:r>
          </a:p>
        </p:txBody>
      </p:sp>
      <p:sp>
        <p:nvSpPr>
          <p:cNvPr id="3" name="Text Placeholder 2">
            <a:extLst>
              <a:ext uri="{FF2B5EF4-FFF2-40B4-BE49-F238E27FC236}">
                <a16:creationId xmlns:a16="http://schemas.microsoft.com/office/drawing/2014/main" id="{0C6B0A88-8773-FAB4-D19A-8D4B6BAFE221}"/>
              </a:ext>
            </a:extLst>
          </p:cNvPr>
          <p:cNvSpPr>
            <a:spLocks noGrp="1"/>
          </p:cNvSpPr>
          <p:nvPr>
            <p:ph type="body" sz="quarter" idx="14" hasCustomPrompt="1"/>
          </p:nvPr>
        </p:nvSpPr>
        <p:spPr>
          <a:xfrm>
            <a:off x="6608247" y="3580739"/>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5" name="Text Placeholder 2">
            <a:extLst>
              <a:ext uri="{FF2B5EF4-FFF2-40B4-BE49-F238E27FC236}">
                <a16:creationId xmlns:a16="http://schemas.microsoft.com/office/drawing/2014/main" id="{65CBA3EC-8ACD-68A3-2E6E-2B896E781D78}"/>
              </a:ext>
            </a:extLst>
          </p:cNvPr>
          <p:cNvSpPr>
            <a:spLocks noGrp="1"/>
          </p:cNvSpPr>
          <p:nvPr>
            <p:ph type="body" sz="quarter" idx="15" hasCustomPrompt="1"/>
          </p:nvPr>
        </p:nvSpPr>
        <p:spPr>
          <a:xfrm>
            <a:off x="6608247" y="3054046"/>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6" name="Text Placeholder 2">
            <a:extLst>
              <a:ext uri="{FF2B5EF4-FFF2-40B4-BE49-F238E27FC236}">
                <a16:creationId xmlns:a16="http://schemas.microsoft.com/office/drawing/2014/main" id="{FAF0F53F-889A-721B-B1C9-CA59E61375E5}"/>
              </a:ext>
            </a:extLst>
          </p:cNvPr>
          <p:cNvSpPr>
            <a:spLocks noGrp="1"/>
          </p:cNvSpPr>
          <p:nvPr>
            <p:ph type="body" sz="quarter" idx="16" hasCustomPrompt="1"/>
          </p:nvPr>
        </p:nvSpPr>
        <p:spPr>
          <a:xfrm>
            <a:off x="6608247" y="2527353"/>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7" name="Text Placeholder 2">
            <a:extLst>
              <a:ext uri="{FF2B5EF4-FFF2-40B4-BE49-F238E27FC236}">
                <a16:creationId xmlns:a16="http://schemas.microsoft.com/office/drawing/2014/main" id="{3A54923A-D9AD-5C05-E439-508237F91EB1}"/>
              </a:ext>
            </a:extLst>
          </p:cNvPr>
          <p:cNvSpPr>
            <a:spLocks noGrp="1"/>
          </p:cNvSpPr>
          <p:nvPr>
            <p:ph type="body" sz="quarter" idx="12" hasCustomPrompt="1"/>
          </p:nvPr>
        </p:nvSpPr>
        <p:spPr>
          <a:xfrm>
            <a:off x="6608247" y="2000660"/>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8" name="Text Placeholder 2">
            <a:extLst>
              <a:ext uri="{FF2B5EF4-FFF2-40B4-BE49-F238E27FC236}">
                <a16:creationId xmlns:a16="http://schemas.microsoft.com/office/drawing/2014/main" id="{E807E96C-7A2A-7702-5836-6082D73EC049}"/>
              </a:ext>
            </a:extLst>
          </p:cNvPr>
          <p:cNvSpPr>
            <a:spLocks noGrp="1"/>
          </p:cNvSpPr>
          <p:nvPr>
            <p:ph type="body" sz="quarter" idx="13" hasCustomPrompt="1"/>
          </p:nvPr>
        </p:nvSpPr>
        <p:spPr>
          <a:xfrm>
            <a:off x="6608247" y="1473967"/>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9" name="Text Placeholder 2">
            <a:extLst>
              <a:ext uri="{FF2B5EF4-FFF2-40B4-BE49-F238E27FC236}">
                <a16:creationId xmlns:a16="http://schemas.microsoft.com/office/drawing/2014/main" id="{7B192EA8-6B13-B0BC-9DBE-47014B681563}"/>
              </a:ext>
            </a:extLst>
          </p:cNvPr>
          <p:cNvSpPr>
            <a:spLocks noGrp="1"/>
          </p:cNvSpPr>
          <p:nvPr>
            <p:ph type="body" sz="quarter" idx="11" hasCustomPrompt="1"/>
          </p:nvPr>
        </p:nvSpPr>
        <p:spPr>
          <a:xfrm>
            <a:off x="6608247" y="947274"/>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12" name="Text Placeholder 2">
            <a:extLst>
              <a:ext uri="{FF2B5EF4-FFF2-40B4-BE49-F238E27FC236}">
                <a16:creationId xmlns:a16="http://schemas.microsoft.com/office/drawing/2014/main" id="{6AE7FAA7-F3F9-6232-8A5F-2EB6EFB69B03}"/>
              </a:ext>
            </a:extLst>
          </p:cNvPr>
          <p:cNvSpPr>
            <a:spLocks noGrp="1"/>
          </p:cNvSpPr>
          <p:nvPr>
            <p:ph type="body" sz="quarter" idx="18" hasCustomPrompt="1"/>
          </p:nvPr>
        </p:nvSpPr>
        <p:spPr>
          <a:xfrm>
            <a:off x="6608247" y="4634125"/>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13" name="Text Placeholder 2">
            <a:extLst>
              <a:ext uri="{FF2B5EF4-FFF2-40B4-BE49-F238E27FC236}">
                <a16:creationId xmlns:a16="http://schemas.microsoft.com/office/drawing/2014/main" id="{8728288B-DD1D-52F9-9C96-A048F7EC3ACD}"/>
              </a:ext>
            </a:extLst>
          </p:cNvPr>
          <p:cNvSpPr>
            <a:spLocks noGrp="1"/>
          </p:cNvSpPr>
          <p:nvPr>
            <p:ph type="body" sz="quarter" idx="19" hasCustomPrompt="1"/>
          </p:nvPr>
        </p:nvSpPr>
        <p:spPr>
          <a:xfrm>
            <a:off x="6608247" y="4107432"/>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34" name="Content Placeholder 23">
            <a:extLst>
              <a:ext uri="{FF2B5EF4-FFF2-40B4-BE49-F238E27FC236}">
                <a16:creationId xmlns:a16="http://schemas.microsoft.com/office/drawing/2014/main" id="{08250C8B-9AFE-1092-FA23-0BC051AE8E21}"/>
              </a:ext>
            </a:extLst>
          </p:cNvPr>
          <p:cNvSpPr>
            <a:spLocks noGrp="1"/>
          </p:cNvSpPr>
          <p:nvPr>
            <p:ph sz="quarter" idx="25" hasCustomPrompt="1"/>
          </p:nvPr>
        </p:nvSpPr>
        <p:spPr>
          <a:xfrm>
            <a:off x="4874396" y="886109"/>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35" name="Content Placeholder 23">
            <a:extLst>
              <a:ext uri="{FF2B5EF4-FFF2-40B4-BE49-F238E27FC236}">
                <a16:creationId xmlns:a16="http://schemas.microsoft.com/office/drawing/2014/main" id="{1A07EF63-2088-9EA0-EC20-98EE11B0CFED}"/>
              </a:ext>
            </a:extLst>
          </p:cNvPr>
          <p:cNvSpPr>
            <a:spLocks noGrp="1"/>
          </p:cNvSpPr>
          <p:nvPr>
            <p:ph sz="quarter" idx="26" hasCustomPrompt="1"/>
          </p:nvPr>
        </p:nvSpPr>
        <p:spPr>
          <a:xfrm>
            <a:off x="4874396" y="1413126"/>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36" name="Content Placeholder 23">
            <a:extLst>
              <a:ext uri="{FF2B5EF4-FFF2-40B4-BE49-F238E27FC236}">
                <a16:creationId xmlns:a16="http://schemas.microsoft.com/office/drawing/2014/main" id="{AF0DA902-6068-5700-F6EE-56565C11B296}"/>
              </a:ext>
            </a:extLst>
          </p:cNvPr>
          <p:cNvSpPr>
            <a:spLocks noGrp="1"/>
          </p:cNvSpPr>
          <p:nvPr>
            <p:ph sz="quarter" idx="27" hasCustomPrompt="1"/>
          </p:nvPr>
        </p:nvSpPr>
        <p:spPr>
          <a:xfrm>
            <a:off x="4874396" y="1940143"/>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37" name="Content Placeholder 23">
            <a:extLst>
              <a:ext uri="{FF2B5EF4-FFF2-40B4-BE49-F238E27FC236}">
                <a16:creationId xmlns:a16="http://schemas.microsoft.com/office/drawing/2014/main" id="{25E03AE6-16F6-41CA-0E00-924F69DF4912}"/>
              </a:ext>
            </a:extLst>
          </p:cNvPr>
          <p:cNvSpPr>
            <a:spLocks noGrp="1"/>
          </p:cNvSpPr>
          <p:nvPr>
            <p:ph sz="quarter" idx="28" hasCustomPrompt="1"/>
          </p:nvPr>
        </p:nvSpPr>
        <p:spPr>
          <a:xfrm>
            <a:off x="4874396" y="2467160"/>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38" name="Content Placeholder 23">
            <a:extLst>
              <a:ext uri="{FF2B5EF4-FFF2-40B4-BE49-F238E27FC236}">
                <a16:creationId xmlns:a16="http://schemas.microsoft.com/office/drawing/2014/main" id="{E72DCAC9-8695-0F0F-0D5B-3F8B3EE820E7}"/>
              </a:ext>
            </a:extLst>
          </p:cNvPr>
          <p:cNvSpPr>
            <a:spLocks noGrp="1"/>
          </p:cNvSpPr>
          <p:nvPr>
            <p:ph sz="quarter" idx="29" hasCustomPrompt="1"/>
          </p:nvPr>
        </p:nvSpPr>
        <p:spPr>
          <a:xfrm>
            <a:off x="4874396" y="2994177"/>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39" name="Content Placeholder 23">
            <a:extLst>
              <a:ext uri="{FF2B5EF4-FFF2-40B4-BE49-F238E27FC236}">
                <a16:creationId xmlns:a16="http://schemas.microsoft.com/office/drawing/2014/main" id="{CD4018D4-B3F4-77F3-C060-FFB77DE5F9AB}"/>
              </a:ext>
            </a:extLst>
          </p:cNvPr>
          <p:cNvSpPr>
            <a:spLocks noGrp="1"/>
          </p:cNvSpPr>
          <p:nvPr>
            <p:ph sz="quarter" idx="30" hasCustomPrompt="1"/>
          </p:nvPr>
        </p:nvSpPr>
        <p:spPr>
          <a:xfrm>
            <a:off x="4874396" y="3521194"/>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40" name="Content Placeholder 23">
            <a:extLst>
              <a:ext uri="{FF2B5EF4-FFF2-40B4-BE49-F238E27FC236}">
                <a16:creationId xmlns:a16="http://schemas.microsoft.com/office/drawing/2014/main" id="{5129D140-6B35-93B9-ECFD-9DD38DF9C9EE}"/>
              </a:ext>
            </a:extLst>
          </p:cNvPr>
          <p:cNvSpPr>
            <a:spLocks noGrp="1"/>
          </p:cNvSpPr>
          <p:nvPr>
            <p:ph sz="quarter" idx="31" hasCustomPrompt="1"/>
          </p:nvPr>
        </p:nvSpPr>
        <p:spPr>
          <a:xfrm>
            <a:off x="4874396" y="4048211"/>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41" name="Content Placeholder 23">
            <a:extLst>
              <a:ext uri="{FF2B5EF4-FFF2-40B4-BE49-F238E27FC236}">
                <a16:creationId xmlns:a16="http://schemas.microsoft.com/office/drawing/2014/main" id="{D484B4F0-E152-286D-3449-ED986EF2A5C3}"/>
              </a:ext>
            </a:extLst>
          </p:cNvPr>
          <p:cNvSpPr>
            <a:spLocks noGrp="1"/>
          </p:cNvSpPr>
          <p:nvPr>
            <p:ph sz="quarter" idx="32" hasCustomPrompt="1"/>
          </p:nvPr>
        </p:nvSpPr>
        <p:spPr>
          <a:xfrm>
            <a:off x="4874396" y="4575228"/>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47" name="Text Placeholder 2">
            <a:extLst>
              <a:ext uri="{FF2B5EF4-FFF2-40B4-BE49-F238E27FC236}">
                <a16:creationId xmlns:a16="http://schemas.microsoft.com/office/drawing/2014/main" id="{A6AEDD94-6081-10CA-C570-ECAD1902B72C}"/>
              </a:ext>
            </a:extLst>
          </p:cNvPr>
          <p:cNvSpPr>
            <a:spLocks noGrp="1"/>
          </p:cNvSpPr>
          <p:nvPr>
            <p:ph type="body" sz="quarter" idx="33" hasCustomPrompt="1"/>
          </p:nvPr>
        </p:nvSpPr>
        <p:spPr>
          <a:xfrm>
            <a:off x="6608247" y="5160817"/>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48" name="Content Placeholder 23">
            <a:extLst>
              <a:ext uri="{FF2B5EF4-FFF2-40B4-BE49-F238E27FC236}">
                <a16:creationId xmlns:a16="http://schemas.microsoft.com/office/drawing/2014/main" id="{E586D051-24CF-3ACC-52EE-567998A60C9B}"/>
              </a:ext>
            </a:extLst>
          </p:cNvPr>
          <p:cNvSpPr>
            <a:spLocks noGrp="1"/>
          </p:cNvSpPr>
          <p:nvPr>
            <p:ph sz="quarter" idx="34" hasCustomPrompt="1"/>
          </p:nvPr>
        </p:nvSpPr>
        <p:spPr>
          <a:xfrm>
            <a:off x="4874396" y="5102245"/>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Tree>
    <p:extLst>
      <p:ext uri="{BB962C8B-B14F-4D97-AF65-F5344CB8AC3E}">
        <p14:creationId xmlns:p14="http://schemas.microsoft.com/office/powerpoint/2010/main" val="3990072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Full Margi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CD0B-E043-57DD-198E-A4CFB624345D}"/>
              </a:ext>
            </a:extLst>
          </p:cNvPr>
          <p:cNvSpPr>
            <a:spLocks noGrp="1"/>
          </p:cNvSpPr>
          <p:nvPr>
            <p:ph type="title" hasCustomPrompt="1"/>
          </p:nvPr>
        </p:nvSpPr>
        <p:spPr/>
        <p:txBody>
          <a:bodyPr/>
          <a:lstStyle/>
          <a:p>
            <a:r>
              <a:rPr lang="en-US"/>
              <a:t>Click to Edit Title</a:t>
            </a:r>
          </a:p>
        </p:txBody>
      </p:sp>
      <p:sp>
        <p:nvSpPr>
          <p:cNvPr id="4" name="Content Placeholder 3">
            <a:extLst>
              <a:ext uri="{FF2B5EF4-FFF2-40B4-BE49-F238E27FC236}">
                <a16:creationId xmlns:a16="http://schemas.microsoft.com/office/drawing/2014/main" id="{FB3CAA8F-9897-3EA9-A04B-2572C12CC583}"/>
              </a:ext>
            </a:extLst>
          </p:cNvPr>
          <p:cNvSpPr>
            <a:spLocks noGrp="1"/>
          </p:cNvSpPr>
          <p:nvPr>
            <p:ph sz="quarter" idx="10"/>
          </p:nvPr>
        </p:nvSpPr>
        <p:spPr>
          <a:xfrm>
            <a:off x="723900" y="1630016"/>
            <a:ext cx="10728325" cy="442982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3950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 Intro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CD0B-E043-57DD-198E-A4CFB624345D}"/>
              </a:ext>
            </a:extLst>
          </p:cNvPr>
          <p:cNvSpPr>
            <a:spLocks noGrp="1"/>
          </p:cNvSpPr>
          <p:nvPr>
            <p:ph type="title" hasCustomPrompt="1"/>
          </p:nvPr>
        </p:nvSpPr>
        <p:spPr/>
        <p:txBody>
          <a:bodyPr>
            <a:noAutofit/>
          </a:bodyPr>
          <a:lstStyle/>
          <a:p>
            <a:r>
              <a:rPr lang="en-US"/>
              <a:t>Click to Edit Title</a:t>
            </a:r>
          </a:p>
        </p:txBody>
      </p:sp>
      <p:sp>
        <p:nvSpPr>
          <p:cNvPr id="4" name="Content Placeholder 3">
            <a:extLst>
              <a:ext uri="{FF2B5EF4-FFF2-40B4-BE49-F238E27FC236}">
                <a16:creationId xmlns:a16="http://schemas.microsoft.com/office/drawing/2014/main" id="{FB3CAA8F-9897-3EA9-A04B-2572C12CC583}"/>
              </a:ext>
            </a:extLst>
          </p:cNvPr>
          <p:cNvSpPr>
            <a:spLocks noGrp="1"/>
          </p:cNvSpPr>
          <p:nvPr>
            <p:ph sz="quarter" idx="10"/>
          </p:nvPr>
        </p:nvSpPr>
        <p:spPr>
          <a:xfrm>
            <a:off x="723900" y="2491410"/>
            <a:ext cx="10744202" cy="3568428"/>
          </a:xfrm>
          <a:prstGeom prst="rect">
            <a:avLst/>
          </a:prstGeom>
        </p:spPr>
        <p:txBody>
          <a:bodyPr lIns="201168">
            <a:noAutofit/>
          </a:bodyPr>
          <a:lstStyle>
            <a:lvl1pPr>
              <a:defRPr sz="2000" baseline="0"/>
            </a:lvl1pPr>
            <a:lvl2pPr>
              <a:defRPr baseline="0"/>
            </a:lvl2pPr>
            <a:lvl3pPr>
              <a:defRPr baseline="0"/>
            </a:lvl3pPr>
            <a:lvl4pPr>
              <a:defRPr baseline="0"/>
            </a:lvl4pPr>
            <a:lvl5pPr>
              <a:defRPr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a:extLst>
              <a:ext uri="{FF2B5EF4-FFF2-40B4-BE49-F238E27FC236}">
                <a16:creationId xmlns:a16="http://schemas.microsoft.com/office/drawing/2014/main" id="{EF58F209-44F8-1944-A5D9-0DE8BAAC22F6}"/>
              </a:ext>
            </a:extLst>
          </p:cNvPr>
          <p:cNvSpPr>
            <a:spLocks noGrp="1"/>
          </p:cNvSpPr>
          <p:nvPr>
            <p:ph type="body" sz="quarter" idx="12" hasCustomPrompt="1"/>
          </p:nvPr>
        </p:nvSpPr>
        <p:spPr>
          <a:xfrm>
            <a:off x="722376" y="1630016"/>
            <a:ext cx="10745726" cy="725725"/>
          </a:xfrm>
          <a:prstGeom prst="rect">
            <a:avLst/>
          </a:prstGeom>
        </p:spPr>
        <p:txBody>
          <a:bodyPr lIns="201168" tIns="0">
            <a:noAutofit/>
          </a:bodyPr>
          <a:lstStyle>
            <a:lvl1pPr>
              <a:lnSpc>
                <a:spcPts val="2800"/>
              </a:lnSpc>
              <a:spcBef>
                <a:spcPts val="0"/>
              </a:spcBef>
              <a:spcAft>
                <a:spcPts val="0"/>
              </a:spcAft>
              <a:defRPr sz="2000" b="1" i="0">
                <a:latin typeface="Avenir Heavy" panose="02000503020000020003" pitchFamily="2" charset="0"/>
              </a:defRPr>
            </a:lvl1pPr>
          </a:lstStyle>
          <a:p>
            <a:pPr lvl="0"/>
            <a:r>
              <a:rPr lang="en-US"/>
              <a:t>Click to edit subtitle</a:t>
            </a:r>
          </a:p>
        </p:txBody>
      </p:sp>
    </p:spTree>
    <p:extLst>
      <p:ext uri="{BB962C8B-B14F-4D97-AF65-F5344CB8AC3E}">
        <p14:creationId xmlns:p14="http://schemas.microsoft.com/office/powerpoint/2010/main" val="10695670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CD0B-E043-57DD-198E-A4CFB624345D}"/>
              </a:ext>
            </a:extLst>
          </p:cNvPr>
          <p:cNvSpPr>
            <a:spLocks noGrp="1"/>
          </p:cNvSpPr>
          <p:nvPr>
            <p:ph type="title" hasCustomPrompt="1"/>
          </p:nvPr>
        </p:nvSpPr>
        <p:spPr/>
        <p:txBody>
          <a:bodyPr>
            <a:noAutofit/>
          </a:bodyPr>
          <a:lstStyle/>
          <a:p>
            <a:r>
              <a:rPr lang="en-US"/>
              <a:t>Click to Edit Title</a:t>
            </a:r>
          </a:p>
        </p:txBody>
      </p:sp>
      <p:sp>
        <p:nvSpPr>
          <p:cNvPr id="4" name="Content Placeholder 3">
            <a:extLst>
              <a:ext uri="{FF2B5EF4-FFF2-40B4-BE49-F238E27FC236}">
                <a16:creationId xmlns:a16="http://schemas.microsoft.com/office/drawing/2014/main" id="{FB3CAA8F-9897-3EA9-A04B-2572C12CC583}"/>
              </a:ext>
            </a:extLst>
          </p:cNvPr>
          <p:cNvSpPr>
            <a:spLocks noGrp="1"/>
          </p:cNvSpPr>
          <p:nvPr>
            <p:ph sz="quarter" idx="10" hasCustomPrompt="1"/>
          </p:nvPr>
        </p:nvSpPr>
        <p:spPr>
          <a:xfrm>
            <a:off x="723900" y="1630017"/>
            <a:ext cx="5189878" cy="4439479"/>
          </a:xfrm>
          <a:prstGeom prst="rect">
            <a:avLst/>
          </a:prstGeom>
        </p:spPr>
        <p:txBody>
          <a:bodyPr lIns="228600">
            <a:noAutofit/>
          </a:bodyPr>
          <a:lstStyle/>
          <a:p>
            <a:pPr lvl="0"/>
            <a:r>
              <a:rPr lang="en-US"/>
              <a:t>Click to edit first level</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842E74B6-B0B7-8C8C-6E21-66BE8A1FD403}"/>
              </a:ext>
            </a:extLst>
          </p:cNvPr>
          <p:cNvSpPr>
            <a:spLocks noGrp="1"/>
          </p:cNvSpPr>
          <p:nvPr>
            <p:ph sz="quarter" idx="11" hasCustomPrompt="1"/>
          </p:nvPr>
        </p:nvSpPr>
        <p:spPr>
          <a:xfrm>
            <a:off x="6278224" y="1630017"/>
            <a:ext cx="5189878" cy="4439479"/>
          </a:xfrm>
          <a:prstGeom prst="rect">
            <a:avLst/>
          </a:prstGeom>
        </p:spPr>
        <p:txBody>
          <a:bodyPr lIns="228600">
            <a:noAutofit/>
          </a:bodyPr>
          <a:lstStyle/>
          <a:p>
            <a:pPr lvl="0"/>
            <a:r>
              <a:rPr lang="en-US"/>
              <a:t>Click to edit first level</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007197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Column +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CD0B-E043-57DD-198E-A4CFB624345D}"/>
              </a:ext>
            </a:extLst>
          </p:cNvPr>
          <p:cNvSpPr>
            <a:spLocks noGrp="1"/>
          </p:cNvSpPr>
          <p:nvPr>
            <p:ph type="title" hasCustomPrompt="1"/>
          </p:nvPr>
        </p:nvSpPr>
        <p:spPr>
          <a:xfrm>
            <a:off x="724427" y="447124"/>
            <a:ext cx="5189352" cy="1051687"/>
          </a:xfrm>
        </p:spPr>
        <p:txBody>
          <a:bodyPr/>
          <a:lstStyle/>
          <a:p>
            <a:r>
              <a:rPr lang="en-US"/>
              <a:t>Click to Edit Title</a:t>
            </a:r>
          </a:p>
        </p:txBody>
      </p:sp>
      <p:sp>
        <p:nvSpPr>
          <p:cNvPr id="4" name="Content Placeholder 3">
            <a:extLst>
              <a:ext uri="{FF2B5EF4-FFF2-40B4-BE49-F238E27FC236}">
                <a16:creationId xmlns:a16="http://schemas.microsoft.com/office/drawing/2014/main" id="{FB3CAA8F-9897-3EA9-A04B-2572C12CC583}"/>
              </a:ext>
            </a:extLst>
          </p:cNvPr>
          <p:cNvSpPr>
            <a:spLocks noGrp="1"/>
          </p:cNvSpPr>
          <p:nvPr>
            <p:ph sz="quarter" idx="10" hasCustomPrompt="1"/>
          </p:nvPr>
        </p:nvSpPr>
        <p:spPr>
          <a:xfrm>
            <a:off x="723900" y="1630017"/>
            <a:ext cx="5189878" cy="4439479"/>
          </a:xfrm>
          <a:prstGeom prst="rect">
            <a:avLst/>
          </a:prstGeom>
        </p:spPr>
        <p:txBody>
          <a:bodyPr lIns="228600"/>
          <a:lstStyle>
            <a:lvl1pPr marL="0" marR="0" indent="0" algn="l" defTabSz="529849" rtl="0" eaLnBrk="1" fontAlgn="auto" latinLnBrk="0" hangingPunct="1">
              <a:lnSpc>
                <a:spcPct val="148000"/>
              </a:lnSpc>
              <a:spcBef>
                <a:spcPts val="100"/>
              </a:spcBef>
              <a:spcAft>
                <a:spcPts val="600"/>
              </a:spcAft>
              <a:buClr>
                <a:schemeClr val="accent2"/>
              </a:buClr>
              <a:buSzTx/>
              <a:buFont typeface="Arial" panose="020B0604020202020204" pitchFamily="34" charset="0"/>
              <a:buNone/>
              <a:tabLst/>
              <a:defRPr/>
            </a:lvl1pPr>
          </a:lstStyle>
          <a:p>
            <a:pPr marL="0" marR="0" lvl="0" indent="0" algn="l" defTabSz="529849" rtl="0" eaLnBrk="1" fontAlgn="auto" latinLnBrk="0" hangingPunct="1">
              <a:lnSpc>
                <a:spcPct val="148000"/>
              </a:lnSpc>
              <a:spcBef>
                <a:spcPts val="100"/>
              </a:spcBef>
              <a:spcAft>
                <a:spcPts val="600"/>
              </a:spcAft>
              <a:buClr>
                <a:schemeClr val="accent2"/>
              </a:buClr>
              <a:buSzTx/>
              <a:buFont typeface="Arial" panose="020B0604020202020204" pitchFamily="34" charset="0"/>
              <a:buNone/>
              <a:tabLst/>
              <a:defRPr/>
            </a:pPr>
            <a:r>
              <a:rPr lang="en-US"/>
              <a:t>Click to edit first level</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0C3FA70A-CDF4-85BB-A9DC-F04D72134D04}"/>
              </a:ext>
            </a:extLst>
          </p:cNvPr>
          <p:cNvSpPr>
            <a:spLocks noGrp="1"/>
          </p:cNvSpPr>
          <p:nvPr>
            <p:ph type="pic" sz="quarter" idx="11"/>
          </p:nvPr>
        </p:nvSpPr>
        <p:spPr>
          <a:xfrm>
            <a:off x="6197600" y="0"/>
            <a:ext cx="5994400" cy="6858000"/>
          </a:xfrm>
        </p:spPr>
        <p:txBody>
          <a:bodyPr/>
          <a:lstStyle/>
          <a:p>
            <a:r>
              <a:rPr lang="en-US"/>
              <a:t>Click icon to add picture</a:t>
            </a:r>
          </a:p>
        </p:txBody>
      </p:sp>
    </p:spTree>
    <p:extLst>
      <p:ext uri="{BB962C8B-B14F-4D97-AF65-F5344CB8AC3E}">
        <p14:creationId xmlns:p14="http://schemas.microsoft.com/office/powerpoint/2010/main" val="16109693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CD0B-E043-57DD-198E-A4CFB624345D}"/>
              </a:ext>
            </a:extLst>
          </p:cNvPr>
          <p:cNvSpPr>
            <a:spLocks noGrp="1"/>
          </p:cNvSpPr>
          <p:nvPr>
            <p:ph type="title" hasCustomPrompt="1"/>
          </p:nvPr>
        </p:nvSpPr>
        <p:spPr/>
        <p:txBody>
          <a:bodyPr>
            <a:noAutofit/>
          </a:bodyPr>
          <a:lstStyle/>
          <a:p>
            <a:r>
              <a:rPr lang="en-US"/>
              <a:t>Click to Edit Title</a:t>
            </a:r>
          </a:p>
        </p:txBody>
      </p:sp>
      <p:sp>
        <p:nvSpPr>
          <p:cNvPr id="4" name="Content Placeholder 3">
            <a:extLst>
              <a:ext uri="{FF2B5EF4-FFF2-40B4-BE49-F238E27FC236}">
                <a16:creationId xmlns:a16="http://schemas.microsoft.com/office/drawing/2014/main" id="{FB3CAA8F-9897-3EA9-A04B-2572C12CC583}"/>
              </a:ext>
            </a:extLst>
          </p:cNvPr>
          <p:cNvSpPr>
            <a:spLocks noGrp="1"/>
          </p:cNvSpPr>
          <p:nvPr>
            <p:ph sz="quarter" idx="10"/>
          </p:nvPr>
        </p:nvSpPr>
        <p:spPr>
          <a:xfrm>
            <a:off x="723900" y="2491410"/>
            <a:ext cx="5189878" cy="3568428"/>
          </a:xfrm>
          <a:prstGeom prst="rect">
            <a:avLst/>
          </a:prstGeom>
        </p:spPr>
        <p:txBody>
          <a:bodyPr lIns="201168">
            <a:noAutofit/>
          </a:bodyPr>
          <a:lstStyle>
            <a:lvl1pPr>
              <a:defRPr sz="2200" baseline="0"/>
            </a:lvl1pPr>
            <a:lvl2pPr>
              <a:defRPr baseline="0"/>
            </a:lvl2pPr>
            <a:lvl3pPr>
              <a:defRPr baseline="0"/>
            </a:lvl3pPr>
            <a:lvl4pPr>
              <a:defRPr baseline="0"/>
            </a:lvl4pPr>
            <a:lvl5pPr>
              <a:defRPr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842E74B6-B0B7-8C8C-6E21-66BE8A1FD403}"/>
              </a:ext>
            </a:extLst>
          </p:cNvPr>
          <p:cNvSpPr>
            <a:spLocks noGrp="1"/>
          </p:cNvSpPr>
          <p:nvPr>
            <p:ph sz="quarter" idx="11"/>
          </p:nvPr>
        </p:nvSpPr>
        <p:spPr>
          <a:xfrm>
            <a:off x="6278224" y="2491410"/>
            <a:ext cx="5189878" cy="3568428"/>
          </a:xfrm>
          <a:prstGeom prst="rect">
            <a:avLst/>
          </a:prstGeom>
        </p:spPr>
        <p:txBody>
          <a:bodyPr lIns="201168">
            <a:noAutofit/>
          </a:bodyPr>
          <a:lstStyle>
            <a:lvl1pPr>
              <a:defRPr sz="2200" baseline="0"/>
            </a:lvl1pPr>
            <a:lvl2pPr>
              <a:defRPr baseline="0"/>
            </a:lvl2pPr>
            <a:lvl3pPr>
              <a:defRPr baseline="0"/>
            </a:lvl3pPr>
            <a:lvl4pPr>
              <a:defRPr baseline="0"/>
            </a:lvl4pPr>
            <a:lvl5pPr>
              <a:defRPr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a:extLst>
              <a:ext uri="{FF2B5EF4-FFF2-40B4-BE49-F238E27FC236}">
                <a16:creationId xmlns:a16="http://schemas.microsoft.com/office/drawing/2014/main" id="{EF58F209-44F8-1944-A5D9-0DE8BAAC22F6}"/>
              </a:ext>
            </a:extLst>
          </p:cNvPr>
          <p:cNvSpPr>
            <a:spLocks noGrp="1"/>
          </p:cNvSpPr>
          <p:nvPr>
            <p:ph type="body" sz="quarter" idx="12" hasCustomPrompt="1"/>
          </p:nvPr>
        </p:nvSpPr>
        <p:spPr>
          <a:xfrm>
            <a:off x="722376" y="1630017"/>
            <a:ext cx="5189538" cy="621792"/>
          </a:xfrm>
          <a:prstGeom prst="rect">
            <a:avLst/>
          </a:prstGeom>
        </p:spPr>
        <p:txBody>
          <a:bodyPr lIns="201168" tIns="0">
            <a:noAutofit/>
          </a:bodyPr>
          <a:lstStyle>
            <a:lvl1pPr>
              <a:lnSpc>
                <a:spcPts val="2800"/>
              </a:lnSpc>
              <a:spcBef>
                <a:spcPts val="0"/>
              </a:spcBef>
              <a:spcAft>
                <a:spcPts val="0"/>
              </a:spcAft>
              <a:defRPr sz="2200" b="1" i="0" baseline="0">
                <a:latin typeface="Avenir Heavy" panose="02000503020000020003" pitchFamily="2" charset="0"/>
              </a:defRPr>
            </a:lvl1pPr>
          </a:lstStyle>
          <a:p>
            <a:pPr lvl="0"/>
            <a:r>
              <a:rPr lang="en-US"/>
              <a:t>Click to edit column intro</a:t>
            </a:r>
          </a:p>
        </p:txBody>
      </p:sp>
      <p:sp>
        <p:nvSpPr>
          <p:cNvPr id="11" name="Text Placeholder 10">
            <a:extLst>
              <a:ext uri="{FF2B5EF4-FFF2-40B4-BE49-F238E27FC236}">
                <a16:creationId xmlns:a16="http://schemas.microsoft.com/office/drawing/2014/main" id="{ECDC26AF-0857-143E-9DFD-3C8E94B70437}"/>
              </a:ext>
            </a:extLst>
          </p:cNvPr>
          <p:cNvSpPr>
            <a:spLocks noGrp="1"/>
          </p:cNvSpPr>
          <p:nvPr>
            <p:ph type="body" sz="quarter" idx="13" hasCustomPrompt="1"/>
          </p:nvPr>
        </p:nvSpPr>
        <p:spPr>
          <a:xfrm>
            <a:off x="6278564" y="1622425"/>
            <a:ext cx="5193792" cy="621792"/>
          </a:xfrm>
          <a:prstGeom prst="rect">
            <a:avLst/>
          </a:prstGeom>
        </p:spPr>
        <p:txBody>
          <a:bodyPr vert="horz" lIns="201168" tIns="0" rIns="91440" bIns="45720" rtlCol="0">
            <a:noAutofit/>
          </a:bodyPr>
          <a:lstStyle>
            <a:lvl1pPr marL="0" indent="0" algn="l" defTabSz="529849" rtl="0" eaLnBrk="1" latinLnBrk="0" hangingPunct="1">
              <a:lnSpc>
                <a:spcPts val="2800"/>
              </a:lnSpc>
              <a:spcBef>
                <a:spcPts val="0"/>
              </a:spcBef>
              <a:spcAft>
                <a:spcPts val="0"/>
              </a:spcAft>
              <a:buClr>
                <a:schemeClr val="accent2"/>
              </a:buClr>
              <a:buFont typeface="Arial" panose="020B0604020202020204" pitchFamily="34" charset="0"/>
              <a:buNone/>
              <a:defRPr lang="en-US" sz="2200" b="1" i="0" kern="1200" baseline="0" dirty="0">
                <a:solidFill>
                  <a:schemeClr val="tx1"/>
                </a:solidFill>
                <a:latin typeface="Avenir Heavy" panose="02000503020000020003" pitchFamily="2" charset="0"/>
                <a:ea typeface="+mn-ea"/>
                <a:cs typeface="Arial"/>
              </a:defRPr>
            </a:lvl1pPr>
          </a:lstStyle>
          <a:p>
            <a:pPr marL="0" lvl="0" indent="0" algn="l" defTabSz="529849" rtl="0" eaLnBrk="1" latinLnBrk="0" hangingPunct="1">
              <a:lnSpc>
                <a:spcPts val="2800"/>
              </a:lnSpc>
              <a:spcBef>
                <a:spcPts val="0"/>
              </a:spcBef>
              <a:spcAft>
                <a:spcPts val="0"/>
              </a:spcAft>
              <a:buClr>
                <a:schemeClr val="accent2"/>
              </a:buClr>
              <a:buFont typeface="Arial" panose="020B0604020202020204" pitchFamily="34" charset="0"/>
              <a:buNone/>
            </a:pPr>
            <a:r>
              <a:rPr lang="en-US"/>
              <a:t>Click to edit column intro</a:t>
            </a:r>
          </a:p>
        </p:txBody>
      </p:sp>
    </p:spTree>
    <p:extLst>
      <p:ext uri="{BB962C8B-B14F-4D97-AF65-F5344CB8AC3E}">
        <p14:creationId xmlns:p14="http://schemas.microsoft.com/office/powerpoint/2010/main" val="40942718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cxnSp>
        <p:nvCxnSpPr>
          <p:cNvPr id="7" name="Straight Connector 6">
            <a:extLst>
              <a:ext uri="{FF2B5EF4-FFF2-40B4-BE49-F238E27FC236}">
                <a16:creationId xmlns:a16="http://schemas.microsoft.com/office/drawing/2014/main" id="{4F8E2DDF-5A93-3A8D-50CB-22D9B899DC27}"/>
              </a:ext>
            </a:extLst>
          </p:cNvPr>
          <p:cNvCxnSpPr>
            <a:cxnSpLocks/>
          </p:cNvCxnSpPr>
          <p:nvPr userDrawn="1"/>
        </p:nvCxnSpPr>
        <p:spPr>
          <a:xfrm>
            <a:off x="724421" y="1508912"/>
            <a:ext cx="10730366" cy="0"/>
          </a:xfrm>
          <a:prstGeom prst="line">
            <a:avLst/>
          </a:prstGeom>
          <a:ln w="3175">
            <a:solidFill>
              <a:srgbClr val="706F7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17200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15054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Column Image">
    <p:spTree>
      <p:nvGrpSpPr>
        <p:cNvPr id="1" name=""/>
        <p:cNvGrpSpPr/>
        <p:nvPr/>
      </p:nvGrpSpPr>
      <p:grpSpPr>
        <a:xfrm>
          <a:off x="0" y="0"/>
          <a:ext cx="0" cy="0"/>
          <a:chOff x="0" y="0"/>
          <a:chExt cx="0" cy="0"/>
        </a:xfrm>
      </p:grpSpPr>
      <p:sp>
        <p:nvSpPr>
          <p:cNvPr id="2" name="Picture Placeholder 2"/>
          <p:cNvSpPr>
            <a:spLocks noGrp="1"/>
          </p:cNvSpPr>
          <p:nvPr>
            <p:ph type="pic" sz="quarter" idx="10"/>
          </p:nvPr>
        </p:nvSpPr>
        <p:spPr>
          <a:xfrm>
            <a:off x="8335619" y="1076183"/>
            <a:ext cx="3856383" cy="3807248"/>
          </a:xfrm>
          <a:prstGeom prst="rect">
            <a:avLst/>
          </a:prstGeom>
        </p:spPr>
        <p:txBody>
          <a:bodyPr/>
          <a:lstStyle/>
          <a:p>
            <a:r>
              <a:rPr lang="en-US"/>
              <a:t>Click icon to add picture</a:t>
            </a:r>
            <a:endParaRPr lang="id-ID"/>
          </a:p>
        </p:txBody>
      </p:sp>
      <p:sp>
        <p:nvSpPr>
          <p:cNvPr id="3" name="Picture Placeholder 2"/>
          <p:cNvSpPr>
            <a:spLocks noGrp="1"/>
          </p:cNvSpPr>
          <p:nvPr>
            <p:ph type="pic" sz="quarter" idx="11"/>
          </p:nvPr>
        </p:nvSpPr>
        <p:spPr>
          <a:xfrm>
            <a:off x="4" y="1076183"/>
            <a:ext cx="3935897" cy="3807248"/>
          </a:xfrm>
          <a:prstGeom prst="rect">
            <a:avLst/>
          </a:prstGeom>
        </p:spPr>
        <p:txBody>
          <a:bodyPr/>
          <a:lstStyle/>
          <a:p>
            <a:r>
              <a:rPr lang="en-US"/>
              <a:t>Click icon to add picture</a:t>
            </a:r>
            <a:endParaRPr lang="id-ID"/>
          </a:p>
        </p:txBody>
      </p:sp>
      <p:sp>
        <p:nvSpPr>
          <p:cNvPr id="4" name="Picture Placeholder 2"/>
          <p:cNvSpPr>
            <a:spLocks noGrp="1"/>
          </p:cNvSpPr>
          <p:nvPr>
            <p:ph type="pic" sz="quarter" idx="12"/>
          </p:nvPr>
        </p:nvSpPr>
        <p:spPr>
          <a:xfrm>
            <a:off x="4108174" y="1076183"/>
            <a:ext cx="4055164" cy="3807248"/>
          </a:xfrm>
          <a:prstGeom prst="rect">
            <a:avLst/>
          </a:prstGeom>
        </p:spPr>
        <p:txBody>
          <a:bodyPr/>
          <a:lstStyle/>
          <a:p>
            <a:r>
              <a:rPr lang="en-US"/>
              <a:t>Click icon to add picture</a:t>
            </a:r>
            <a:endParaRPr lang="id-ID"/>
          </a:p>
        </p:txBody>
      </p:sp>
      <p:sp>
        <p:nvSpPr>
          <p:cNvPr id="7" name="Title 1">
            <a:extLst>
              <a:ext uri="{FF2B5EF4-FFF2-40B4-BE49-F238E27FC236}">
                <a16:creationId xmlns:a16="http://schemas.microsoft.com/office/drawing/2014/main" id="{C21FE345-07CF-C480-9E48-D7AA049A470B}"/>
              </a:ext>
            </a:extLst>
          </p:cNvPr>
          <p:cNvSpPr>
            <a:spLocks noGrp="1"/>
          </p:cNvSpPr>
          <p:nvPr>
            <p:ph type="title" hasCustomPrompt="1"/>
          </p:nvPr>
        </p:nvSpPr>
        <p:spPr>
          <a:xfrm>
            <a:off x="724426" y="4892333"/>
            <a:ext cx="10751957" cy="1051687"/>
          </a:xfrm>
        </p:spPr>
        <p:txBody>
          <a:bodyPr/>
          <a:lstStyle/>
          <a:p>
            <a:r>
              <a:rPr lang="en-US"/>
              <a:t>Click to Edit Title</a:t>
            </a:r>
          </a:p>
        </p:txBody>
      </p:sp>
    </p:spTree>
    <p:extLst>
      <p:ext uri="{BB962C8B-B14F-4D97-AF65-F5344CB8AC3E}">
        <p14:creationId xmlns:p14="http://schemas.microsoft.com/office/powerpoint/2010/main" val="36464357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op Imag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724425" y="1090670"/>
            <a:ext cx="10725450" cy="3455801"/>
          </a:xfrm>
          <a:prstGeom prst="rect">
            <a:avLst/>
          </a:prstGeom>
        </p:spPr>
        <p:txBody>
          <a:bodyPr>
            <a:noAutofit/>
          </a:bodyPr>
          <a:lstStyle/>
          <a:p>
            <a:r>
              <a:rPr lang="en-US"/>
              <a:t>Click icon to add picture</a:t>
            </a:r>
          </a:p>
        </p:txBody>
      </p:sp>
      <p:sp>
        <p:nvSpPr>
          <p:cNvPr id="5" name="Title 21">
            <a:extLst>
              <a:ext uri="{FF2B5EF4-FFF2-40B4-BE49-F238E27FC236}">
                <a16:creationId xmlns:a16="http://schemas.microsoft.com/office/drawing/2014/main" id="{D89DDDC0-7044-0206-0041-814FB4CD0484}"/>
              </a:ext>
            </a:extLst>
          </p:cNvPr>
          <p:cNvSpPr>
            <a:spLocks noGrp="1"/>
          </p:cNvSpPr>
          <p:nvPr>
            <p:ph type="title" hasCustomPrompt="1"/>
          </p:nvPr>
        </p:nvSpPr>
        <p:spPr>
          <a:xfrm>
            <a:off x="724427" y="4892333"/>
            <a:ext cx="10725450" cy="1051687"/>
          </a:xfrm>
        </p:spPr>
        <p:txBody>
          <a:bodyPr>
            <a:noAutofit/>
          </a:bodyPr>
          <a:lstStyle>
            <a:lvl1pPr>
              <a:defRPr sz="2800" baseline="0"/>
            </a:lvl1pPr>
          </a:lstStyle>
          <a:p>
            <a:r>
              <a:rPr lang="en-US"/>
              <a:t>Click to Edit Title</a:t>
            </a:r>
          </a:p>
        </p:txBody>
      </p:sp>
    </p:spTree>
    <p:extLst>
      <p:ext uri="{BB962C8B-B14F-4D97-AF65-F5344CB8AC3E}">
        <p14:creationId xmlns:p14="http://schemas.microsoft.com/office/powerpoint/2010/main" val="41714430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ver_Back + Contact Inf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descr="Document Title"/>
          <p:cNvSpPr>
            <a:spLocks noGrp="1"/>
          </p:cNvSpPr>
          <p:nvPr>
            <p:ph type="ctrTitle" hasCustomPrompt="1"/>
          </p:nvPr>
        </p:nvSpPr>
        <p:spPr>
          <a:xfrm>
            <a:off x="1749999" y="1728409"/>
            <a:ext cx="6479601" cy="2387599"/>
          </a:xfrm>
        </p:spPr>
        <p:txBody>
          <a:bodyPr anchor="b">
            <a:noAutofit/>
          </a:bodyPr>
          <a:lstStyle>
            <a:lvl1pPr marL="411480" indent="-411480" algn="l">
              <a:lnSpc>
                <a:spcPct val="100000"/>
              </a:lnSpc>
              <a:spcBef>
                <a:spcPts val="600"/>
              </a:spcBef>
              <a:spcAft>
                <a:spcPts val="600"/>
              </a:spcAft>
              <a:buSzPct val="100000"/>
              <a:defRPr sz="4400" cap="none" baseline="0"/>
            </a:lvl1pPr>
          </a:lstStyle>
          <a:p>
            <a:r>
              <a:rPr lang="en-US"/>
              <a:t>Click to Edit Message</a:t>
            </a:r>
          </a:p>
        </p:txBody>
      </p:sp>
      <p:sp>
        <p:nvSpPr>
          <p:cNvPr id="4" name="Subtitle 2">
            <a:extLst>
              <a:ext uri="{FF2B5EF4-FFF2-40B4-BE49-F238E27FC236}">
                <a16:creationId xmlns:a16="http://schemas.microsoft.com/office/drawing/2014/main" id="{6B01209D-2F6A-571A-6F3B-00B31DEC6A49}"/>
              </a:ext>
            </a:extLst>
          </p:cNvPr>
          <p:cNvSpPr>
            <a:spLocks noGrp="1"/>
          </p:cNvSpPr>
          <p:nvPr>
            <p:ph type="subTitle" idx="1" hasCustomPrompt="1"/>
          </p:nvPr>
        </p:nvSpPr>
        <p:spPr>
          <a:xfrm>
            <a:off x="6294782" y="4952411"/>
            <a:ext cx="4664766" cy="344071"/>
          </a:xfrm>
          <a:prstGeom prst="rect">
            <a:avLst/>
          </a:prstGeom>
        </p:spPr>
        <p:txBody>
          <a:bodyPr lIns="411480">
            <a:noAutofit/>
          </a:bodyPr>
          <a:lstStyle>
            <a:lvl1pPr marL="0" indent="0" algn="l">
              <a:lnSpc>
                <a:spcPct val="100000"/>
              </a:lnSpc>
              <a:spcBef>
                <a:spcPts val="88"/>
              </a:spcBef>
              <a:spcAft>
                <a:spcPts val="529"/>
              </a:spcAft>
              <a:buNone/>
              <a:defRPr sz="1400" b="1" i="0" cap="all" spc="34" baseline="0">
                <a:solidFill>
                  <a:schemeClr val="accent6"/>
                </a:solidFill>
                <a:latin typeface="Avenir Heavy" panose="02000503020000020003" pitchFamily="2" charset="0"/>
              </a:defRPr>
            </a:lvl1pPr>
            <a:lvl2pPr marL="264925" indent="0" algn="ctr">
              <a:buNone/>
              <a:defRPr sz="1159"/>
            </a:lvl2pPr>
            <a:lvl3pPr marL="529849" indent="0" algn="ctr">
              <a:buNone/>
              <a:defRPr sz="1043"/>
            </a:lvl3pPr>
            <a:lvl4pPr marL="794774" indent="0" algn="ctr">
              <a:buNone/>
              <a:defRPr sz="927"/>
            </a:lvl4pPr>
            <a:lvl5pPr marL="1059700" indent="0" algn="ctr">
              <a:buNone/>
              <a:defRPr sz="927"/>
            </a:lvl5pPr>
            <a:lvl6pPr marL="1324624" indent="0" algn="ctr">
              <a:buNone/>
              <a:defRPr sz="927"/>
            </a:lvl6pPr>
            <a:lvl7pPr marL="1589549" indent="0" algn="ctr">
              <a:buNone/>
              <a:defRPr sz="927"/>
            </a:lvl7pPr>
            <a:lvl8pPr marL="1854474" indent="0" algn="ctr">
              <a:buNone/>
              <a:defRPr sz="927"/>
            </a:lvl8pPr>
            <a:lvl9pPr marL="2119399" indent="0" algn="ctr">
              <a:buNone/>
              <a:defRPr sz="927"/>
            </a:lvl9pPr>
          </a:lstStyle>
          <a:p>
            <a:r>
              <a:rPr lang="en-US"/>
              <a:t>Contact Name</a:t>
            </a:r>
          </a:p>
        </p:txBody>
      </p:sp>
      <p:sp>
        <p:nvSpPr>
          <p:cNvPr id="5" name="Text Placeholder 7">
            <a:extLst>
              <a:ext uri="{FF2B5EF4-FFF2-40B4-BE49-F238E27FC236}">
                <a16:creationId xmlns:a16="http://schemas.microsoft.com/office/drawing/2014/main" id="{C1F01649-406F-8EAF-4493-07106BD61A94}"/>
              </a:ext>
            </a:extLst>
          </p:cNvPr>
          <p:cNvSpPr>
            <a:spLocks noGrp="1"/>
          </p:cNvSpPr>
          <p:nvPr>
            <p:ph type="body" sz="quarter" idx="10" hasCustomPrompt="1"/>
          </p:nvPr>
        </p:nvSpPr>
        <p:spPr>
          <a:xfrm>
            <a:off x="6294782" y="5313349"/>
            <a:ext cx="4664766" cy="344071"/>
          </a:xfrm>
          <a:prstGeom prst="rect">
            <a:avLst/>
          </a:prstGeom>
        </p:spPr>
        <p:txBody>
          <a:bodyPr lIns="411480">
            <a:noAutofit/>
          </a:bodyPr>
          <a:lstStyle>
            <a:lvl1pPr marL="0" indent="0" algn="l" defTabSz="529849" rtl="0" eaLnBrk="1" latinLnBrk="0" hangingPunct="1">
              <a:lnSpc>
                <a:spcPct val="100000"/>
              </a:lnSpc>
              <a:spcBef>
                <a:spcPts val="88"/>
              </a:spcBef>
              <a:spcAft>
                <a:spcPts val="529"/>
              </a:spcAft>
              <a:buClr>
                <a:schemeClr val="accent2"/>
              </a:buClr>
              <a:buFont typeface="Arial" panose="020B0604020202020204" pitchFamily="34" charset="0"/>
              <a:buNone/>
              <a:defRPr lang="en-US" sz="1400" b="0" i="0" kern="1200" cap="none" spc="34" baseline="0" dirty="0">
                <a:solidFill>
                  <a:schemeClr val="accent6"/>
                </a:solidFill>
                <a:latin typeface="Avenir Book" panose="02000503020000020003" pitchFamily="2" charset="0"/>
                <a:ea typeface="+mn-ea"/>
                <a:cs typeface="Arial"/>
              </a:defRPr>
            </a:lvl1pPr>
          </a:lstStyle>
          <a:p>
            <a:pPr marL="0" lvl="0" indent="0" algn="l" defTabSz="529849" rtl="0" eaLnBrk="1" latinLnBrk="0" hangingPunct="1">
              <a:lnSpc>
                <a:spcPct val="100000"/>
              </a:lnSpc>
              <a:spcBef>
                <a:spcPts val="88"/>
              </a:spcBef>
              <a:spcAft>
                <a:spcPts val="529"/>
              </a:spcAft>
              <a:buClr>
                <a:schemeClr val="accent2"/>
              </a:buClr>
              <a:buFont typeface="Arial" panose="020B0604020202020204" pitchFamily="34" charset="0"/>
              <a:buNone/>
            </a:pPr>
            <a:r>
              <a:rPr lang="en-US"/>
              <a:t>(***) ***-****</a:t>
            </a:r>
          </a:p>
        </p:txBody>
      </p:sp>
      <p:sp>
        <p:nvSpPr>
          <p:cNvPr id="6" name="Text Placeholder 9">
            <a:extLst>
              <a:ext uri="{FF2B5EF4-FFF2-40B4-BE49-F238E27FC236}">
                <a16:creationId xmlns:a16="http://schemas.microsoft.com/office/drawing/2014/main" id="{E62AA295-2C94-98C5-CDC1-230C8A5DB459}"/>
              </a:ext>
            </a:extLst>
          </p:cNvPr>
          <p:cNvSpPr>
            <a:spLocks noGrp="1"/>
          </p:cNvSpPr>
          <p:nvPr>
            <p:ph type="body" sz="quarter" idx="11" hasCustomPrompt="1"/>
          </p:nvPr>
        </p:nvSpPr>
        <p:spPr>
          <a:xfrm>
            <a:off x="6294782" y="5684071"/>
            <a:ext cx="4664766" cy="344073"/>
          </a:xfrm>
          <a:prstGeom prst="rect">
            <a:avLst/>
          </a:prstGeom>
        </p:spPr>
        <p:txBody>
          <a:bodyPr lIns="411480">
            <a:noAutofit/>
          </a:bodyPr>
          <a:lstStyle>
            <a:lvl1pPr marL="0" indent="0" algn="l" defTabSz="529849" rtl="0" eaLnBrk="1" latinLnBrk="0" hangingPunct="1">
              <a:lnSpc>
                <a:spcPct val="100000"/>
              </a:lnSpc>
              <a:spcBef>
                <a:spcPts val="88"/>
              </a:spcBef>
              <a:spcAft>
                <a:spcPts val="529"/>
              </a:spcAft>
              <a:buClr>
                <a:schemeClr val="accent2"/>
              </a:buClr>
              <a:buFont typeface="Arial" panose="020B0604020202020204" pitchFamily="34" charset="0"/>
              <a:buNone/>
              <a:defRPr lang="en-US" sz="1400" b="0" i="0" kern="1200" cap="none" spc="34" baseline="0" dirty="0">
                <a:solidFill>
                  <a:schemeClr val="accent6"/>
                </a:solidFill>
                <a:latin typeface="Avenir Book" panose="02000503020000020003" pitchFamily="2" charset="0"/>
                <a:ea typeface="+mn-ea"/>
                <a:cs typeface="Arial"/>
              </a:defRPr>
            </a:lvl1pPr>
          </a:lstStyle>
          <a:p>
            <a:pPr lvl="0"/>
            <a:r>
              <a:rPr lang="en-US" err="1"/>
              <a:t>firstname.lastname@cyderes.com</a:t>
            </a:r>
            <a:endParaRPr lang="en-US"/>
          </a:p>
        </p:txBody>
      </p:sp>
      <p:sp>
        <p:nvSpPr>
          <p:cNvPr id="7" name="Rectangle 6">
            <a:extLst>
              <a:ext uri="{FF2B5EF4-FFF2-40B4-BE49-F238E27FC236}">
                <a16:creationId xmlns:a16="http://schemas.microsoft.com/office/drawing/2014/main" id="{DE01ABD5-C477-07E4-4BC9-82991B6844DE}"/>
              </a:ext>
            </a:extLst>
          </p:cNvPr>
          <p:cNvSpPr/>
          <p:nvPr userDrawn="1"/>
        </p:nvSpPr>
        <p:spPr>
          <a:xfrm>
            <a:off x="6193899" y="0"/>
            <a:ext cx="5257800" cy="91440"/>
          </a:xfrm>
          <a:prstGeom prst="rect">
            <a:avLst/>
          </a:prstGeom>
          <a:solidFill>
            <a:srgbClr val="E89C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7" b="0" i="0">
              <a:latin typeface="Avenir Book" panose="02000503020000020003" pitchFamily="2" charset="0"/>
            </a:endParaRPr>
          </a:p>
        </p:txBody>
      </p:sp>
    </p:spTree>
    <p:extLst>
      <p:ext uri="{BB962C8B-B14F-4D97-AF65-F5344CB8AC3E}">
        <p14:creationId xmlns:p14="http://schemas.microsoft.com/office/powerpoint/2010/main" val="12854376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_Title and Tex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36881" y="224688"/>
            <a:ext cx="8627111" cy="841248"/>
          </a:xfrm>
        </p:spPr>
        <p:txBody>
          <a:bodyPr/>
          <a:lstStyle>
            <a:lvl1pPr>
              <a:defRPr>
                <a:solidFill>
                  <a:schemeClr val="tx1"/>
                </a:solidFill>
              </a:defRPr>
            </a:lvl1pPr>
          </a:lstStyle>
          <a:p>
            <a:r>
              <a:rPr lang="en-US"/>
              <a:t>Click to edit Master title style</a:t>
            </a:r>
          </a:p>
        </p:txBody>
      </p:sp>
      <p:sp>
        <p:nvSpPr>
          <p:cNvPr id="3" name="Footer Placeholder 2"/>
          <p:cNvSpPr>
            <a:spLocks noGrp="1"/>
          </p:cNvSpPr>
          <p:nvPr>
            <p:ph type="ftr" sz="quarter" idx="10"/>
          </p:nvPr>
        </p:nvSpPr>
        <p:spPr/>
        <p:txBody>
          <a:bodyPr/>
          <a:lstStyle>
            <a:lvl1pPr>
              <a:defRPr>
                <a:solidFill>
                  <a:srgbClr val="868D95"/>
                </a:solidFill>
              </a:defRPr>
            </a:lvl1pPr>
          </a:lstStyle>
          <a:p>
            <a:r>
              <a:rPr lang="en-US"/>
              <a:t>Cyderes / © 2020 Cyderes Corporation</a:t>
            </a:r>
          </a:p>
        </p:txBody>
      </p:sp>
      <p:sp>
        <p:nvSpPr>
          <p:cNvPr id="4" name="Slide Number Placeholder 3"/>
          <p:cNvSpPr>
            <a:spLocks noGrp="1"/>
          </p:cNvSpPr>
          <p:nvPr>
            <p:ph type="sldNum" sz="quarter" idx="11"/>
          </p:nvPr>
        </p:nvSpPr>
        <p:spPr/>
        <p:txBody>
          <a:bodyPr/>
          <a:lstStyle>
            <a:lvl1pPr>
              <a:defRPr>
                <a:solidFill>
                  <a:srgbClr val="868D95"/>
                </a:solidFill>
              </a:defRPr>
            </a:lvl1pPr>
          </a:lstStyle>
          <a:p>
            <a:fld id="{59395FB3-9C97-154F-86B2-7E381B951268}" type="slidenum">
              <a:rPr lang="en-US" smtClean="0"/>
              <a:pPr/>
              <a:t>‹#›</a:t>
            </a:fld>
            <a:endParaRPr lang="en-US"/>
          </a:p>
        </p:txBody>
      </p:sp>
      <p:sp>
        <p:nvSpPr>
          <p:cNvPr id="8" name="Text Placeholder 7"/>
          <p:cNvSpPr>
            <a:spLocks noGrp="1"/>
          </p:cNvSpPr>
          <p:nvPr>
            <p:ph type="body" sz="quarter" idx="13"/>
          </p:nvPr>
        </p:nvSpPr>
        <p:spPr>
          <a:xfrm>
            <a:off x="260265" y="1808649"/>
            <a:ext cx="5583936" cy="4011168"/>
          </a:xfrm>
        </p:spPr>
        <p:txBody>
          <a:bodyPr/>
          <a:lstStyle>
            <a:lvl1pPr>
              <a:buClr>
                <a:schemeClr val="tx1"/>
              </a:buClr>
              <a:defRPr sz="1600">
                <a:solidFill>
                  <a:schemeClr val="tx1"/>
                </a:solidFill>
              </a:defRPr>
            </a:lvl1pPr>
            <a:lvl2pPr>
              <a:buClr>
                <a:schemeClr val="tx1"/>
              </a:buClr>
              <a:defRPr sz="1600">
                <a:solidFill>
                  <a:schemeClr val="tx1"/>
                </a:solidFill>
              </a:defRPr>
            </a:lvl2pPr>
            <a:lvl3pPr>
              <a:buClr>
                <a:schemeClr val="tx1"/>
              </a:buClr>
              <a:defRPr sz="1600">
                <a:solidFill>
                  <a:schemeClr val="tx1"/>
                </a:solidFill>
              </a:defRPr>
            </a:lvl3pPr>
            <a:lvl4pPr>
              <a:buClr>
                <a:schemeClr val="tx1"/>
              </a:buClr>
              <a:defRPr sz="1600">
                <a:solidFill>
                  <a:schemeClr val="tx1"/>
                </a:solidFill>
              </a:defRPr>
            </a:lvl4pPr>
            <a:lvl5pPr>
              <a:buClr>
                <a:schemeClr val="tx1"/>
              </a:buCl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a:extLst>
              <a:ext uri="{FF2B5EF4-FFF2-40B4-BE49-F238E27FC236}">
                <a16:creationId xmlns:a16="http://schemas.microsoft.com/office/drawing/2014/main" id="{AD811962-F144-D048-A060-3765C7193682}"/>
              </a:ext>
            </a:extLst>
          </p:cNvPr>
          <p:cNvSpPr>
            <a:spLocks noGrp="1"/>
          </p:cNvSpPr>
          <p:nvPr>
            <p:ph type="body" sz="quarter" idx="14" hasCustomPrompt="1"/>
          </p:nvPr>
        </p:nvSpPr>
        <p:spPr>
          <a:xfrm>
            <a:off x="6200700" y="1645999"/>
            <a:ext cx="5726673" cy="4168485"/>
          </a:xfrm>
        </p:spPr>
        <p:txBody>
          <a:bodyPr/>
          <a:lstStyle>
            <a:lvl1pPr marL="0" marR="0" indent="0" algn="l" defTabSz="1219170" rtl="0" eaLnBrk="1" fontAlgn="auto" latinLnBrk="0" hangingPunct="1">
              <a:lnSpc>
                <a:spcPct val="90000"/>
              </a:lnSpc>
              <a:spcBef>
                <a:spcPts val="1600"/>
              </a:spcBef>
              <a:spcAft>
                <a:spcPts val="0"/>
              </a:spcAft>
              <a:buClrTx/>
              <a:buSzTx/>
              <a:buFontTx/>
              <a:buNone/>
              <a:tabLst/>
              <a:defRPr sz="12800" b="0" i="0">
                <a:gradFill flip="none" rotWithShape="1">
                  <a:gsLst>
                    <a:gs pos="0">
                      <a:srgbClr val="0061FF"/>
                    </a:gs>
                    <a:gs pos="70000">
                      <a:srgbClr val="8A3FFC"/>
                    </a:gs>
                  </a:gsLst>
                  <a:lin ang="18000000" scaled="0"/>
                </a:gradFill>
                <a:latin typeface="IBM Plex Sans ExtraLight"/>
                <a:sym typeface="IBM Plex Sans ExtraLigh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marL="0" marR="0" lvl="0" indent="0" algn="l" defTabSz="1219170" rtl="0" eaLnBrk="1" fontAlgn="auto" latinLnBrk="0" hangingPunct="1">
              <a:lnSpc>
                <a:spcPct val="90000"/>
              </a:lnSpc>
              <a:spcBef>
                <a:spcPts val="1600"/>
              </a:spcBef>
              <a:spcAft>
                <a:spcPts val="0"/>
              </a:spcAft>
              <a:buClrTx/>
              <a:buSzTx/>
              <a:buFontTx/>
              <a:buNone/>
              <a:tabLst/>
              <a:defRPr sz="9600">
                <a:gradFill flip="none" rotWithShape="1">
                  <a:gsLst>
                    <a:gs pos="0">
                      <a:srgbClr val="0061FF"/>
                    </a:gs>
                    <a:gs pos="70000">
                      <a:srgbClr val="8A3FFC"/>
                    </a:gs>
                  </a:gsLst>
                  <a:lin ang="18000000" scaled="0"/>
                </a:gradFill>
                <a:latin typeface="IBM Plex Sans ExtraLight"/>
                <a:ea typeface="IBM Plex Sans ExtraLight"/>
                <a:cs typeface="IBM Plex Sans ExtraLight"/>
                <a:sym typeface="IBM Plex Sans ExtraLight"/>
              </a:defRPr>
            </a:pPr>
            <a:r>
              <a:rPr kumimoji="0" lang="en-US" sz="12800" b="0" i="0" u="none" strike="noStrike" kern="0" cap="none" spc="0" normalizeH="0" baseline="0" noProof="0">
                <a:ln>
                  <a:noFill/>
                </a:ln>
                <a:gradFill flip="none" rotWithShape="1">
                  <a:gsLst>
                    <a:gs pos="0">
                      <a:srgbClr val="0061FF"/>
                    </a:gs>
                    <a:gs pos="70000">
                      <a:srgbClr val="8A3FFC"/>
                    </a:gs>
                  </a:gsLst>
                  <a:lin ang="18000000" scaled="0"/>
                </a:gradFill>
                <a:effectLst/>
                <a:uLnTx/>
                <a:uFillTx/>
                <a:latin typeface="IBM Plex Sans ExtraLight"/>
                <a:sym typeface="IBM Plex Sans ExtraLight"/>
              </a:rPr>
              <a:t>Click to add text</a:t>
            </a:r>
          </a:p>
        </p:txBody>
      </p:sp>
    </p:spTree>
    <p:extLst>
      <p:ext uri="{BB962C8B-B14F-4D97-AF65-F5344CB8AC3E}">
        <p14:creationId xmlns:p14="http://schemas.microsoft.com/office/powerpoint/2010/main" val="1899966619"/>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lank_Dar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46626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_Dark">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B02B953E-664F-D780-3967-9D0548A5D28F}"/>
              </a:ext>
            </a:extLst>
          </p:cNvPr>
          <p:cNvSpPr>
            <a:spLocks noGrp="1"/>
          </p:cNvSpPr>
          <p:nvPr>
            <p:ph type="title" hasCustomPrompt="1"/>
          </p:nvPr>
        </p:nvSpPr>
        <p:spPr>
          <a:xfrm>
            <a:off x="724427" y="447124"/>
            <a:ext cx="10734084" cy="1051687"/>
          </a:xfrm>
        </p:spPr>
        <p:txBody>
          <a:bodyPr/>
          <a:lstStyle/>
          <a:p>
            <a:r>
              <a:rPr lang="en-US"/>
              <a:t>Click to Edit Title</a:t>
            </a:r>
          </a:p>
        </p:txBody>
      </p:sp>
      <p:sp>
        <p:nvSpPr>
          <p:cNvPr id="3" name="Text Placeholder 2">
            <a:extLst>
              <a:ext uri="{FF2B5EF4-FFF2-40B4-BE49-F238E27FC236}">
                <a16:creationId xmlns:a16="http://schemas.microsoft.com/office/drawing/2014/main" id="{0C6B0A88-8773-FAB4-D19A-8D4B6BAFE221}"/>
              </a:ext>
            </a:extLst>
          </p:cNvPr>
          <p:cNvSpPr>
            <a:spLocks noGrp="1"/>
          </p:cNvSpPr>
          <p:nvPr>
            <p:ph type="body" sz="quarter" idx="14" hasCustomPrompt="1"/>
          </p:nvPr>
        </p:nvSpPr>
        <p:spPr>
          <a:xfrm>
            <a:off x="8097079" y="4435919"/>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bg1"/>
                </a:solidFill>
                <a:latin typeface="Avenir Book" panose="02000503020000020003" pitchFamily="2" charset="0"/>
                <a:ea typeface="+mn-ea"/>
                <a:cs typeface="+mn-cs"/>
              </a:defRPr>
            </a:lvl1pPr>
          </a:lstStyle>
          <a:p>
            <a:pPr lvl="0"/>
            <a:r>
              <a:rPr lang="en-US"/>
              <a:t>Click to edit Agenda line item</a:t>
            </a:r>
          </a:p>
        </p:txBody>
      </p:sp>
      <p:sp>
        <p:nvSpPr>
          <p:cNvPr id="5" name="Text Placeholder 2">
            <a:extLst>
              <a:ext uri="{FF2B5EF4-FFF2-40B4-BE49-F238E27FC236}">
                <a16:creationId xmlns:a16="http://schemas.microsoft.com/office/drawing/2014/main" id="{65CBA3EC-8ACD-68A3-2E6E-2B896E781D78}"/>
              </a:ext>
            </a:extLst>
          </p:cNvPr>
          <p:cNvSpPr>
            <a:spLocks noGrp="1"/>
          </p:cNvSpPr>
          <p:nvPr>
            <p:ph type="body" sz="quarter" idx="15" hasCustomPrompt="1"/>
          </p:nvPr>
        </p:nvSpPr>
        <p:spPr>
          <a:xfrm>
            <a:off x="8097079" y="3909347"/>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bg1"/>
                </a:solidFill>
                <a:latin typeface="Avenir Book" panose="02000503020000020003" pitchFamily="2" charset="0"/>
                <a:ea typeface="+mn-ea"/>
                <a:cs typeface="+mn-cs"/>
              </a:defRPr>
            </a:lvl1pPr>
          </a:lstStyle>
          <a:p>
            <a:pPr lvl="0"/>
            <a:r>
              <a:rPr lang="en-US"/>
              <a:t>Click to edit Agenda line item</a:t>
            </a:r>
          </a:p>
        </p:txBody>
      </p:sp>
      <p:sp>
        <p:nvSpPr>
          <p:cNvPr id="6" name="Text Placeholder 2">
            <a:extLst>
              <a:ext uri="{FF2B5EF4-FFF2-40B4-BE49-F238E27FC236}">
                <a16:creationId xmlns:a16="http://schemas.microsoft.com/office/drawing/2014/main" id="{FAF0F53F-889A-721B-B1C9-CA59E61375E5}"/>
              </a:ext>
            </a:extLst>
          </p:cNvPr>
          <p:cNvSpPr>
            <a:spLocks noGrp="1"/>
          </p:cNvSpPr>
          <p:nvPr>
            <p:ph type="body" sz="quarter" idx="16" hasCustomPrompt="1"/>
          </p:nvPr>
        </p:nvSpPr>
        <p:spPr>
          <a:xfrm>
            <a:off x="8097079" y="3382775"/>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bg1"/>
                </a:solidFill>
                <a:latin typeface="Avenir Book" panose="02000503020000020003" pitchFamily="2" charset="0"/>
                <a:ea typeface="+mn-ea"/>
                <a:cs typeface="+mn-cs"/>
              </a:defRPr>
            </a:lvl1pPr>
          </a:lstStyle>
          <a:p>
            <a:pPr lvl="0"/>
            <a:r>
              <a:rPr lang="en-US"/>
              <a:t>Click to edit Agenda line item</a:t>
            </a:r>
          </a:p>
        </p:txBody>
      </p:sp>
      <p:sp>
        <p:nvSpPr>
          <p:cNvPr id="7" name="Text Placeholder 2">
            <a:extLst>
              <a:ext uri="{FF2B5EF4-FFF2-40B4-BE49-F238E27FC236}">
                <a16:creationId xmlns:a16="http://schemas.microsoft.com/office/drawing/2014/main" id="{3A54923A-D9AD-5C05-E439-508237F91EB1}"/>
              </a:ext>
            </a:extLst>
          </p:cNvPr>
          <p:cNvSpPr>
            <a:spLocks noGrp="1"/>
          </p:cNvSpPr>
          <p:nvPr>
            <p:ph type="body" sz="quarter" idx="12" hasCustomPrompt="1"/>
          </p:nvPr>
        </p:nvSpPr>
        <p:spPr>
          <a:xfrm>
            <a:off x="8097079" y="2856203"/>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bg1"/>
                </a:solidFill>
                <a:latin typeface="Avenir Book" panose="02000503020000020003" pitchFamily="2" charset="0"/>
                <a:ea typeface="+mn-ea"/>
                <a:cs typeface="+mn-cs"/>
              </a:defRPr>
            </a:lvl1pPr>
          </a:lstStyle>
          <a:p>
            <a:pPr lvl="0"/>
            <a:r>
              <a:rPr lang="en-US"/>
              <a:t>Click to edit Agenda line item</a:t>
            </a:r>
          </a:p>
        </p:txBody>
      </p:sp>
      <p:sp>
        <p:nvSpPr>
          <p:cNvPr id="8" name="Text Placeholder 2">
            <a:extLst>
              <a:ext uri="{FF2B5EF4-FFF2-40B4-BE49-F238E27FC236}">
                <a16:creationId xmlns:a16="http://schemas.microsoft.com/office/drawing/2014/main" id="{E807E96C-7A2A-7702-5836-6082D73EC049}"/>
              </a:ext>
            </a:extLst>
          </p:cNvPr>
          <p:cNvSpPr>
            <a:spLocks noGrp="1"/>
          </p:cNvSpPr>
          <p:nvPr>
            <p:ph type="body" sz="quarter" idx="13" hasCustomPrompt="1"/>
          </p:nvPr>
        </p:nvSpPr>
        <p:spPr>
          <a:xfrm>
            <a:off x="8097079" y="2329631"/>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bg1"/>
                </a:solidFill>
                <a:latin typeface="Avenir Book" panose="02000503020000020003" pitchFamily="2" charset="0"/>
                <a:ea typeface="+mn-ea"/>
                <a:cs typeface="+mn-cs"/>
              </a:defRPr>
            </a:lvl1pPr>
          </a:lstStyle>
          <a:p>
            <a:pPr lvl="0"/>
            <a:r>
              <a:rPr lang="en-US"/>
              <a:t>Click to edit Agenda line item</a:t>
            </a:r>
          </a:p>
        </p:txBody>
      </p:sp>
      <p:sp>
        <p:nvSpPr>
          <p:cNvPr id="9" name="Text Placeholder 2">
            <a:extLst>
              <a:ext uri="{FF2B5EF4-FFF2-40B4-BE49-F238E27FC236}">
                <a16:creationId xmlns:a16="http://schemas.microsoft.com/office/drawing/2014/main" id="{7B192EA8-6B13-B0BC-9DBE-47014B681563}"/>
              </a:ext>
            </a:extLst>
          </p:cNvPr>
          <p:cNvSpPr>
            <a:spLocks noGrp="1"/>
          </p:cNvSpPr>
          <p:nvPr>
            <p:ph type="body" sz="quarter" idx="11" hasCustomPrompt="1"/>
          </p:nvPr>
        </p:nvSpPr>
        <p:spPr>
          <a:xfrm>
            <a:off x="8097079" y="1803059"/>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bg1"/>
                </a:solidFill>
                <a:latin typeface="Avenir Book" panose="02000503020000020003" pitchFamily="2" charset="0"/>
                <a:ea typeface="+mn-ea"/>
                <a:cs typeface="+mn-cs"/>
              </a:defRPr>
            </a:lvl1pPr>
          </a:lstStyle>
          <a:p>
            <a:pPr lvl="0"/>
            <a:r>
              <a:rPr lang="en-US"/>
              <a:t>Click to edit Agenda line item</a:t>
            </a:r>
          </a:p>
        </p:txBody>
      </p:sp>
      <p:sp>
        <p:nvSpPr>
          <p:cNvPr id="12" name="Text Placeholder 2">
            <a:extLst>
              <a:ext uri="{FF2B5EF4-FFF2-40B4-BE49-F238E27FC236}">
                <a16:creationId xmlns:a16="http://schemas.microsoft.com/office/drawing/2014/main" id="{6AE7FAA7-F3F9-6232-8A5F-2EB6EFB69B03}"/>
              </a:ext>
            </a:extLst>
          </p:cNvPr>
          <p:cNvSpPr>
            <a:spLocks noGrp="1"/>
          </p:cNvSpPr>
          <p:nvPr>
            <p:ph type="body" sz="quarter" idx="18" hasCustomPrompt="1"/>
          </p:nvPr>
        </p:nvSpPr>
        <p:spPr>
          <a:xfrm>
            <a:off x="8097079" y="5489063"/>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bg1"/>
                </a:solidFill>
                <a:latin typeface="Avenir Book" panose="02000503020000020003" pitchFamily="2" charset="0"/>
                <a:ea typeface="+mn-ea"/>
                <a:cs typeface="+mn-cs"/>
              </a:defRPr>
            </a:lvl1pPr>
          </a:lstStyle>
          <a:p>
            <a:pPr lvl="0"/>
            <a:r>
              <a:rPr lang="en-US"/>
              <a:t>Click to edit Agenda line item</a:t>
            </a:r>
          </a:p>
        </p:txBody>
      </p:sp>
      <p:sp>
        <p:nvSpPr>
          <p:cNvPr id="13" name="Text Placeholder 2">
            <a:extLst>
              <a:ext uri="{FF2B5EF4-FFF2-40B4-BE49-F238E27FC236}">
                <a16:creationId xmlns:a16="http://schemas.microsoft.com/office/drawing/2014/main" id="{8728288B-DD1D-52F9-9C96-A048F7EC3ACD}"/>
              </a:ext>
            </a:extLst>
          </p:cNvPr>
          <p:cNvSpPr>
            <a:spLocks noGrp="1"/>
          </p:cNvSpPr>
          <p:nvPr>
            <p:ph type="body" sz="quarter" idx="19" hasCustomPrompt="1"/>
          </p:nvPr>
        </p:nvSpPr>
        <p:spPr>
          <a:xfrm>
            <a:off x="8097079" y="4962491"/>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bg1"/>
                </a:solidFill>
                <a:latin typeface="Avenir Book" panose="02000503020000020003" pitchFamily="2" charset="0"/>
                <a:ea typeface="+mn-ea"/>
                <a:cs typeface="+mn-cs"/>
              </a:defRPr>
            </a:lvl1pPr>
          </a:lstStyle>
          <a:p>
            <a:pPr lvl="0"/>
            <a:r>
              <a:rPr lang="en-US"/>
              <a:t>Click to edit Agenda line item</a:t>
            </a:r>
          </a:p>
        </p:txBody>
      </p:sp>
      <p:sp>
        <p:nvSpPr>
          <p:cNvPr id="28" name="Content Placeholder 23">
            <a:extLst>
              <a:ext uri="{FF2B5EF4-FFF2-40B4-BE49-F238E27FC236}">
                <a16:creationId xmlns:a16="http://schemas.microsoft.com/office/drawing/2014/main" id="{5566A3BF-E125-8653-D6A2-6E0FAB447F6D}"/>
              </a:ext>
            </a:extLst>
          </p:cNvPr>
          <p:cNvSpPr>
            <a:spLocks noGrp="1"/>
          </p:cNvSpPr>
          <p:nvPr>
            <p:ph sz="quarter" idx="24" hasCustomPrompt="1"/>
          </p:nvPr>
        </p:nvSpPr>
        <p:spPr>
          <a:xfrm>
            <a:off x="4478216" y="1226675"/>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bg1"/>
                </a:solidFill>
                <a:latin typeface="Avenir Heavy" panose="02000503020000020003" pitchFamily="2" charset="0"/>
              </a:defRPr>
            </a:lvl1pPr>
          </a:lstStyle>
          <a:p>
            <a:pPr lvl="0"/>
            <a:r>
              <a:rPr lang="en-US"/>
              <a:t>Click to edit time</a:t>
            </a:r>
          </a:p>
        </p:txBody>
      </p:sp>
      <p:sp>
        <p:nvSpPr>
          <p:cNvPr id="34" name="Content Placeholder 23">
            <a:extLst>
              <a:ext uri="{FF2B5EF4-FFF2-40B4-BE49-F238E27FC236}">
                <a16:creationId xmlns:a16="http://schemas.microsoft.com/office/drawing/2014/main" id="{08250C8B-9AFE-1092-FA23-0BC051AE8E21}"/>
              </a:ext>
            </a:extLst>
          </p:cNvPr>
          <p:cNvSpPr>
            <a:spLocks noGrp="1"/>
          </p:cNvSpPr>
          <p:nvPr>
            <p:ph sz="quarter" idx="25" hasCustomPrompt="1"/>
          </p:nvPr>
        </p:nvSpPr>
        <p:spPr>
          <a:xfrm>
            <a:off x="4478216" y="1753617"/>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bg1"/>
                </a:solidFill>
                <a:latin typeface="Avenir Heavy" panose="02000503020000020003" pitchFamily="2" charset="0"/>
              </a:defRPr>
            </a:lvl1pPr>
          </a:lstStyle>
          <a:p>
            <a:pPr lvl="0"/>
            <a:r>
              <a:rPr lang="en-US"/>
              <a:t>Click to edit time</a:t>
            </a:r>
          </a:p>
        </p:txBody>
      </p:sp>
      <p:sp>
        <p:nvSpPr>
          <p:cNvPr id="35" name="Content Placeholder 23">
            <a:extLst>
              <a:ext uri="{FF2B5EF4-FFF2-40B4-BE49-F238E27FC236}">
                <a16:creationId xmlns:a16="http://schemas.microsoft.com/office/drawing/2014/main" id="{1A07EF63-2088-9EA0-EC20-98EE11B0CFED}"/>
              </a:ext>
            </a:extLst>
          </p:cNvPr>
          <p:cNvSpPr>
            <a:spLocks noGrp="1"/>
          </p:cNvSpPr>
          <p:nvPr>
            <p:ph sz="quarter" idx="26" hasCustomPrompt="1"/>
          </p:nvPr>
        </p:nvSpPr>
        <p:spPr>
          <a:xfrm>
            <a:off x="4478216" y="2280559"/>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bg1"/>
                </a:solidFill>
                <a:latin typeface="Avenir Heavy" panose="02000503020000020003" pitchFamily="2" charset="0"/>
              </a:defRPr>
            </a:lvl1pPr>
          </a:lstStyle>
          <a:p>
            <a:pPr lvl="0"/>
            <a:r>
              <a:rPr lang="en-US"/>
              <a:t>Click to edit time</a:t>
            </a:r>
          </a:p>
        </p:txBody>
      </p:sp>
      <p:sp>
        <p:nvSpPr>
          <p:cNvPr id="36" name="Content Placeholder 23">
            <a:extLst>
              <a:ext uri="{FF2B5EF4-FFF2-40B4-BE49-F238E27FC236}">
                <a16:creationId xmlns:a16="http://schemas.microsoft.com/office/drawing/2014/main" id="{AF0DA902-6068-5700-F6EE-56565C11B296}"/>
              </a:ext>
            </a:extLst>
          </p:cNvPr>
          <p:cNvSpPr>
            <a:spLocks noGrp="1"/>
          </p:cNvSpPr>
          <p:nvPr>
            <p:ph sz="quarter" idx="27" hasCustomPrompt="1"/>
          </p:nvPr>
        </p:nvSpPr>
        <p:spPr>
          <a:xfrm>
            <a:off x="4478216" y="2807501"/>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bg1"/>
                </a:solidFill>
                <a:latin typeface="Avenir Heavy" panose="02000503020000020003" pitchFamily="2" charset="0"/>
              </a:defRPr>
            </a:lvl1pPr>
          </a:lstStyle>
          <a:p>
            <a:pPr lvl="0"/>
            <a:r>
              <a:rPr lang="en-US"/>
              <a:t>Click to edit time</a:t>
            </a:r>
          </a:p>
        </p:txBody>
      </p:sp>
      <p:sp>
        <p:nvSpPr>
          <p:cNvPr id="37" name="Content Placeholder 23">
            <a:extLst>
              <a:ext uri="{FF2B5EF4-FFF2-40B4-BE49-F238E27FC236}">
                <a16:creationId xmlns:a16="http://schemas.microsoft.com/office/drawing/2014/main" id="{25E03AE6-16F6-41CA-0E00-924F69DF4912}"/>
              </a:ext>
            </a:extLst>
          </p:cNvPr>
          <p:cNvSpPr>
            <a:spLocks noGrp="1"/>
          </p:cNvSpPr>
          <p:nvPr>
            <p:ph sz="quarter" idx="28" hasCustomPrompt="1"/>
          </p:nvPr>
        </p:nvSpPr>
        <p:spPr>
          <a:xfrm>
            <a:off x="4478216" y="3334443"/>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bg1"/>
                </a:solidFill>
                <a:latin typeface="Avenir Heavy" panose="02000503020000020003" pitchFamily="2" charset="0"/>
              </a:defRPr>
            </a:lvl1pPr>
          </a:lstStyle>
          <a:p>
            <a:pPr lvl="0"/>
            <a:r>
              <a:rPr lang="en-US"/>
              <a:t>Click to edit time</a:t>
            </a:r>
          </a:p>
        </p:txBody>
      </p:sp>
      <p:sp>
        <p:nvSpPr>
          <p:cNvPr id="38" name="Content Placeholder 23">
            <a:extLst>
              <a:ext uri="{FF2B5EF4-FFF2-40B4-BE49-F238E27FC236}">
                <a16:creationId xmlns:a16="http://schemas.microsoft.com/office/drawing/2014/main" id="{E72DCAC9-8695-0F0F-0D5B-3F8B3EE820E7}"/>
              </a:ext>
            </a:extLst>
          </p:cNvPr>
          <p:cNvSpPr>
            <a:spLocks noGrp="1"/>
          </p:cNvSpPr>
          <p:nvPr>
            <p:ph sz="quarter" idx="29" hasCustomPrompt="1"/>
          </p:nvPr>
        </p:nvSpPr>
        <p:spPr>
          <a:xfrm>
            <a:off x="4478216" y="3861385"/>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bg1"/>
                </a:solidFill>
                <a:latin typeface="Avenir Heavy" panose="02000503020000020003" pitchFamily="2" charset="0"/>
              </a:defRPr>
            </a:lvl1pPr>
          </a:lstStyle>
          <a:p>
            <a:pPr lvl="0"/>
            <a:r>
              <a:rPr lang="en-US"/>
              <a:t>Click to edit time</a:t>
            </a:r>
          </a:p>
        </p:txBody>
      </p:sp>
      <p:sp>
        <p:nvSpPr>
          <p:cNvPr id="39" name="Content Placeholder 23">
            <a:extLst>
              <a:ext uri="{FF2B5EF4-FFF2-40B4-BE49-F238E27FC236}">
                <a16:creationId xmlns:a16="http://schemas.microsoft.com/office/drawing/2014/main" id="{CD4018D4-B3F4-77F3-C060-FFB77DE5F9AB}"/>
              </a:ext>
            </a:extLst>
          </p:cNvPr>
          <p:cNvSpPr>
            <a:spLocks noGrp="1"/>
          </p:cNvSpPr>
          <p:nvPr>
            <p:ph sz="quarter" idx="30" hasCustomPrompt="1"/>
          </p:nvPr>
        </p:nvSpPr>
        <p:spPr>
          <a:xfrm>
            <a:off x="4478216" y="4388327"/>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bg1"/>
                </a:solidFill>
                <a:latin typeface="Avenir Heavy" panose="02000503020000020003" pitchFamily="2" charset="0"/>
              </a:defRPr>
            </a:lvl1pPr>
          </a:lstStyle>
          <a:p>
            <a:pPr lvl="0"/>
            <a:r>
              <a:rPr lang="en-US"/>
              <a:t>Click to edit time</a:t>
            </a:r>
          </a:p>
        </p:txBody>
      </p:sp>
      <p:sp>
        <p:nvSpPr>
          <p:cNvPr id="40" name="Content Placeholder 23">
            <a:extLst>
              <a:ext uri="{FF2B5EF4-FFF2-40B4-BE49-F238E27FC236}">
                <a16:creationId xmlns:a16="http://schemas.microsoft.com/office/drawing/2014/main" id="{5129D140-6B35-93B9-ECFD-9DD38DF9C9EE}"/>
              </a:ext>
            </a:extLst>
          </p:cNvPr>
          <p:cNvSpPr>
            <a:spLocks noGrp="1"/>
          </p:cNvSpPr>
          <p:nvPr>
            <p:ph sz="quarter" idx="31" hasCustomPrompt="1"/>
          </p:nvPr>
        </p:nvSpPr>
        <p:spPr>
          <a:xfrm>
            <a:off x="4478216" y="4915269"/>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bg1"/>
                </a:solidFill>
                <a:latin typeface="Avenir Heavy" panose="02000503020000020003" pitchFamily="2" charset="0"/>
              </a:defRPr>
            </a:lvl1pPr>
          </a:lstStyle>
          <a:p>
            <a:pPr lvl="0"/>
            <a:r>
              <a:rPr lang="en-US"/>
              <a:t>Click to edit time</a:t>
            </a:r>
          </a:p>
        </p:txBody>
      </p:sp>
      <p:sp>
        <p:nvSpPr>
          <p:cNvPr id="41" name="Content Placeholder 23">
            <a:extLst>
              <a:ext uri="{FF2B5EF4-FFF2-40B4-BE49-F238E27FC236}">
                <a16:creationId xmlns:a16="http://schemas.microsoft.com/office/drawing/2014/main" id="{D484B4F0-E152-286D-3449-ED986EF2A5C3}"/>
              </a:ext>
            </a:extLst>
          </p:cNvPr>
          <p:cNvSpPr>
            <a:spLocks noGrp="1"/>
          </p:cNvSpPr>
          <p:nvPr>
            <p:ph sz="quarter" idx="32" hasCustomPrompt="1"/>
          </p:nvPr>
        </p:nvSpPr>
        <p:spPr>
          <a:xfrm>
            <a:off x="4478216" y="5442214"/>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bg1"/>
                </a:solidFill>
                <a:latin typeface="Avenir Heavy" panose="02000503020000020003" pitchFamily="2" charset="0"/>
              </a:defRPr>
            </a:lvl1pPr>
          </a:lstStyle>
          <a:p>
            <a:pPr lvl="0"/>
            <a:r>
              <a:rPr lang="en-US"/>
              <a:t>Click to edit time</a:t>
            </a:r>
          </a:p>
        </p:txBody>
      </p:sp>
      <p:sp>
        <p:nvSpPr>
          <p:cNvPr id="10" name="Text Placeholder 2">
            <a:extLst>
              <a:ext uri="{FF2B5EF4-FFF2-40B4-BE49-F238E27FC236}">
                <a16:creationId xmlns:a16="http://schemas.microsoft.com/office/drawing/2014/main" id="{79EB0B7C-0884-C0EA-892D-5C6FE679FCA0}"/>
              </a:ext>
            </a:extLst>
          </p:cNvPr>
          <p:cNvSpPr>
            <a:spLocks noGrp="1"/>
          </p:cNvSpPr>
          <p:nvPr>
            <p:ph type="body" sz="quarter" idx="10" hasCustomPrompt="1"/>
          </p:nvPr>
        </p:nvSpPr>
        <p:spPr>
          <a:xfrm>
            <a:off x="8097079" y="1276487"/>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bg1"/>
                </a:solidFill>
                <a:latin typeface="Avenir Book" panose="02000503020000020003" pitchFamily="2" charset="0"/>
                <a:ea typeface="+mn-ea"/>
                <a:cs typeface="+mn-cs"/>
              </a:defRPr>
            </a:lvl1pPr>
          </a:lstStyle>
          <a:p>
            <a:pPr lvl="0"/>
            <a:r>
              <a:rPr lang="en-US"/>
              <a:t>Click to edit Agenda line item</a:t>
            </a:r>
          </a:p>
        </p:txBody>
      </p:sp>
    </p:spTree>
    <p:extLst>
      <p:ext uri="{BB962C8B-B14F-4D97-AF65-F5344CB8AC3E}">
        <p14:creationId xmlns:p14="http://schemas.microsoft.com/office/powerpoint/2010/main" val="21071115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ull Margin_Dar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CD0B-E043-57DD-198E-A4CFB624345D}"/>
              </a:ext>
            </a:extLst>
          </p:cNvPr>
          <p:cNvSpPr>
            <a:spLocks noGrp="1"/>
          </p:cNvSpPr>
          <p:nvPr>
            <p:ph type="title" hasCustomPrompt="1"/>
          </p:nvPr>
        </p:nvSpPr>
        <p:spPr/>
        <p:txBody>
          <a:bodyPr/>
          <a:lstStyle/>
          <a:p>
            <a:r>
              <a:rPr lang="en-US"/>
              <a:t>Click to Edit Title</a:t>
            </a:r>
          </a:p>
        </p:txBody>
      </p:sp>
      <p:sp>
        <p:nvSpPr>
          <p:cNvPr id="4" name="Content Placeholder 3">
            <a:extLst>
              <a:ext uri="{FF2B5EF4-FFF2-40B4-BE49-F238E27FC236}">
                <a16:creationId xmlns:a16="http://schemas.microsoft.com/office/drawing/2014/main" id="{FB3CAA8F-9897-3EA9-A04B-2572C12CC583}"/>
              </a:ext>
            </a:extLst>
          </p:cNvPr>
          <p:cNvSpPr>
            <a:spLocks noGrp="1"/>
          </p:cNvSpPr>
          <p:nvPr>
            <p:ph sz="quarter" idx="10"/>
          </p:nvPr>
        </p:nvSpPr>
        <p:spPr>
          <a:xfrm>
            <a:off x="723900" y="1630016"/>
            <a:ext cx="10728325" cy="442982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269822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lumn_Dar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CD0B-E043-57DD-198E-A4CFB624345D}"/>
              </a:ext>
            </a:extLst>
          </p:cNvPr>
          <p:cNvSpPr>
            <a:spLocks noGrp="1"/>
          </p:cNvSpPr>
          <p:nvPr>
            <p:ph type="title" hasCustomPrompt="1"/>
          </p:nvPr>
        </p:nvSpPr>
        <p:spPr/>
        <p:txBody>
          <a:bodyPr>
            <a:noAutofit/>
          </a:bodyPr>
          <a:lstStyle/>
          <a:p>
            <a:r>
              <a:rPr lang="en-US"/>
              <a:t>Click to Edit Title</a:t>
            </a:r>
          </a:p>
        </p:txBody>
      </p:sp>
      <p:sp>
        <p:nvSpPr>
          <p:cNvPr id="4" name="Content Placeholder 3">
            <a:extLst>
              <a:ext uri="{FF2B5EF4-FFF2-40B4-BE49-F238E27FC236}">
                <a16:creationId xmlns:a16="http://schemas.microsoft.com/office/drawing/2014/main" id="{FB3CAA8F-9897-3EA9-A04B-2572C12CC583}"/>
              </a:ext>
            </a:extLst>
          </p:cNvPr>
          <p:cNvSpPr>
            <a:spLocks noGrp="1"/>
          </p:cNvSpPr>
          <p:nvPr>
            <p:ph sz="quarter" idx="10" hasCustomPrompt="1"/>
          </p:nvPr>
        </p:nvSpPr>
        <p:spPr>
          <a:xfrm>
            <a:off x="723900" y="1630017"/>
            <a:ext cx="5189878" cy="4439479"/>
          </a:xfrm>
          <a:prstGeom prst="rect">
            <a:avLst/>
          </a:prstGeom>
        </p:spPr>
        <p:txBody>
          <a:bodyPr lIns="228600">
            <a:noAutofit/>
          </a:bodyPr>
          <a:lstStyle/>
          <a:p>
            <a:pPr lvl="0"/>
            <a:r>
              <a:rPr lang="en-US"/>
              <a:t>Click to edit first level</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842E74B6-B0B7-8C8C-6E21-66BE8A1FD403}"/>
              </a:ext>
            </a:extLst>
          </p:cNvPr>
          <p:cNvSpPr>
            <a:spLocks noGrp="1"/>
          </p:cNvSpPr>
          <p:nvPr>
            <p:ph sz="quarter" idx="11" hasCustomPrompt="1"/>
          </p:nvPr>
        </p:nvSpPr>
        <p:spPr>
          <a:xfrm>
            <a:off x="6278224" y="1630017"/>
            <a:ext cx="5189878" cy="4439479"/>
          </a:xfrm>
          <a:prstGeom prst="rect">
            <a:avLst/>
          </a:prstGeom>
        </p:spPr>
        <p:txBody>
          <a:bodyPr lIns="228600">
            <a:noAutofit/>
          </a:bodyPr>
          <a:lstStyle/>
          <a:p>
            <a:pPr lvl="0"/>
            <a:r>
              <a:rPr lang="en-US"/>
              <a:t>Click to edit first level</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53318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_Dar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CD0B-E043-57DD-198E-A4CFB624345D}"/>
              </a:ext>
            </a:extLst>
          </p:cNvPr>
          <p:cNvSpPr>
            <a:spLocks noGrp="1"/>
          </p:cNvSpPr>
          <p:nvPr>
            <p:ph type="title" hasCustomPrompt="1"/>
          </p:nvPr>
        </p:nvSpPr>
        <p:spPr/>
        <p:txBody>
          <a:bodyPr>
            <a:noAutofit/>
          </a:bodyPr>
          <a:lstStyle/>
          <a:p>
            <a:r>
              <a:rPr lang="en-US"/>
              <a:t>Click to Edit Title</a:t>
            </a:r>
          </a:p>
        </p:txBody>
      </p:sp>
      <p:sp>
        <p:nvSpPr>
          <p:cNvPr id="4" name="Content Placeholder 3">
            <a:extLst>
              <a:ext uri="{FF2B5EF4-FFF2-40B4-BE49-F238E27FC236}">
                <a16:creationId xmlns:a16="http://schemas.microsoft.com/office/drawing/2014/main" id="{FB3CAA8F-9897-3EA9-A04B-2572C12CC583}"/>
              </a:ext>
            </a:extLst>
          </p:cNvPr>
          <p:cNvSpPr>
            <a:spLocks noGrp="1"/>
          </p:cNvSpPr>
          <p:nvPr>
            <p:ph sz="quarter" idx="10"/>
          </p:nvPr>
        </p:nvSpPr>
        <p:spPr>
          <a:xfrm>
            <a:off x="723900" y="2491410"/>
            <a:ext cx="5189878" cy="3568428"/>
          </a:xfrm>
          <a:prstGeom prst="rect">
            <a:avLst/>
          </a:prstGeom>
        </p:spPr>
        <p:txBody>
          <a:bodyPr lIns="201168">
            <a:noAutofit/>
          </a:bodyPr>
          <a:lstStyle>
            <a:lvl1pPr>
              <a:defRPr sz="2200" baseline="0"/>
            </a:lvl1pPr>
            <a:lvl2pPr>
              <a:defRPr baseline="0"/>
            </a:lvl2pPr>
            <a:lvl3pPr>
              <a:defRPr baseline="0"/>
            </a:lvl3pPr>
            <a:lvl4pPr>
              <a:defRPr baseline="0"/>
            </a:lvl4pPr>
            <a:lvl5pPr>
              <a:defRPr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842E74B6-B0B7-8C8C-6E21-66BE8A1FD403}"/>
              </a:ext>
            </a:extLst>
          </p:cNvPr>
          <p:cNvSpPr>
            <a:spLocks noGrp="1"/>
          </p:cNvSpPr>
          <p:nvPr>
            <p:ph sz="quarter" idx="11"/>
          </p:nvPr>
        </p:nvSpPr>
        <p:spPr>
          <a:xfrm>
            <a:off x="6278224" y="2491410"/>
            <a:ext cx="5189878" cy="3568428"/>
          </a:xfrm>
          <a:prstGeom prst="rect">
            <a:avLst/>
          </a:prstGeom>
        </p:spPr>
        <p:txBody>
          <a:bodyPr lIns="201168">
            <a:noAutofit/>
          </a:bodyPr>
          <a:lstStyle>
            <a:lvl1pPr>
              <a:defRPr sz="2200" baseline="0"/>
            </a:lvl1pPr>
            <a:lvl2pPr>
              <a:defRPr baseline="0"/>
            </a:lvl2pPr>
            <a:lvl3pPr>
              <a:defRPr baseline="0"/>
            </a:lvl3pPr>
            <a:lvl4pPr>
              <a:defRPr baseline="0"/>
            </a:lvl4pPr>
            <a:lvl5pPr>
              <a:defRPr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a:extLst>
              <a:ext uri="{FF2B5EF4-FFF2-40B4-BE49-F238E27FC236}">
                <a16:creationId xmlns:a16="http://schemas.microsoft.com/office/drawing/2014/main" id="{EF58F209-44F8-1944-A5D9-0DE8BAAC22F6}"/>
              </a:ext>
            </a:extLst>
          </p:cNvPr>
          <p:cNvSpPr>
            <a:spLocks noGrp="1"/>
          </p:cNvSpPr>
          <p:nvPr>
            <p:ph type="body" sz="quarter" idx="12" hasCustomPrompt="1"/>
          </p:nvPr>
        </p:nvSpPr>
        <p:spPr>
          <a:xfrm>
            <a:off x="722376" y="1630017"/>
            <a:ext cx="5189538" cy="621792"/>
          </a:xfrm>
          <a:prstGeom prst="rect">
            <a:avLst/>
          </a:prstGeom>
        </p:spPr>
        <p:txBody>
          <a:bodyPr lIns="201168" tIns="0">
            <a:noAutofit/>
          </a:bodyPr>
          <a:lstStyle>
            <a:lvl1pPr>
              <a:lnSpc>
                <a:spcPts val="2800"/>
              </a:lnSpc>
              <a:spcBef>
                <a:spcPts val="0"/>
              </a:spcBef>
              <a:spcAft>
                <a:spcPts val="0"/>
              </a:spcAft>
              <a:defRPr sz="2200" b="1" i="0" baseline="0">
                <a:latin typeface="Avenir Heavy" panose="02000503020000020003" pitchFamily="2" charset="0"/>
              </a:defRPr>
            </a:lvl1pPr>
          </a:lstStyle>
          <a:p>
            <a:pPr lvl="0"/>
            <a:r>
              <a:rPr lang="en-US"/>
              <a:t>Click to edit column intro</a:t>
            </a:r>
          </a:p>
        </p:txBody>
      </p:sp>
      <p:sp>
        <p:nvSpPr>
          <p:cNvPr id="11" name="Text Placeholder 10">
            <a:extLst>
              <a:ext uri="{FF2B5EF4-FFF2-40B4-BE49-F238E27FC236}">
                <a16:creationId xmlns:a16="http://schemas.microsoft.com/office/drawing/2014/main" id="{ECDC26AF-0857-143E-9DFD-3C8E94B70437}"/>
              </a:ext>
            </a:extLst>
          </p:cNvPr>
          <p:cNvSpPr>
            <a:spLocks noGrp="1"/>
          </p:cNvSpPr>
          <p:nvPr>
            <p:ph type="body" sz="quarter" idx="13" hasCustomPrompt="1"/>
          </p:nvPr>
        </p:nvSpPr>
        <p:spPr>
          <a:xfrm>
            <a:off x="6278564" y="1622425"/>
            <a:ext cx="5193792" cy="621792"/>
          </a:xfrm>
          <a:prstGeom prst="rect">
            <a:avLst/>
          </a:prstGeom>
        </p:spPr>
        <p:txBody>
          <a:bodyPr vert="horz" lIns="201168" tIns="0" rIns="91440" bIns="45720" rtlCol="0">
            <a:noAutofit/>
          </a:bodyPr>
          <a:lstStyle>
            <a:lvl1pPr marL="0" indent="0" algn="l" defTabSz="529849" rtl="0" eaLnBrk="1" latinLnBrk="0" hangingPunct="1">
              <a:lnSpc>
                <a:spcPts val="2800"/>
              </a:lnSpc>
              <a:spcBef>
                <a:spcPts val="0"/>
              </a:spcBef>
              <a:spcAft>
                <a:spcPts val="0"/>
              </a:spcAft>
              <a:buClr>
                <a:schemeClr val="accent2"/>
              </a:buClr>
              <a:buFont typeface="Arial" panose="020B0604020202020204" pitchFamily="34" charset="0"/>
              <a:buNone/>
              <a:defRPr lang="en-US" sz="2200" b="1" i="0" kern="1200" baseline="0" dirty="0">
                <a:solidFill>
                  <a:schemeClr val="bg1"/>
                </a:solidFill>
                <a:latin typeface="Avenir Heavy" panose="02000503020000020003" pitchFamily="2" charset="0"/>
                <a:ea typeface="+mn-ea"/>
                <a:cs typeface="Arial"/>
              </a:defRPr>
            </a:lvl1pPr>
          </a:lstStyle>
          <a:p>
            <a:pPr marL="0" lvl="0" indent="0" algn="l" defTabSz="529849" rtl="0" eaLnBrk="1" latinLnBrk="0" hangingPunct="1">
              <a:lnSpc>
                <a:spcPts val="2800"/>
              </a:lnSpc>
              <a:spcBef>
                <a:spcPts val="0"/>
              </a:spcBef>
              <a:spcAft>
                <a:spcPts val="0"/>
              </a:spcAft>
              <a:buClr>
                <a:schemeClr val="accent2"/>
              </a:buClr>
              <a:buFont typeface="Arial" panose="020B0604020202020204" pitchFamily="34" charset="0"/>
              <a:buNone/>
            </a:pPr>
            <a:r>
              <a:rPr lang="en-US"/>
              <a:t>Click to edit column intro</a:t>
            </a:r>
          </a:p>
        </p:txBody>
      </p:sp>
    </p:spTree>
    <p:extLst>
      <p:ext uri="{BB962C8B-B14F-4D97-AF65-F5344CB8AC3E}">
        <p14:creationId xmlns:p14="http://schemas.microsoft.com/office/powerpoint/2010/main" val="29085809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_Dark">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cxnSp>
        <p:nvCxnSpPr>
          <p:cNvPr id="7" name="Straight Connector 6">
            <a:extLst>
              <a:ext uri="{FF2B5EF4-FFF2-40B4-BE49-F238E27FC236}">
                <a16:creationId xmlns:a16="http://schemas.microsoft.com/office/drawing/2014/main" id="{4F8E2DDF-5A93-3A8D-50CB-22D9B899DC27}"/>
              </a:ext>
            </a:extLst>
          </p:cNvPr>
          <p:cNvCxnSpPr>
            <a:cxnSpLocks/>
          </p:cNvCxnSpPr>
          <p:nvPr userDrawn="1"/>
        </p:nvCxnSpPr>
        <p:spPr>
          <a:xfrm>
            <a:off x="724421" y="1508912"/>
            <a:ext cx="10730366" cy="0"/>
          </a:xfrm>
          <a:prstGeom prst="line">
            <a:avLst/>
          </a:prstGeom>
          <a:ln w="3175">
            <a:solidFill>
              <a:srgbClr val="706F7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79584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_Dar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93632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ver_Fro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descr="Document Title"/>
          <p:cNvSpPr>
            <a:spLocks noGrp="1"/>
          </p:cNvSpPr>
          <p:nvPr>
            <p:ph type="ctrTitle" hasCustomPrompt="1"/>
          </p:nvPr>
        </p:nvSpPr>
        <p:spPr>
          <a:xfrm>
            <a:off x="1749999" y="2763595"/>
            <a:ext cx="7765062" cy="2387599"/>
          </a:xfrm>
        </p:spPr>
        <p:txBody>
          <a:bodyPr anchor="b">
            <a:noAutofit/>
          </a:bodyPr>
          <a:lstStyle>
            <a:lvl1pPr marL="411480" indent="-411480" algn="l">
              <a:lnSpc>
                <a:spcPct val="100000"/>
              </a:lnSpc>
              <a:spcBef>
                <a:spcPts val="600"/>
              </a:spcBef>
              <a:spcAft>
                <a:spcPts val="600"/>
              </a:spcAft>
              <a:buSzPct val="100000"/>
              <a:defRPr sz="4400" cap="none" baseline="0"/>
            </a:lvl1pPr>
          </a:lstStyle>
          <a:p>
            <a:r>
              <a:rPr lang="en-US"/>
              <a:t>Click to Edit Presentation Title</a:t>
            </a:r>
          </a:p>
        </p:txBody>
      </p:sp>
      <p:sp>
        <p:nvSpPr>
          <p:cNvPr id="3" name="Subtitle 2"/>
          <p:cNvSpPr>
            <a:spLocks noGrp="1"/>
          </p:cNvSpPr>
          <p:nvPr>
            <p:ph type="subTitle" idx="1"/>
          </p:nvPr>
        </p:nvSpPr>
        <p:spPr>
          <a:xfrm>
            <a:off x="1749999" y="5243270"/>
            <a:ext cx="7765062" cy="914400"/>
          </a:xfrm>
          <a:prstGeom prst="rect">
            <a:avLst/>
          </a:prstGeom>
        </p:spPr>
        <p:txBody>
          <a:bodyPr lIns="411480">
            <a:noAutofit/>
          </a:bodyPr>
          <a:lstStyle>
            <a:lvl1pPr marL="0" indent="0" algn="l">
              <a:lnSpc>
                <a:spcPct val="100000"/>
              </a:lnSpc>
              <a:spcBef>
                <a:spcPts val="600"/>
              </a:spcBef>
              <a:spcAft>
                <a:spcPts val="600"/>
              </a:spcAft>
              <a:buNone/>
              <a:defRPr sz="2400" b="0" i="0" cap="none" spc="34" baseline="0">
                <a:solidFill>
                  <a:schemeClr val="accent6"/>
                </a:solidFill>
                <a:latin typeface="Avenir" panose="02000503020000020003" pitchFamily="2" charset="0"/>
              </a:defRPr>
            </a:lvl1pPr>
            <a:lvl2pPr marL="264925" indent="0" algn="ctr">
              <a:buNone/>
              <a:defRPr sz="1159"/>
            </a:lvl2pPr>
            <a:lvl3pPr marL="529849" indent="0" algn="ctr">
              <a:buNone/>
              <a:defRPr sz="1043"/>
            </a:lvl3pPr>
            <a:lvl4pPr marL="794774" indent="0" algn="ctr">
              <a:buNone/>
              <a:defRPr sz="927"/>
            </a:lvl4pPr>
            <a:lvl5pPr marL="1059700" indent="0" algn="ctr">
              <a:buNone/>
              <a:defRPr sz="927"/>
            </a:lvl5pPr>
            <a:lvl6pPr marL="1324624" indent="0" algn="ctr">
              <a:buNone/>
              <a:defRPr sz="927"/>
            </a:lvl6pPr>
            <a:lvl7pPr marL="1589549" indent="0" algn="ctr">
              <a:buNone/>
              <a:defRPr sz="927"/>
            </a:lvl7pPr>
            <a:lvl8pPr marL="1854474" indent="0" algn="ctr">
              <a:buNone/>
              <a:defRPr sz="927"/>
            </a:lvl8pPr>
            <a:lvl9pPr marL="2119399" indent="0" algn="ctr">
              <a:buNone/>
              <a:defRPr sz="927"/>
            </a:lvl9pPr>
          </a:lstStyle>
          <a:p>
            <a:r>
              <a:rPr lang="en-US"/>
              <a:t>Click to edit Master subtitle style</a:t>
            </a:r>
          </a:p>
        </p:txBody>
      </p:sp>
      <p:sp>
        <p:nvSpPr>
          <p:cNvPr id="10" name="Rectangle 9">
            <a:extLst>
              <a:ext uri="{FF2B5EF4-FFF2-40B4-BE49-F238E27FC236}">
                <a16:creationId xmlns:a16="http://schemas.microsoft.com/office/drawing/2014/main" id="{2D8E201D-721F-3A98-EFE1-D88BFE634EC2}"/>
              </a:ext>
            </a:extLst>
          </p:cNvPr>
          <p:cNvSpPr/>
          <p:nvPr userDrawn="1"/>
        </p:nvSpPr>
        <p:spPr>
          <a:xfrm>
            <a:off x="6193899" y="0"/>
            <a:ext cx="5257800" cy="91440"/>
          </a:xfrm>
          <a:prstGeom prst="rect">
            <a:avLst/>
          </a:prstGeom>
          <a:solidFill>
            <a:srgbClr val="E89C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7" b="0" i="0">
              <a:latin typeface="Avenir Book" panose="02000503020000020003" pitchFamily="2" charset="0"/>
            </a:endParaRPr>
          </a:p>
        </p:txBody>
      </p:sp>
    </p:spTree>
    <p:extLst>
      <p:ext uri="{BB962C8B-B14F-4D97-AF65-F5344CB8AC3E}">
        <p14:creationId xmlns:p14="http://schemas.microsoft.com/office/powerpoint/2010/main" val="90359924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40E2E-6242-B4A1-7B63-2B6DC7B18D77}"/>
              </a:ext>
            </a:extLst>
          </p:cNvPr>
          <p:cNvSpPr>
            <a:spLocks noGrp="1"/>
          </p:cNvSpPr>
          <p:nvPr>
            <p:ph type="title" hasCustomPrompt="1"/>
          </p:nvPr>
        </p:nvSpPr>
        <p:spPr>
          <a:xfrm>
            <a:off x="1749999" y="2176012"/>
            <a:ext cx="6092143" cy="2505976"/>
          </a:xfrm>
        </p:spPr>
        <p:txBody>
          <a:bodyPr anchor="b">
            <a:noAutofit/>
          </a:bodyPr>
          <a:lstStyle>
            <a:lvl1pPr marL="411480" indent="-411480" algn="l" defTabSz="529849" rtl="0" eaLnBrk="1" latinLnBrk="0" hangingPunct="1">
              <a:lnSpc>
                <a:spcPct val="100000"/>
              </a:lnSpc>
              <a:spcBef>
                <a:spcPts val="600"/>
              </a:spcBef>
              <a:spcAft>
                <a:spcPts val="600"/>
              </a:spcAft>
              <a:buSzPct val="100000"/>
              <a:buFontTx/>
              <a:buBlip>
                <a:blip r:embed="rId3"/>
              </a:buBlip>
              <a:tabLst/>
              <a:defRPr lang="en-US" sz="4400" b="1" i="0" kern="1200" cap="none" baseline="0" dirty="0">
                <a:solidFill>
                  <a:schemeClr val="bg1"/>
                </a:solidFill>
                <a:latin typeface="Avenir Heavy" panose="02000503020000020003" pitchFamily="2" charset="0"/>
                <a:ea typeface="+mj-ea"/>
                <a:cs typeface="+mj-cs"/>
              </a:defRPr>
            </a:lvl1pPr>
          </a:lstStyle>
          <a:p>
            <a:r>
              <a:rPr lang="en-US"/>
              <a:t>Click To Edit Divider Title</a:t>
            </a:r>
          </a:p>
        </p:txBody>
      </p:sp>
    </p:spTree>
    <p:extLst>
      <p:ext uri="{BB962C8B-B14F-4D97-AF65-F5344CB8AC3E}">
        <p14:creationId xmlns:p14="http://schemas.microsoft.com/office/powerpoint/2010/main" val="336523727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Legal Notic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4426" y="447124"/>
            <a:ext cx="10727799" cy="1051687"/>
          </a:xfrm>
        </p:spPr>
        <p:txBody>
          <a:bodyPr/>
          <a:lstStyle/>
          <a:p>
            <a:r>
              <a:rPr lang="en-US"/>
              <a:t>Disclaimers &amp; Disclosures</a:t>
            </a:r>
          </a:p>
        </p:txBody>
      </p:sp>
      <p:sp>
        <p:nvSpPr>
          <p:cNvPr id="8" name="Text Placeholder 11">
            <a:extLst>
              <a:ext uri="{FF2B5EF4-FFF2-40B4-BE49-F238E27FC236}">
                <a16:creationId xmlns:a16="http://schemas.microsoft.com/office/drawing/2014/main" id="{3B33DFC0-6AB1-B992-7323-C9BB594058E6}"/>
              </a:ext>
            </a:extLst>
          </p:cNvPr>
          <p:cNvSpPr>
            <a:spLocks noGrp="1"/>
          </p:cNvSpPr>
          <p:nvPr>
            <p:ph sz="quarter" idx="12" hasCustomPrompt="1"/>
          </p:nvPr>
        </p:nvSpPr>
        <p:spPr>
          <a:xfrm>
            <a:off x="724426" y="1498811"/>
            <a:ext cx="10743148" cy="358313"/>
          </a:xfrm>
        </p:spPr>
        <p:txBody>
          <a:bodyPr tIns="0" rIns="0"/>
          <a:lstStyle>
            <a:lvl1pPr>
              <a:defRPr sz="1800" b="1">
                <a:latin typeface="+mj-lt"/>
              </a:defRPr>
            </a:lvl1pPr>
          </a:lstStyle>
          <a:p>
            <a:r>
              <a:rPr lang="en-US"/>
              <a:t>Confidentiality &amp; non-distribution</a:t>
            </a:r>
          </a:p>
        </p:txBody>
      </p:sp>
      <p:grpSp>
        <p:nvGrpSpPr>
          <p:cNvPr id="10" name="Group 9">
            <a:extLst>
              <a:ext uri="{FF2B5EF4-FFF2-40B4-BE49-F238E27FC236}">
                <a16:creationId xmlns:a16="http://schemas.microsoft.com/office/drawing/2014/main" id="{413CD60A-3B69-7AA9-DBFD-5A2E56DE6C5E}"/>
              </a:ext>
            </a:extLst>
          </p:cNvPr>
          <p:cNvGrpSpPr/>
          <p:nvPr userDrawn="1"/>
        </p:nvGrpSpPr>
        <p:grpSpPr>
          <a:xfrm>
            <a:off x="9630136" y="2135537"/>
            <a:ext cx="1988552" cy="2306408"/>
            <a:chOff x="-451327" y="4742033"/>
            <a:chExt cx="2064285" cy="2801766"/>
          </a:xfrm>
        </p:grpSpPr>
        <p:sp>
          <p:nvSpPr>
            <p:cNvPr id="11" name="object 91">
              <a:extLst>
                <a:ext uri="{FF2B5EF4-FFF2-40B4-BE49-F238E27FC236}">
                  <a16:creationId xmlns:a16="http://schemas.microsoft.com/office/drawing/2014/main" id="{BC5D6472-52EB-701D-E314-107C31B51FAB}"/>
                </a:ext>
              </a:extLst>
            </p:cNvPr>
            <p:cNvSpPr/>
            <p:nvPr/>
          </p:nvSpPr>
          <p:spPr>
            <a:xfrm>
              <a:off x="-434528" y="4742033"/>
              <a:ext cx="1893665" cy="55538"/>
            </a:xfrm>
            <a:custGeom>
              <a:avLst/>
              <a:gdLst/>
              <a:ahLst/>
              <a:cxnLst/>
              <a:rect l="l" t="t" r="r" b="b"/>
              <a:pathLst>
                <a:path w="1023619">
                  <a:moveTo>
                    <a:pt x="0" y="0"/>
                  </a:moveTo>
                  <a:lnTo>
                    <a:pt x="1023619" y="0"/>
                  </a:lnTo>
                </a:path>
              </a:pathLst>
            </a:custGeom>
            <a:ln w="6350">
              <a:solidFill>
                <a:schemeClr val="accent1"/>
              </a:solidFill>
            </a:ln>
          </p:spPr>
          <p:txBody>
            <a:bodyPr wrap="square" lIns="0" tIns="0" rIns="0" bIns="0" rtlCol="0"/>
            <a:lstStyle/>
            <a:p>
              <a:endParaRPr sz="1227">
                <a:solidFill>
                  <a:schemeClr val="bg2"/>
                </a:solidFill>
                <a:latin typeface="Avenir Book" panose="02000503020000020003" pitchFamily="2" charset="0"/>
              </a:endParaRPr>
            </a:p>
          </p:txBody>
        </p:sp>
        <p:sp>
          <p:nvSpPr>
            <p:cNvPr id="12" name="Text Placeholder 13" descr="FIGURE">
              <a:extLst>
                <a:ext uri="{FF2B5EF4-FFF2-40B4-BE49-F238E27FC236}">
                  <a16:creationId xmlns:a16="http://schemas.microsoft.com/office/drawing/2014/main" id="{0CB2A227-10CF-DAE3-A995-9233184E76BA}"/>
                </a:ext>
              </a:extLst>
            </p:cNvPr>
            <p:cNvSpPr txBox="1">
              <a:spLocks/>
            </p:cNvSpPr>
            <p:nvPr/>
          </p:nvSpPr>
          <p:spPr>
            <a:xfrm>
              <a:off x="-451327" y="4899196"/>
              <a:ext cx="2064285" cy="2644603"/>
            </a:xfrm>
            <a:prstGeom prst="rect">
              <a:avLst/>
            </a:prstGeom>
          </p:spPr>
          <p:txBody>
            <a:bodyPr vert="horz" wrap="square" lIns="0" tIns="0" rIns="0" bIns="0" rtlCol="0">
              <a:noAutofit/>
            </a:bodyPr>
            <a:lstStyle>
              <a:lvl1pPr marL="0" indent="0" algn="r" defTabSz="777240" rtl="0" eaLnBrk="1" latinLnBrk="0" hangingPunct="1">
                <a:lnSpc>
                  <a:spcPts val="1080"/>
                </a:lnSpc>
                <a:spcBef>
                  <a:spcPts val="0"/>
                </a:spcBef>
                <a:spcAft>
                  <a:spcPts val="0"/>
                </a:spcAft>
                <a:buClr>
                  <a:schemeClr val="accent2"/>
                </a:buClr>
                <a:buFont typeface="Arial" panose="020B0604020202020204" pitchFamily="34" charset="0"/>
                <a:buNone/>
                <a:defRPr lang="en-US" sz="900" b="1" i="0" kern="1200" spc="0" baseline="0" dirty="0">
                  <a:solidFill>
                    <a:schemeClr val="accent3"/>
                  </a:solidFill>
                  <a:latin typeface="Avenir Black" panose="02000503020000020003" pitchFamily="2" charset="0"/>
                  <a:ea typeface="+mn-ea"/>
                  <a:cs typeface="Arial"/>
                </a:defRPr>
              </a:lvl1pPr>
              <a:lvl2pPr marL="320040" indent="-320040" algn="l" defTabSz="777240" rtl="0" eaLnBrk="1" latinLnBrk="0" hangingPunct="1">
                <a:lnSpc>
                  <a:spcPts val="2700"/>
                </a:lnSpc>
                <a:spcBef>
                  <a:spcPts val="600"/>
                </a:spcBef>
                <a:spcAft>
                  <a:spcPts val="600"/>
                </a:spcAft>
                <a:buClr>
                  <a:schemeClr val="accent2"/>
                </a:buClr>
                <a:buFont typeface="Arial" panose="020B0604020202020204" pitchFamily="34" charset="0"/>
                <a:buChar char="•"/>
                <a:defRPr sz="1900" b="0" i="0" kern="1200">
                  <a:solidFill>
                    <a:schemeClr val="accent4">
                      <a:lumMod val="50000"/>
                    </a:schemeClr>
                  </a:solidFill>
                  <a:latin typeface="Avenir Book" panose="02000503020000020003" pitchFamily="2" charset="0"/>
                  <a:ea typeface="+mn-ea"/>
                  <a:cs typeface="+mn-cs"/>
                </a:defRPr>
              </a:lvl2pPr>
              <a:lvl3pPr marL="685800" indent="-320040" algn="l" defTabSz="777240" rtl="0" eaLnBrk="1" latinLnBrk="0" hangingPunct="1">
                <a:lnSpc>
                  <a:spcPts val="2700"/>
                </a:lnSpc>
                <a:spcBef>
                  <a:spcPts val="600"/>
                </a:spcBef>
                <a:spcAft>
                  <a:spcPts val="600"/>
                </a:spcAft>
                <a:buClr>
                  <a:schemeClr val="accent2"/>
                </a:buClr>
                <a:buFont typeface="System Font Regular"/>
                <a:buChar char="–"/>
                <a:defRPr sz="1700" b="0" i="0" kern="1200">
                  <a:solidFill>
                    <a:schemeClr val="accent4"/>
                  </a:solidFill>
                  <a:latin typeface="Avenir Book" panose="02000503020000020003" pitchFamily="2" charset="0"/>
                  <a:ea typeface="+mn-ea"/>
                  <a:cs typeface="+mn-cs"/>
                </a:defRPr>
              </a:lvl3pPr>
              <a:lvl4pPr marL="1097280" indent="-320040" algn="l" defTabSz="777240" rtl="0" eaLnBrk="1" latinLnBrk="0" hangingPunct="1">
                <a:lnSpc>
                  <a:spcPts val="2700"/>
                </a:lnSpc>
                <a:spcBef>
                  <a:spcPts val="600"/>
                </a:spcBef>
                <a:spcAft>
                  <a:spcPts val="600"/>
                </a:spcAft>
                <a:buClr>
                  <a:schemeClr val="accent5"/>
                </a:buClr>
                <a:buSzPct val="90000"/>
                <a:buFont typeface="Arial" panose="020B0604020202020204" pitchFamily="34" charset="0"/>
                <a:buChar char="•"/>
                <a:defRPr sz="1530" b="0" i="0" kern="1200">
                  <a:solidFill>
                    <a:schemeClr val="accent5"/>
                  </a:solidFill>
                  <a:latin typeface="Avenir Book" panose="02000503020000020003" pitchFamily="2" charset="0"/>
                  <a:ea typeface="+mn-ea"/>
                  <a:cs typeface="+mn-cs"/>
                </a:defRPr>
              </a:lvl4pPr>
              <a:lvl5pPr marL="1417320" indent="-320040" algn="l" defTabSz="777240" rtl="0" eaLnBrk="1" latinLnBrk="0" hangingPunct="1">
                <a:lnSpc>
                  <a:spcPts val="2700"/>
                </a:lnSpc>
                <a:spcBef>
                  <a:spcPts val="600"/>
                </a:spcBef>
                <a:spcAft>
                  <a:spcPts val="600"/>
                </a:spcAft>
                <a:buSzPct val="90000"/>
                <a:buFont typeface="System Font Regular"/>
                <a:buChar char="–"/>
                <a:defRPr sz="1530" b="0" i="0" kern="1200">
                  <a:solidFill>
                    <a:schemeClr val="accent5"/>
                  </a:solidFill>
                  <a:latin typeface="Avenir Book" panose="02000503020000020003" pitchFamily="2" charset="0"/>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a:lstStyle>
            <a:p>
              <a:pPr algn="l">
                <a:lnSpc>
                  <a:spcPts val="2045"/>
                </a:lnSpc>
              </a:pPr>
              <a:r>
                <a:rPr lang="en-US" sz="1200" b="0" spc="-34">
                  <a:solidFill>
                    <a:schemeClr val="accent1"/>
                  </a:solidFill>
                  <a:latin typeface="Avenir Heavy" panose="02000503020000020003" pitchFamily="2" charset="0"/>
                </a:rPr>
                <a:t>Receipt and review of </a:t>
              </a:r>
              <a:br>
                <a:rPr lang="en-US" sz="1200" b="0" spc="-34">
                  <a:solidFill>
                    <a:schemeClr val="accent1"/>
                  </a:solidFill>
                  <a:latin typeface="Avenir Heavy" panose="02000503020000020003" pitchFamily="2" charset="0"/>
                </a:rPr>
              </a:br>
              <a:r>
                <a:rPr lang="en-US" sz="1200" b="0" spc="-34">
                  <a:solidFill>
                    <a:schemeClr val="accent1"/>
                  </a:solidFill>
                  <a:latin typeface="Avenir Heavy" panose="02000503020000020003" pitchFamily="2" charset="0"/>
                </a:rPr>
                <a:t>these materials constitutes acceptance of the terms </a:t>
              </a:r>
              <a:br>
                <a:rPr lang="en-US" sz="1200" b="0" spc="-34">
                  <a:solidFill>
                    <a:schemeClr val="accent1"/>
                  </a:solidFill>
                  <a:latin typeface="Avenir Heavy" panose="02000503020000020003" pitchFamily="2" charset="0"/>
                </a:rPr>
              </a:br>
              <a:r>
                <a:rPr lang="en-US" sz="1200" b="0" spc="-34">
                  <a:solidFill>
                    <a:schemeClr val="accent1"/>
                  </a:solidFill>
                  <a:latin typeface="Avenir Heavy" panose="02000503020000020003" pitchFamily="2" charset="0"/>
                </a:rPr>
                <a:t>and conditions of the Confidentiality Agreement. </a:t>
              </a:r>
            </a:p>
          </p:txBody>
        </p:sp>
      </p:grpSp>
      <p:pic>
        <p:nvPicPr>
          <p:cNvPr id="13" name="Picture 12">
            <a:extLst>
              <a:ext uri="{FF2B5EF4-FFF2-40B4-BE49-F238E27FC236}">
                <a16:creationId xmlns:a16="http://schemas.microsoft.com/office/drawing/2014/main" id="{5A7541D3-EC8D-08CA-D8CC-7A1E51C30D89}"/>
              </a:ext>
            </a:extLst>
          </p:cNvPr>
          <p:cNvPicPr>
            <a:picLocks noChangeAspect="1"/>
          </p:cNvPicPr>
          <p:nvPr userDrawn="1"/>
        </p:nvPicPr>
        <p:blipFill>
          <a:blip r:embed="rId2"/>
          <a:stretch>
            <a:fillRect/>
          </a:stretch>
        </p:blipFill>
        <p:spPr>
          <a:xfrm>
            <a:off x="698339" y="2036180"/>
            <a:ext cx="8623300" cy="4267200"/>
          </a:xfrm>
          <a:prstGeom prst="rect">
            <a:avLst/>
          </a:prstGeom>
        </p:spPr>
      </p:pic>
    </p:spTree>
    <p:extLst>
      <p:ext uri="{BB962C8B-B14F-4D97-AF65-F5344CB8AC3E}">
        <p14:creationId xmlns:p14="http://schemas.microsoft.com/office/powerpoint/2010/main" val="29634334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B02B953E-664F-D780-3967-9D0548A5D28F}"/>
              </a:ext>
            </a:extLst>
          </p:cNvPr>
          <p:cNvSpPr>
            <a:spLocks noGrp="1"/>
          </p:cNvSpPr>
          <p:nvPr>
            <p:ph type="title" hasCustomPrompt="1"/>
          </p:nvPr>
        </p:nvSpPr>
        <p:spPr>
          <a:xfrm>
            <a:off x="724427" y="447124"/>
            <a:ext cx="10734084" cy="1051687"/>
          </a:xfrm>
        </p:spPr>
        <p:txBody>
          <a:bodyPr/>
          <a:lstStyle/>
          <a:p>
            <a:r>
              <a:rPr lang="en-US"/>
              <a:t>Click to Edit Title</a:t>
            </a:r>
          </a:p>
        </p:txBody>
      </p:sp>
      <p:sp>
        <p:nvSpPr>
          <p:cNvPr id="3" name="Text Placeholder 2">
            <a:extLst>
              <a:ext uri="{FF2B5EF4-FFF2-40B4-BE49-F238E27FC236}">
                <a16:creationId xmlns:a16="http://schemas.microsoft.com/office/drawing/2014/main" id="{0C6B0A88-8773-FAB4-D19A-8D4B6BAFE221}"/>
              </a:ext>
            </a:extLst>
          </p:cNvPr>
          <p:cNvSpPr>
            <a:spLocks noGrp="1"/>
          </p:cNvSpPr>
          <p:nvPr>
            <p:ph type="body" sz="quarter" idx="14" hasCustomPrompt="1"/>
          </p:nvPr>
        </p:nvSpPr>
        <p:spPr>
          <a:xfrm>
            <a:off x="8097079" y="4435919"/>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5" name="Text Placeholder 2">
            <a:extLst>
              <a:ext uri="{FF2B5EF4-FFF2-40B4-BE49-F238E27FC236}">
                <a16:creationId xmlns:a16="http://schemas.microsoft.com/office/drawing/2014/main" id="{65CBA3EC-8ACD-68A3-2E6E-2B896E781D78}"/>
              </a:ext>
            </a:extLst>
          </p:cNvPr>
          <p:cNvSpPr>
            <a:spLocks noGrp="1"/>
          </p:cNvSpPr>
          <p:nvPr>
            <p:ph type="body" sz="quarter" idx="15" hasCustomPrompt="1"/>
          </p:nvPr>
        </p:nvSpPr>
        <p:spPr>
          <a:xfrm>
            <a:off x="8097079" y="3909347"/>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6" name="Text Placeholder 2">
            <a:extLst>
              <a:ext uri="{FF2B5EF4-FFF2-40B4-BE49-F238E27FC236}">
                <a16:creationId xmlns:a16="http://schemas.microsoft.com/office/drawing/2014/main" id="{FAF0F53F-889A-721B-B1C9-CA59E61375E5}"/>
              </a:ext>
            </a:extLst>
          </p:cNvPr>
          <p:cNvSpPr>
            <a:spLocks noGrp="1"/>
          </p:cNvSpPr>
          <p:nvPr>
            <p:ph type="body" sz="quarter" idx="16" hasCustomPrompt="1"/>
          </p:nvPr>
        </p:nvSpPr>
        <p:spPr>
          <a:xfrm>
            <a:off x="8097079" y="3382775"/>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7" name="Text Placeholder 2">
            <a:extLst>
              <a:ext uri="{FF2B5EF4-FFF2-40B4-BE49-F238E27FC236}">
                <a16:creationId xmlns:a16="http://schemas.microsoft.com/office/drawing/2014/main" id="{3A54923A-D9AD-5C05-E439-508237F91EB1}"/>
              </a:ext>
            </a:extLst>
          </p:cNvPr>
          <p:cNvSpPr>
            <a:spLocks noGrp="1"/>
          </p:cNvSpPr>
          <p:nvPr>
            <p:ph type="body" sz="quarter" idx="12" hasCustomPrompt="1"/>
          </p:nvPr>
        </p:nvSpPr>
        <p:spPr>
          <a:xfrm>
            <a:off x="8097079" y="2856203"/>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8" name="Text Placeholder 2">
            <a:extLst>
              <a:ext uri="{FF2B5EF4-FFF2-40B4-BE49-F238E27FC236}">
                <a16:creationId xmlns:a16="http://schemas.microsoft.com/office/drawing/2014/main" id="{E807E96C-7A2A-7702-5836-6082D73EC049}"/>
              </a:ext>
            </a:extLst>
          </p:cNvPr>
          <p:cNvSpPr>
            <a:spLocks noGrp="1"/>
          </p:cNvSpPr>
          <p:nvPr>
            <p:ph type="body" sz="quarter" idx="13" hasCustomPrompt="1"/>
          </p:nvPr>
        </p:nvSpPr>
        <p:spPr>
          <a:xfrm>
            <a:off x="8097079" y="2329631"/>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9" name="Text Placeholder 2">
            <a:extLst>
              <a:ext uri="{FF2B5EF4-FFF2-40B4-BE49-F238E27FC236}">
                <a16:creationId xmlns:a16="http://schemas.microsoft.com/office/drawing/2014/main" id="{7B192EA8-6B13-B0BC-9DBE-47014B681563}"/>
              </a:ext>
            </a:extLst>
          </p:cNvPr>
          <p:cNvSpPr>
            <a:spLocks noGrp="1"/>
          </p:cNvSpPr>
          <p:nvPr>
            <p:ph type="body" sz="quarter" idx="11" hasCustomPrompt="1"/>
          </p:nvPr>
        </p:nvSpPr>
        <p:spPr>
          <a:xfrm>
            <a:off x="8097079" y="1803059"/>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12" name="Text Placeholder 2">
            <a:extLst>
              <a:ext uri="{FF2B5EF4-FFF2-40B4-BE49-F238E27FC236}">
                <a16:creationId xmlns:a16="http://schemas.microsoft.com/office/drawing/2014/main" id="{6AE7FAA7-F3F9-6232-8A5F-2EB6EFB69B03}"/>
              </a:ext>
            </a:extLst>
          </p:cNvPr>
          <p:cNvSpPr>
            <a:spLocks noGrp="1"/>
          </p:cNvSpPr>
          <p:nvPr>
            <p:ph type="body" sz="quarter" idx="18" hasCustomPrompt="1"/>
          </p:nvPr>
        </p:nvSpPr>
        <p:spPr>
          <a:xfrm>
            <a:off x="8097079" y="5489063"/>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13" name="Text Placeholder 2">
            <a:extLst>
              <a:ext uri="{FF2B5EF4-FFF2-40B4-BE49-F238E27FC236}">
                <a16:creationId xmlns:a16="http://schemas.microsoft.com/office/drawing/2014/main" id="{8728288B-DD1D-52F9-9C96-A048F7EC3ACD}"/>
              </a:ext>
            </a:extLst>
          </p:cNvPr>
          <p:cNvSpPr>
            <a:spLocks noGrp="1"/>
          </p:cNvSpPr>
          <p:nvPr>
            <p:ph type="body" sz="quarter" idx="19" hasCustomPrompt="1"/>
          </p:nvPr>
        </p:nvSpPr>
        <p:spPr>
          <a:xfrm>
            <a:off x="8097079" y="4962491"/>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28" name="Content Placeholder 23">
            <a:extLst>
              <a:ext uri="{FF2B5EF4-FFF2-40B4-BE49-F238E27FC236}">
                <a16:creationId xmlns:a16="http://schemas.microsoft.com/office/drawing/2014/main" id="{5566A3BF-E125-8653-D6A2-6E0FAB447F6D}"/>
              </a:ext>
            </a:extLst>
          </p:cNvPr>
          <p:cNvSpPr>
            <a:spLocks noGrp="1"/>
          </p:cNvSpPr>
          <p:nvPr>
            <p:ph sz="quarter" idx="24" hasCustomPrompt="1"/>
          </p:nvPr>
        </p:nvSpPr>
        <p:spPr>
          <a:xfrm>
            <a:off x="4478216" y="1226675"/>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4" name="Content Placeholder 23">
            <a:extLst>
              <a:ext uri="{FF2B5EF4-FFF2-40B4-BE49-F238E27FC236}">
                <a16:creationId xmlns:a16="http://schemas.microsoft.com/office/drawing/2014/main" id="{08250C8B-9AFE-1092-FA23-0BC051AE8E21}"/>
              </a:ext>
            </a:extLst>
          </p:cNvPr>
          <p:cNvSpPr>
            <a:spLocks noGrp="1"/>
          </p:cNvSpPr>
          <p:nvPr>
            <p:ph sz="quarter" idx="25" hasCustomPrompt="1"/>
          </p:nvPr>
        </p:nvSpPr>
        <p:spPr>
          <a:xfrm>
            <a:off x="4478216" y="1753617"/>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5" name="Content Placeholder 23">
            <a:extLst>
              <a:ext uri="{FF2B5EF4-FFF2-40B4-BE49-F238E27FC236}">
                <a16:creationId xmlns:a16="http://schemas.microsoft.com/office/drawing/2014/main" id="{1A07EF63-2088-9EA0-EC20-98EE11B0CFED}"/>
              </a:ext>
            </a:extLst>
          </p:cNvPr>
          <p:cNvSpPr>
            <a:spLocks noGrp="1"/>
          </p:cNvSpPr>
          <p:nvPr>
            <p:ph sz="quarter" idx="26" hasCustomPrompt="1"/>
          </p:nvPr>
        </p:nvSpPr>
        <p:spPr>
          <a:xfrm>
            <a:off x="4478216" y="2280559"/>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6" name="Content Placeholder 23">
            <a:extLst>
              <a:ext uri="{FF2B5EF4-FFF2-40B4-BE49-F238E27FC236}">
                <a16:creationId xmlns:a16="http://schemas.microsoft.com/office/drawing/2014/main" id="{AF0DA902-6068-5700-F6EE-56565C11B296}"/>
              </a:ext>
            </a:extLst>
          </p:cNvPr>
          <p:cNvSpPr>
            <a:spLocks noGrp="1"/>
          </p:cNvSpPr>
          <p:nvPr>
            <p:ph sz="quarter" idx="27" hasCustomPrompt="1"/>
          </p:nvPr>
        </p:nvSpPr>
        <p:spPr>
          <a:xfrm>
            <a:off x="4478216" y="2807501"/>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7" name="Content Placeholder 23">
            <a:extLst>
              <a:ext uri="{FF2B5EF4-FFF2-40B4-BE49-F238E27FC236}">
                <a16:creationId xmlns:a16="http://schemas.microsoft.com/office/drawing/2014/main" id="{25E03AE6-16F6-41CA-0E00-924F69DF4912}"/>
              </a:ext>
            </a:extLst>
          </p:cNvPr>
          <p:cNvSpPr>
            <a:spLocks noGrp="1"/>
          </p:cNvSpPr>
          <p:nvPr>
            <p:ph sz="quarter" idx="28" hasCustomPrompt="1"/>
          </p:nvPr>
        </p:nvSpPr>
        <p:spPr>
          <a:xfrm>
            <a:off x="4478216" y="3334443"/>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8" name="Content Placeholder 23">
            <a:extLst>
              <a:ext uri="{FF2B5EF4-FFF2-40B4-BE49-F238E27FC236}">
                <a16:creationId xmlns:a16="http://schemas.microsoft.com/office/drawing/2014/main" id="{E72DCAC9-8695-0F0F-0D5B-3F8B3EE820E7}"/>
              </a:ext>
            </a:extLst>
          </p:cNvPr>
          <p:cNvSpPr>
            <a:spLocks noGrp="1"/>
          </p:cNvSpPr>
          <p:nvPr>
            <p:ph sz="quarter" idx="29" hasCustomPrompt="1"/>
          </p:nvPr>
        </p:nvSpPr>
        <p:spPr>
          <a:xfrm>
            <a:off x="4478216" y="3861385"/>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9" name="Content Placeholder 23">
            <a:extLst>
              <a:ext uri="{FF2B5EF4-FFF2-40B4-BE49-F238E27FC236}">
                <a16:creationId xmlns:a16="http://schemas.microsoft.com/office/drawing/2014/main" id="{CD4018D4-B3F4-77F3-C060-FFB77DE5F9AB}"/>
              </a:ext>
            </a:extLst>
          </p:cNvPr>
          <p:cNvSpPr>
            <a:spLocks noGrp="1"/>
          </p:cNvSpPr>
          <p:nvPr>
            <p:ph sz="quarter" idx="30" hasCustomPrompt="1"/>
          </p:nvPr>
        </p:nvSpPr>
        <p:spPr>
          <a:xfrm>
            <a:off x="4478216" y="4388327"/>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40" name="Content Placeholder 23">
            <a:extLst>
              <a:ext uri="{FF2B5EF4-FFF2-40B4-BE49-F238E27FC236}">
                <a16:creationId xmlns:a16="http://schemas.microsoft.com/office/drawing/2014/main" id="{5129D140-6B35-93B9-ECFD-9DD38DF9C9EE}"/>
              </a:ext>
            </a:extLst>
          </p:cNvPr>
          <p:cNvSpPr>
            <a:spLocks noGrp="1"/>
          </p:cNvSpPr>
          <p:nvPr>
            <p:ph sz="quarter" idx="31" hasCustomPrompt="1"/>
          </p:nvPr>
        </p:nvSpPr>
        <p:spPr>
          <a:xfrm>
            <a:off x="4478216" y="4915269"/>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41" name="Content Placeholder 23">
            <a:extLst>
              <a:ext uri="{FF2B5EF4-FFF2-40B4-BE49-F238E27FC236}">
                <a16:creationId xmlns:a16="http://schemas.microsoft.com/office/drawing/2014/main" id="{D484B4F0-E152-286D-3449-ED986EF2A5C3}"/>
              </a:ext>
            </a:extLst>
          </p:cNvPr>
          <p:cNvSpPr>
            <a:spLocks noGrp="1"/>
          </p:cNvSpPr>
          <p:nvPr>
            <p:ph sz="quarter" idx="32" hasCustomPrompt="1"/>
          </p:nvPr>
        </p:nvSpPr>
        <p:spPr>
          <a:xfrm>
            <a:off x="4478216" y="5442214"/>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10" name="Text Placeholder 2">
            <a:extLst>
              <a:ext uri="{FF2B5EF4-FFF2-40B4-BE49-F238E27FC236}">
                <a16:creationId xmlns:a16="http://schemas.microsoft.com/office/drawing/2014/main" id="{79EB0B7C-0884-C0EA-892D-5C6FE679FCA0}"/>
              </a:ext>
            </a:extLst>
          </p:cNvPr>
          <p:cNvSpPr>
            <a:spLocks noGrp="1"/>
          </p:cNvSpPr>
          <p:nvPr>
            <p:ph type="body" sz="quarter" idx="10" hasCustomPrompt="1"/>
          </p:nvPr>
        </p:nvSpPr>
        <p:spPr>
          <a:xfrm>
            <a:off x="8097079" y="1276487"/>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Tree>
    <p:extLst>
      <p:ext uri="{BB962C8B-B14F-4D97-AF65-F5344CB8AC3E}">
        <p14:creationId xmlns:p14="http://schemas.microsoft.com/office/powerpoint/2010/main" val="361083856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B02B953E-664F-D780-3967-9D0548A5D28F}"/>
              </a:ext>
            </a:extLst>
          </p:cNvPr>
          <p:cNvSpPr>
            <a:spLocks noGrp="1"/>
          </p:cNvSpPr>
          <p:nvPr>
            <p:ph type="title" hasCustomPrompt="1"/>
          </p:nvPr>
        </p:nvSpPr>
        <p:spPr>
          <a:xfrm>
            <a:off x="724427" y="447124"/>
            <a:ext cx="3883907" cy="1051687"/>
          </a:xfrm>
        </p:spPr>
        <p:txBody>
          <a:bodyPr/>
          <a:lstStyle/>
          <a:p>
            <a:r>
              <a:rPr lang="en-US"/>
              <a:t>Click to Edit Title</a:t>
            </a:r>
          </a:p>
        </p:txBody>
      </p:sp>
      <p:sp>
        <p:nvSpPr>
          <p:cNvPr id="3" name="Text Placeholder 2">
            <a:extLst>
              <a:ext uri="{FF2B5EF4-FFF2-40B4-BE49-F238E27FC236}">
                <a16:creationId xmlns:a16="http://schemas.microsoft.com/office/drawing/2014/main" id="{0C6B0A88-8773-FAB4-D19A-8D4B6BAFE221}"/>
              </a:ext>
            </a:extLst>
          </p:cNvPr>
          <p:cNvSpPr>
            <a:spLocks noGrp="1"/>
          </p:cNvSpPr>
          <p:nvPr>
            <p:ph type="body" sz="quarter" idx="14" hasCustomPrompt="1"/>
          </p:nvPr>
        </p:nvSpPr>
        <p:spPr>
          <a:xfrm>
            <a:off x="6608247" y="3580739"/>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5" name="Text Placeholder 2">
            <a:extLst>
              <a:ext uri="{FF2B5EF4-FFF2-40B4-BE49-F238E27FC236}">
                <a16:creationId xmlns:a16="http://schemas.microsoft.com/office/drawing/2014/main" id="{65CBA3EC-8ACD-68A3-2E6E-2B896E781D78}"/>
              </a:ext>
            </a:extLst>
          </p:cNvPr>
          <p:cNvSpPr>
            <a:spLocks noGrp="1"/>
          </p:cNvSpPr>
          <p:nvPr>
            <p:ph type="body" sz="quarter" idx="15" hasCustomPrompt="1"/>
          </p:nvPr>
        </p:nvSpPr>
        <p:spPr>
          <a:xfrm>
            <a:off x="6608247" y="3054046"/>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6" name="Text Placeholder 2">
            <a:extLst>
              <a:ext uri="{FF2B5EF4-FFF2-40B4-BE49-F238E27FC236}">
                <a16:creationId xmlns:a16="http://schemas.microsoft.com/office/drawing/2014/main" id="{FAF0F53F-889A-721B-B1C9-CA59E61375E5}"/>
              </a:ext>
            </a:extLst>
          </p:cNvPr>
          <p:cNvSpPr>
            <a:spLocks noGrp="1"/>
          </p:cNvSpPr>
          <p:nvPr>
            <p:ph type="body" sz="quarter" idx="16" hasCustomPrompt="1"/>
          </p:nvPr>
        </p:nvSpPr>
        <p:spPr>
          <a:xfrm>
            <a:off x="6608247" y="2527353"/>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7" name="Text Placeholder 2">
            <a:extLst>
              <a:ext uri="{FF2B5EF4-FFF2-40B4-BE49-F238E27FC236}">
                <a16:creationId xmlns:a16="http://schemas.microsoft.com/office/drawing/2014/main" id="{3A54923A-D9AD-5C05-E439-508237F91EB1}"/>
              </a:ext>
            </a:extLst>
          </p:cNvPr>
          <p:cNvSpPr>
            <a:spLocks noGrp="1"/>
          </p:cNvSpPr>
          <p:nvPr>
            <p:ph type="body" sz="quarter" idx="12" hasCustomPrompt="1"/>
          </p:nvPr>
        </p:nvSpPr>
        <p:spPr>
          <a:xfrm>
            <a:off x="6608247" y="2000660"/>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8" name="Text Placeholder 2">
            <a:extLst>
              <a:ext uri="{FF2B5EF4-FFF2-40B4-BE49-F238E27FC236}">
                <a16:creationId xmlns:a16="http://schemas.microsoft.com/office/drawing/2014/main" id="{E807E96C-7A2A-7702-5836-6082D73EC049}"/>
              </a:ext>
            </a:extLst>
          </p:cNvPr>
          <p:cNvSpPr>
            <a:spLocks noGrp="1"/>
          </p:cNvSpPr>
          <p:nvPr>
            <p:ph type="body" sz="quarter" idx="13" hasCustomPrompt="1"/>
          </p:nvPr>
        </p:nvSpPr>
        <p:spPr>
          <a:xfrm>
            <a:off x="6608247" y="1473967"/>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9" name="Text Placeholder 2">
            <a:extLst>
              <a:ext uri="{FF2B5EF4-FFF2-40B4-BE49-F238E27FC236}">
                <a16:creationId xmlns:a16="http://schemas.microsoft.com/office/drawing/2014/main" id="{7B192EA8-6B13-B0BC-9DBE-47014B681563}"/>
              </a:ext>
            </a:extLst>
          </p:cNvPr>
          <p:cNvSpPr>
            <a:spLocks noGrp="1"/>
          </p:cNvSpPr>
          <p:nvPr>
            <p:ph type="body" sz="quarter" idx="11" hasCustomPrompt="1"/>
          </p:nvPr>
        </p:nvSpPr>
        <p:spPr>
          <a:xfrm>
            <a:off x="6608247" y="947274"/>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12" name="Text Placeholder 2">
            <a:extLst>
              <a:ext uri="{FF2B5EF4-FFF2-40B4-BE49-F238E27FC236}">
                <a16:creationId xmlns:a16="http://schemas.microsoft.com/office/drawing/2014/main" id="{6AE7FAA7-F3F9-6232-8A5F-2EB6EFB69B03}"/>
              </a:ext>
            </a:extLst>
          </p:cNvPr>
          <p:cNvSpPr>
            <a:spLocks noGrp="1"/>
          </p:cNvSpPr>
          <p:nvPr>
            <p:ph type="body" sz="quarter" idx="18" hasCustomPrompt="1"/>
          </p:nvPr>
        </p:nvSpPr>
        <p:spPr>
          <a:xfrm>
            <a:off x="6608247" y="4634125"/>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13" name="Text Placeholder 2">
            <a:extLst>
              <a:ext uri="{FF2B5EF4-FFF2-40B4-BE49-F238E27FC236}">
                <a16:creationId xmlns:a16="http://schemas.microsoft.com/office/drawing/2014/main" id="{8728288B-DD1D-52F9-9C96-A048F7EC3ACD}"/>
              </a:ext>
            </a:extLst>
          </p:cNvPr>
          <p:cNvSpPr>
            <a:spLocks noGrp="1"/>
          </p:cNvSpPr>
          <p:nvPr>
            <p:ph type="body" sz="quarter" idx="19" hasCustomPrompt="1"/>
          </p:nvPr>
        </p:nvSpPr>
        <p:spPr>
          <a:xfrm>
            <a:off x="6608247" y="4107432"/>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34" name="Content Placeholder 23">
            <a:extLst>
              <a:ext uri="{FF2B5EF4-FFF2-40B4-BE49-F238E27FC236}">
                <a16:creationId xmlns:a16="http://schemas.microsoft.com/office/drawing/2014/main" id="{08250C8B-9AFE-1092-FA23-0BC051AE8E21}"/>
              </a:ext>
            </a:extLst>
          </p:cNvPr>
          <p:cNvSpPr>
            <a:spLocks noGrp="1"/>
          </p:cNvSpPr>
          <p:nvPr>
            <p:ph sz="quarter" idx="25" hasCustomPrompt="1"/>
          </p:nvPr>
        </p:nvSpPr>
        <p:spPr>
          <a:xfrm>
            <a:off x="4874396" y="886109"/>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35" name="Content Placeholder 23">
            <a:extLst>
              <a:ext uri="{FF2B5EF4-FFF2-40B4-BE49-F238E27FC236}">
                <a16:creationId xmlns:a16="http://schemas.microsoft.com/office/drawing/2014/main" id="{1A07EF63-2088-9EA0-EC20-98EE11B0CFED}"/>
              </a:ext>
            </a:extLst>
          </p:cNvPr>
          <p:cNvSpPr>
            <a:spLocks noGrp="1"/>
          </p:cNvSpPr>
          <p:nvPr>
            <p:ph sz="quarter" idx="26" hasCustomPrompt="1"/>
          </p:nvPr>
        </p:nvSpPr>
        <p:spPr>
          <a:xfrm>
            <a:off x="4874396" y="1413126"/>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36" name="Content Placeholder 23">
            <a:extLst>
              <a:ext uri="{FF2B5EF4-FFF2-40B4-BE49-F238E27FC236}">
                <a16:creationId xmlns:a16="http://schemas.microsoft.com/office/drawing/2014/main" id="{AF0DA902-6068-5700-F6EE-56565C11B296}"/>
              </a:ext>
            </a:extLst>
          </p:cNvPr>
          <p:cNvSpPr>
            <a:spLocks noGrp="1"/>
          </p:cNvSpPr>
          <p:nvPr>
            <p:ph sz="quarter" idx="27" hasCustomPrompt="1"/>
          </p:nvPr>
        </p:nvSpPr>
        <p:spPr>
          <a:xfrm>
            <a:off x="4874396" y="1940143"/>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37" name="Content Placeholder 23">
            <a:extLst>
              <a:ext uri="{FF2B5EF4-FFF2-40B4-BE49-F238E27FC236}">
                <a16:creationId xmlns:a16="http://schemas.microsoft.com/office/drawing/2014/main" id="{25E03AE6-16F6-41CA-0E00-924F69DF4912}"/>
              </a:ext>
            </a:extLst>
          </p:cNvPr>
          <p:cNvSpPr>
            <a:spLocks noGrp="1"/>
          </p:cNvSpPr>
          <p:nvPr>
            <p:ph sz="quarter" idx="28" hasCustomPrompt="1"/>
          </p:nvPr>
        </p:nvSpPr>
        <p:spPr>
          <a:xfrm>
            <a:off x="4874396" y="2467160"/>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38" name="Content Placeholder 23">
            <a:extLst>
              <a:ext uri="{FF2B5EF4-FFF2-40B4-BE49-F238E27FC236}">
                <a16:creationId xmlns:a16="http://schemas.microsoft.com/office/drawing/2014/main" id="{E72DCAC9-8695-0F0F-0D5B-3F8B3EE820E7}"/>
              </a:ext>
            </a:extLst>
          </p:cNvPr>
          <p:cNvSpPr>
            <a:spLocks noGrp="1"/>
          </p:cNvSpPr>
          <p:nvPr>
            <p:ph sz="quarter" idx="29" hasCustomPrompt="1"/>
          </p:nvPr>
        </p:nvSpPr>
        <p:spPr>
          <a:xfrm>
            <a:off x="4874396" y="2994177"/>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39" name="Content Placeholder 23">
            <a:extLst>
              <a:ext uri="{FF2B5EF4-FFF2-40B4-BE49-F238E27FC236}">
                <a16:creationId xmlns:a16="http://schemas.microsoft.com/office/drawing/2014/main" id="{CD4018D4-B3F4-77F3-C060-FFB77DE5F9AB}"/>
              </a:ext>
            </a:extLst>
          </p:cNvPr>
          <p:cNvSpPr>
            <a:spLocks noGrp="1"/>
          </p:cNvSpPr>
          <p:nvPr>
            <p:ph sz="quarter" idx="30" hasCustomPrompt="1"/>
          </p:nvPr>
        </p:nvSpPr>
        <p:spPr>
          <a:xfrm>
            <a:off x="4874396" y="3521194"/>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40" name="Content Placeholder 23">
            <a:extLst>
              <a:ext uri="{FF2B5EF4-FFF2-40B4-BE49-F238E27FC236}">
                <a16:creationId xmlns:a16="http://schemas.microsoft.com/office/drawing/2014/main" id="{5129D140-6B35-93B9-ECFD-9DD38DF9C9EE}"/>
              </a:ext>
            </a:extLst>
          </p:cNvPr>
          <p:cNvSpPr>
            <a:spLocks noGrp="1"/>
          </p:cNvSpPr>
          <p:nvPr>
            <p:ph sz="quarter" idx="31" hasCustomPrompt="1"/>
          </p:nvPr>
        </p:nvSpPr>
        <p:spPr>
          <a:xfrm>
            <a:off x="4874396" y="4048211"/>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41" name="Content Placeholder 23">
            <a:extLst>
              <a:ext uri="{FF2B5EF4-FFF2-40B4-BE49-F238E27FC236}">
                <a16:creationId xmlns:a16="http://schemas.microsoft.com/office/drawing/2014/main" id="{D484B4F0-E152-286D-3449-ED986EF2A5C3}"/>
              </a:ext>
            </a:extLst>
          </p:cNvPr>
          <p:cNvSpPr>
            <a:spLocks noGrp="1"/>
          </p:cNvSpPr>
          <p:nvPr>
            <p:ph sz="quarter" idx="32" hasCustomPrompt="1"/>
          </p:nvPr>
        </p:nvSpPr>
        <p:spPr>
          <a:xfrm>
            <a:off x="4874396" y="4575228"/>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47" name="Text Placeholder 2">
            <a:extLst>
              <a:ext uri="{FF2B5EF4-FFF2-40B4-BE49-F238E27FC236}">
                <a16:creationId xmlns:a16="http://schemas.microsoft.com/office/drawing/2014/main" id="{A6AEDD94-6081-10CA-C570-ECAD1902B72C}"/>
              </a:ext>
            </a:extLst>
          </p:cNvPr>
          <p:cNvSpPr>
            <a:spLocks noGrp="1"/>
          </p:cNvSpPr>
          <p:nvPr>
            <p:ph type="body" sz="quarter" idx="33" hasCustomPrompt="1"/>
          </p:nvPr>
        </p:nvSpPr>
        <p:spPr>
          <a:xfrm>
            <a:off x="6608247" y="5160817"/>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48" name="Content Placeholder 23">
            <a:extLst>
              <a:ext uri="{FF2B5EF4-FFF2-40B4-BE49-F238E27FC236}">
                <a16:creationId xmlns:a16="http://schemas.microsoft.com/office/drawing/2014/main" id="{E586D051-24CF-3ACC-52EE-567998A60C9B}"/>
              </a:ext>
            </a:extLst>
          </p:cNvPr>
          <p:cNvSpPr>
            <a:spLocks noGrp="1"/>
          </p:cNvSpPr>
          <p:nvPr>
            <p:ph sz="quarter" idx="34" hasCustomPrompt="1"/>
          </p:nvPr>
        </p:nvSpPr>
        <p:spPr>
          <a:xfrm>
            <a:off x="4874396" y="5102245"/>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Tree>
    <p:extLst>
      <p:ext uri="{BB962C8B-B14F-4D97-AF65-F5344CB8AC3E}">
        <p14:creationId xmlns:p14="http://schemas.microsoft.com/office/powerpoint/2010/main" val="399812313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Full Margi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CD0B-E043-57DD-198E-A4CFB624345D}"/>
              </a:ext>
            </a:extLst>
          </p:cNvPr>
          <p:cNvSpPr>
            <a:spLocks noGrp="1"/>
          </p:cNvSpPr>
          <p:nvPr>
            <p:ph type="title" hasCustomPrompt="1"/>
          </p:nvPr>
        </p:nvSpPr>
        <p:spPr/>
        <p:txBody>
          <a:bodyPr/>
          <a:lstStyle/>
          <a:p>
            <a:r>
              <a:rPr lang="en-US"/>
              <a:t>Click to Edit Title</a:t>
            </a:r>
          </a:p>
        </p:txBody>
      </p:sp>
      <p:sp>
        <p:nvSpPr>
          <p:cNvPr id="4" name="Content Placeholder 3">
            <a:extLst>
              <a:ext uri="{FF2B5EF4-FFF2-40B4-BE49-F238E27FC236}">
                <a16:creationId xmlns:a16="http://schemas.microsoft.com/office/drawing/2014/main" id="{FB3CAA8F-9897-3EA9-A04B-2572C12CC583}"/>
              </a:ext>
            </a:extLst>
          </p:cNvPr>
          <p:cNvSpPr>
            <a:spLocks noGrp="1"/>
          </p:cNvSpPr>
          <p:nvPr>
            <p:ph sz="quarter" idx="10"/>
          </p:nvPr>
        </p:nvSpPr>
        <p:spPr>
          <a:xfrm>
            <a:off x="723900" y="1630016"/>
            <a:ext cx="10728325" cy="442982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801948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 Intro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CD0B-E043-57DD-198E-A4CFB624345D}"/>
              </a:ext>
            </a:extLst>
          </p:cNvPr>
          <p:cNvSpPr>
            <a:spLocks noGrp="1"/>
          </p:cNvSpPr>
          <p:nvPr>
            <p:ph type="title" hasCustomPrompt="1"/>
          </p:nvPr>
        </p:nvSpPr>
        <p:spPr/>
        <p:txBody>
          <a:bodyPr>
            <a:noAutofit/>
          </a:bodyPr>
          <a:lstStyle/>
          <a:p>
            <a:r>
              <a:rPr lang="en-US"/>
              <a:t>Click to Edit Title</a:t>
            </a:r>
          </a:p>
        </p:txBody>
      </p:sp>
      <p:sp>
        <p:nvSpPr>
          <p:cNvPr id="4" name="Content Placeholder 3">
            <a:extLst>
              <a:ext uri="{FF2B5EF4-FFF2-40B4-BE49-F238E27FC236}">
                <a16:creationId xmlns:a16="http://schemas.microsoft.com/office/drawing/2014/main" id="{FB3CAA8F-9897-3EA9-A04B-2572C12CC583}"/>
              </a:ext>
            </a:extLst>
          </p:cNvPr>
          <p:cNvSpPr>
            <a:spLocks noGrp="1"/>
          </p:cNvSpPr>
          <p:nvPr>
            <p:ph sz="quarter" idx="10"/>
          </p:nvPr>
        </p:nvSpPr>
        <p:spPr>
          <a:xfrm>
            <a:off x="723900" y="2491410"/>
            <a:ext cx="10744202" cy="3568428"/>
          </a:xfrm>
          <a:prstGeom prst="rect">
            <a:avLst/>
          </a:prstGeom>
        </p:spPr>
        <p:txBody>
          <a:bodyPr lIns="201168">
            <a:noAutofit/>
          </a:bodyPr>
          <a:lstStyle>
            <a:lvl1pPr>
              <a:defRPr sz="2000" baseline="0"/>
            </a:lvl1pPr>
            <a:lvl2pPr>
              <a:defRPr baseline="0"/>
            </a:lvl2pPr>
            <a:lvl3pPr>
              <a:defRPr baseline="0"/>
            </a:lvl3pPr>
            <a:lvl4pPr>
              <a:defRPr baseline="0"/>
            </a:lvl4pPr>
            <a:lvl5pPr>
              <a:defRPr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a:extLst>
              <a:ext uri="{FF2B5EF4-FFF2-40B4-BE49-F238E27FC236}">
                <a16:creationId xmlns:a16="http://schemas.microsoft.com/office/drawing/2014/main" id="{EF58F209-44F8-1944-A5D9-0DE8BAAC22F6}"/>
              </a:ext>
            </a:extLst>
          </p:cNvPr>
          <p:cNvSpPr>
            <a:spLocks noGrp="1"/>
          </p:cNvSpPr>
          <p:nvPr>
            <p:ph type="body" sz="quarter" idx="12" hasCustomPrompt="1"/>
          </p:nvPr>
        </p:nvSpPr>
        <p:spPr>
          <a:xfrm>
            <a:off x="722376" y="1630016"/>
            <a:ext cx="10745726" cy="725725"/>
          </a:xfrm>
          <a:prstGeom prst="rect">
            <a:avLst/>
          </a:prstGeom>
        </p:spPr>
        <p:txBody>
          <a:bodyPr lIns="201168" tIns="0">
            <a:noAutofit/>
          </a:bodyPr>
          <a:lstStyle>
            <a:lvl1pPr>
              <a:lnSpc>
                <a:spcPts val="2800"/>
              </a:lnSpc>
              <a:spcBef>
                <a:spcPts val="0"/>
              </a:spcBef>
              <a:spcAft>
                <a:spcPts val="0"/>
              </a:spcAft>
              <a:defRPr sz="2000" b="1" i="0">
                <a:latin typeface="Avenir Heavy" panose="02000503020000020003" pitchFamily="2" charset="0"/>
              </a:defRPr>
            </a:lvl1pPr>
          </a:lstStyle>
          <a:p>
            <a:pPr lvl="0"/>
            <a:r>
              <a:rPr lang="en-US"/>
              <a:t>Click to edit subtitle</a:t>
            </a:r>
          </a:p>
        </p:txBody>
      </p:sp>
    </p:spTree>
    <p:extLst>
      <p:ext uri="{BB962C8B-B14F-4D97-AF65-F5344CB8AC3E}">
        <p14:creationId xmlns:p14="http://schemas.microsoft.com/office/powerpoint/2010/main" val="352983961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CD0B-E043-57DD-198E-A4CFB624345D}"/>
              </a:ext>
            </a:extLst>
          </p:cNvPr>
          <p:cNvSpPr>
            <a:spLocks noGrp="1"/>
          </p:cNvSpPr>
          <p:nvPr>
            <p:ph type="title" hasCustomPrompt="1"/>
          </p:nvPr>
        </p:nvSpPr>
        <p:spPr/>
        <p:txBody>
          <a:bodyPr>
            <a:noAutofit/>
          </a:bodyPr>
          <a:lstStyle/>
          <a:p>
            <a:r>
              <a:rPr lang="en-US"/>
              <a:t>Click to Edit Title</a:t>
            </a:r>
          </a:p>
        </p:txBody>
      </p:sp>
      <p:sp>
        <p:nvSpPr>
          <p:cNvPr id="4" name="Content Placeholder 3">
            <a:extLst>
              <a:ext uri="{FF2B5EF4-FFF2-40B4-BE49-F238E27FC236}">
                <a16:creationId xmlns:a16="http://schemas.microsoft.com/office/drawing/2014/main" id="{FB3CAA8F-9897-3EA9-A04B-2572C12CC583}"/>
              </a:ext>
            </a:extLst>
          </p:cNvPr>
          <p:cNvSpPr>
            <a:spLocks noGrp="1"/>
          </p:cNvSpPr>
          <p:nvPr>
            <p:ph sz="quarter" idx="10" hasCustomPrompt="1"/>
          </p:nvPr>
        </p:nvSpPr>
        <p:spPr>
          <a:xfrm>
            <a:off x="723900" y="1630017"/>
            <a:ext cx="5189878" cy="4439479"/>
          </a:xfrm>
          <a:prstGeom prst="rect">
            <a:avLst/>
          </a:prstGeom>
        </p:spPr>
        <p:txBody>
          <a:bodyPr lIns="228600">
            <a:noAutofit/>
          </a:bodyPr>
          <a:lstStyle/>
          <a:p>
            <a:pPr lvl="0"/>
            <a:r>
              <a:rPr lang="en-US"/>
              <a:t>Click to edit first level</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842E74B6-B0B7-8C8C-6E21-66BE8A1FD403}"/>
              </a:ext>
            </a:extLst>
          </p:cNvPr>
          <p:cNvSpPr>
            <a:spLocks noGrp="1"/>
          </p:cNvSpPr>
          <p:nvPr>
            <p:ph sz="quarter" idx="11" hasCustomPrompt="1"/>
          </p:nvPr>
        </p:nvSpPr>
        <p:spPr>
          <a:xfrm>
            <a:off x="6278224" y="1630017"/>
            <a:ext cx="5189878" cy="4439479"/>
          </a:xfrm>
          <a:prstGeom prst="rect">
            <a:avLst/>
          </a:prstGeom>
        </p:spPr>
        <p:txBody>
          <a:bodyPr lIns="228600">
            <a:noAutofit/>
          </a:bodyPr>
          <a:lstStyle/>
          <a:p>
            <a:pPr lvl="0"/>
            <a:r>
              <a:rPr lang="en-US"/>
              <a:t>Click to edit first level</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993353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Column +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CD0B-E043-57DD-198E-A4CFB624345D}"/>
              </a:ext>
            </a:extLst>
          </p:cNvPr>
          <p:cNvSpPr>
            <a:spLocks noGrp="1"/>
          </p:cNvSpPr>
          <p:nvPr>
            <p:ph type="title" hasCustomPrompt="1"/>
          </p:nvPr>
        </p:nvSpPr>
        <p:spPr>
          <a:xfrm>
            <a:off x="724427" y="447124"/>
            <a:ext cx="5189352" cy="1051687"/>
          </a:xfrm>
        </p:spPr>
        <p:txBody>
          <a:bodyPr/>
          <a:lstStyle/>
          <a:p>
            <a:r>
              <a:rPr lang="en-US"/>
              <a:t>Click to Edit Title</a:t>
            </a:r>
          </a:p>
        </p:txBody>
      </p:sp>
      <p:sp>
        <p:nvSpPr>
          <p:cNvPr id="4" name="Content Placeholder 3">
            <a:extLst>
              <a:ext uri="{FF2B5EF4-FFF2-40B4-BE49-F238E27FC236}">
                <a16:creationId xmlns:a16="http://schemas.microsoft.com/office/drawing/2014/main" id="{FB3CAA8F-9897-3EA9-A04B-2572C12CC583}"/>
              </a:ext>
            </a:extLst>
          </p:cNvPr>
          <p:cNvSpPr>
            <a:spLocks noGrp="1"/>
          </p:cNvSpPr>
          <p:nvPr>
            <p:ph sz="quarter" idx="10" hasCustomPrompt="1"/>
          </p:nvPr>
        </p:nvSpPr>
        <p:spPr>
          <a:xfrm>
            <a:off x="723900" y="1630017"/>
            <a:ext cx="5189878" cy="4439479"/>
          </a:xfrm>
          <a:prstGeom prst="rect">
            <a:avLst/>
          </a:prstGeom>
        </p:spPr>
        <p:txBody>
          <a:bodyPr lIns="228600"/>
          <a:lstStyle>
            <a:lvl1pPr marL="0" marR="0" indent="0" algn="l" defTabSz="529849" rtl="0" eaLnBrk="1" fontAlgn="auto" latinLnBrk="0" hangingPunct="1">
              <a:lnSpc>
                <a:spcPct val="148000"/>
              </a:lnSpc>
              <a:spcBef>
                <a:spcPts val="100"/>
              </a:spcBef>
              <a:spcAft>
                <a:spcPts val="600"/>
              </a:spcAft>
              <a:buClr>
                <a:schemeClr val="accent2"/>
              </a:buClr>
              <a:buSzTx/>
              <a:buFont typeface="Arial" panose="020B0604020202020204" pitchFamily="34" charset="0"/>
              <a:buNone/>
              <a:tabLst/>
              <a:defRPr/>
            </a:lvl1pPr>
          </a:lstStyle>
          <a:p>
            <a:pPr marL="0" marR="0" lvl="0" indent="0" algn="l" defTabSz="529849" rtl="0" eaLnBrk="1" fontAlgn="auto" latinLnBrk="0" hangingPunct="1">
              <a:lnSpc>
                <a:spcPct val="148000"/>
              </a:lnSpc>
              <a:spcBef>
                <a:spcPts val="100"/>
              </a:spcBef>
              <a:spcAft>
                <a:spcPts val="600"/>
              </a:spcAft>
              <a:buClr>
                <a:schemeClr val="accent2"/>
              </a:buClr>
              <a:buSzTx/>
              <a:buFont typeface="Arial" panose="020B0604020202020204" pitchFamily="34" charset="0"/>
              <a:buNone/>
              <a:tabLst/>
              <a:defRPr/>
            </a:pPr>
            <a:r>
              <a:rPr lang="en-US"/>
              <a:t>Click to edit first level</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0C3FA70A-CDF4-85BB-A9DC-F04D72134D04}"/>
              </a:ext>
            </a:extLst>
          </p:cNvPr>
          <p:cNvSpPr>
            <a:spLocks noGrp="1"/>
          </p:cNvSpPr>
          <p:nvPr>
            <p:ph type="pic" sz="quarter" idx="11"/>
          </p:nvPr>
        </p:nvSpPr>
        <p:spPr>
          <a:xfrm>
            <a:off x="6197600" y="0"/>
            <a:ext cx="5994400" cy="6858000"/>
          </a:xfrm>
        </p:spPr>
        <p:txBody>
          <a:bodyPr/>
          <a:lstStyle/>
          <a:p>
            <a:r>
              <a:rPr lang="en-US"/>
              <a:t>Click icon to add picture</a:t>
            </a:r>
          </a:p>
        </p:txBody>
      </p:sp>
    </p:spTree>
    <p:extLst>
      <p:ext uri="{BB962C8B-B14F-4D97-AF65-F5344CB8AC3E}">
        <p14:creationId xmlns:p14="http://schemas.microsoft.com/office/powerpoint/2010/main" val="42492696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CD0B-E043-57DD-198E-A4CFB624345D}"/>
              </a:ext>
            </a:extLst>
          </p:cNvPr>
          <p:cNvSpPr>
            <a:spLocks noGrp="1"/>
          </p:cNvSpPr>
          <p:nvPr>
            <p:ph type="title" hasCustomPrompt="1"/>
          </p:nvPr>
        </p:nvSpPr>
        <p:spPr/>
        <p:txBody>
          <a:bodyPr>
            <a:noAutofit/>
          </a:bodyPr>
          <a:lstStyle/>
          <a:p>
            <a:r>
              <a:rPr lang="en-US"/>
              <a:t>Click to Edit Title</a:t>
            </a:r>
          </a:p>
        </p:txBody>
      </p:sp>
      <p:sp>
        <p:nvSpPr>
          <p:cNvPr id="4" name="Content Placeholder 3">
            <a:extLst>
              <a:ext uri="{FF2B5EF4-FFF2-40B4-BE49-F238E27FC236}">
                <a16:creationId xmlns:a16="http://schemas.microsoft.com/office/drawing/2014/main" id="{FB3CAA8F-9897-3EA9-A04B-2572C12CC583}"/>
              </a:ext>
            </a:extLst>
          </p:cNvPr>
          <p:cNvSpPr>
            <a:spLocks noGrp="1"/>
          </p:cNvSpPr>
          <p:nvPr>
            <p:ph sz="quarter" idx="10"/>
          </p:nvPr>
        </p:nvSpPr>
        <p:spPr>
          <a:xfrm>
            <a:off x="723900" y="2491410"/>
            <a:ext cx="5189878" cy="3568428"/>
          </a:xfrm>
          <a:prstGeom prst="rect">
            <a:avLst/>
          </a:prstGeom>
        </p:spPr>
        <p:txBody>
          <a:bodyPr lIns="201168">
            <a:noAutofit/>
          </a:bodyPr>
          <a:lstStyle>
            <a:lvl1pPr>
              <a:defRPr sz="2200" baseline="0"/>
            </a:lvl1pPr>
            <a:lvl2pPr>
              <a:defRPr baseline="0"/>
            </a:lvl2pPr>
            <a:lvl3pPr>
              <a:defRPr baseline="0"/>
            </a:lvl3pPr>
            <a:lvl4pPr>
              <a:defRPr baseline="0"/>
            </a:lvl4pPr>
            <a:lvl5pPr>
              <a:defRPr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842E74B6-B0B7-8C8C-6E21-66BE8A1FD403}"/>
              </a:ext>
            </a:extLst>
          </p:cNvPr>
          <p:cNvSpPr>
            <a:spLocks noGrp="1"/>
          </p:cNvSpPr>
          <p:nvPr>
            <p:ph sz="quarter" idx="11"/>
          </p:nvPr>
        </p:nvSpPr>
        <p:spPr>
          <a:xfrm>
            <a:off x="6278224" y="2491410"/>
            <a:ext cx="5189878" cy="3568428"/>
          </a:xfrm>
          <a:prstGeom prst="rect">
            <a:avLst/>
          </a:prstGeom>
        </p:spPr>
        <p:txBody>
          <a:bodyPr lIns="201168">
            <a:noAutofit/>
          </a:bodyPr>
          <a:lstStyle>
            <a:lvl1pPr>
              <a:defRPr sz="2200" baseline="0"/>
            </a:lvl1pPr>
            <a:lvl2pPr>
              <a:defRPr baseline="0"/>
            </a:lvl2pPr>
            <a:lvl3pPr>
              <a:defRPr baseline="0"/>
            </a:lvl3pPr>
            <a:lvl4pPr>
              <a:defRPr baseline="0"/>
            </a:lvl4pPr>
            <a:lvl5pPr>
              <a:defRPr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a:extLst>
              <a:ext uri="{FF2B5EF4-FFF2-40B4-BE49-F238E27FC236}">
                <a16:creationId xmlns:a16="http://schemas.microsoft.com/office/drawing/2014/main" id="{EF58F209-44F8-1944-A5D9-0DE8BAAC22F6}"/>
              </a:ext>
            </a:extLst>
          </p:cNvPr>
          <p:cNvSpPr>
            <a:spLocks noGrp="1"/>
          </p:cNvSpPr>
          <p:nvPr>
            <p:ph type="body" sz="quarter" idx="12" hasCustomPrompt="1"/>
          </p:nvPr>
        </p:nvSpPr>
        <p:spPr>
          <a:xfrm>
            <a:off x="722376" y="1630017"/>
            <a:ext cx="5189538" cy="621792"/>
          </a:xfrm>
          <a:prstGeom prst="rect">
            <a:avLst/>
          </a:prstGeom>
        </p:spPr>
        <p:txBody>
          <a:bodyPr lIns="201168" tIns="0">
            <a:noAutofit/>
          </a:bodyPr>
          <a:lstStyle>
            <a:lvl1pPr>
              <a:lnSpc>
                <a:spcPts val="2800"/>
              </a:lnSpc>
              <a:spcBef>
                <a:spcPts val="0"/>
              </a:spcBef>
              <a:spcAft>
                <a:spcPts val="0"/>
              </a:spcAft>
              <a:defRPr sz="2200" b="1" i="0" baseline="0">
                <a:latin typeface="Avenir Heavy" panose="02000503020000020003" pitchFamily="2" charset="0"/>
              </a:defRPr>
            </a:lvl1pPr>
          </a:lstStyle>
          <a:p>
            <a:pPr lvl="0"/>
            <a:r>
              <a:rPr lang="en-US"/>
              <a:t>Click to edit column intro</a:t>
            </a:r>
          </a:p>
        </p:txBody>
      </p:sp>
      <p:sp>
        <p:nvSpPr>
          <p:cNvPr id="11" name="Text Placeholder 10">
            <a:extLst>
              <a:ext uri="{FF2B5EF4-FFF2-40B4-BE49-F238E27FC236}">
                <a16:creationId xmlns:a16="http://schemas.microsoft.com/office/drawing/2014/main" id="{ECDC26AF-0857-143E-9DFD-3C8E94B70437}"/>
              </a:ext>
            </a:extLst>
          </p:cNvPr>
          <p:cNvSpPr>
            <a:spLocks noGrp="1"/>
          </p:cNvSpPr>
          <p:nvPr>
            <p:ph type="body" sz="quarter" idx="13" hasCustomPrompt="1"/>
          </p:nvPr>
        </p:nvSpPr>
        <p:spPr>
          <a:xfrm>
            <a:off x="6278564" y="1622425"/>
            <a:ext cx="5193792" cy="621792"/>
          </a:xfrm>
          <a:prstGeom prst="rect">
            <a:avLst/>
          </a:prstGeom>
        </p:spPr>
        <p:txBody>
          <a:bodyPr vert="horz" lIns="201168" tIns="0" rIns="91440" bIns="45720" rtlCol="0">
            <a:noAutofit/>
          </a:bodyPr>
          <a:lstStyle>
            <a:lvl1pPr marL="0" indent="0" algn="l" defTabSz="529849" rtl="0" eaLnBrk="1" latinLnBrk="0" hangingPunct="1">
              <a:lnSpc>
                <a:spcPts val="2800"/>
              </a:lnSpc>
              <a:spcBef>
                <a:spcPts val="0"/>
              </a:spcBef>
              <a:spcAft>
                <a:spcPts val="0"/>
              </a:spcAft>
              <a:buClr>
                <a:schemeClr val="accent2"/>
              </a:buClr>
              <a:buFont typeface="Arial" panose="020B0604020202020204" pitchFamily="34" charset="0"/>
              <a:buNone/>
              <a:defRPr lang="en-US" sz="2200" b="1" i="0" kern="1200" baseline="0" dirty="0">
                <a:solidFill>
                  <a:schemeClr val="tx1"/>
                </a:solidFill>
                <a:latin typeface="Avenir Heavy" panose="02000503020000020003" pitchFamily="2" charset="0"/>
                <a:ea typeface="+mn-ea"/>
                <a:cs typeface="Arial"/>
              </a:defRPr>
            </a:lvl1pPr>
          </a:lstStyle>
          <a:p>
            <a:pPr marL="0" lvl="0" indent="0" algn="l" defTabSz="529849" rtl="0" eaLnBrk="1" latinLnBrk="0" hangingPunct="1">
              <a:lnSpc>
                <a:spcPts val="2800"/>
              </a:lnSpc>
              <a:spcBef>
                <a:spcPts val="0"/>
              </a:spcBef>
              <a:spcAft>
                <a:spcPts val="0"/>
              </a:spcAft>
              <a:buClr>
                <a:schemeClr val="accent2"/>
              </a:buClr>
              <a:buFont typeface="Arial" panose="020B0604020202020204" pitchFamily="34" charset="0"/>
              <a:buNone/>
            </a:pPr>
            <a:r>
              <a:rPr lang="en-US"/>
              <a:t>Click to edit column intro</a:t>
            </a:r>
          </a:p>
        </p:txBody>
      </p:sp>
    </p:spTree>
    <p:extLst>
      <p:ext uri="{BB962C8B-B14F-4D97-AF65-F5344CB8AC3E}">
        <p14:creationId xmlns:p14="http://schemas.microsoft.com/office/powerpoint/2010/main" val="21088478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cxnSp>
        <p:nvCxnSpPr>
          <p:cNvPr id="7" name="Straight Connector 6">
            <a:extLst>
              <a:ext uri="{FF2B5EF4-FFF2-40B4-BE49-F238E27FC236}">
                <a16:creationId xmlns:a16="http://schemas.microsoft.com/office/drawing/2014/main" id="{4F8E2DDF-5A93-3A8D-50CB-22D9B899DC27}"/>
              </a:ext>
            </a:extLst>
          </p:cNvPr>
          <p:cNvCxnSpPr>
            <a:cxnSpLocks/>
          </p:cNvCxnSpPr>
          <p:nvPr userDrawn="1"/>
        </p:nvCxnSpPr>
        <p:spPr>
          <a:xfrm>
            <a:off x="724421" y="1508912"/>
            <a:ext cx="10730366" cy="0"/>
          </a:xfrm>
          <a:prstGeom prst="line">
            <a:avLst/>
          </a:prstGeom>
          <a:ln w="3175">
            <a:solidFill>
              <a:srgbClr val="706F7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272619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992723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3-Column Image">
    <p:spTree>
      <p:nvGrpSpPr>
        <p:cNvPr id="1" name=""/>
        <p:cNvGrpSpPr/>
        <p:nvPr/>
      </p:nvGrpSpPr>
      <p:grpSpPr>
        <a:xfrm>
          <a:off x="0" y="0"/>
          <a:ext cx="0" cy="0"/>
          <a:chOff x="0" y="0"/>
          <a:chExt cx="0" cy="0"/>
        </a:xfrm>
      </p:grpSpPr>
      <p:sp>
        <p:nvSpPr>
          <p:cNvPr id="2" name="Picture Placeholder 2"/>
          <p:cNvSpPr>
            <a:spLocks noGrp="1"/>
          </p:cNvSpPr>
          <p:nvPr>
            <p:ph type="pic" sz="quarter" idx="10"/>
          </p:nvPr>
        </p:nvSpPr>
        <p:spPr>
          <a:xfrm>
            <a:off x="8335619" y="1076183"/>
            <a:ext cx="3856383" cy="3807248"/>
          </a:xfrm>
          <a:prstGeom prst="rect">
            <a:avLst/>
          </a:prstGeom>
        </p:spPr>
        <p:txBody>
          <a:bodyPr/>
          <a:lstStyle/>
          <a:p>
            <a:r>
              <a:rPr lang="en-US"/>
              <a:t>Click icon to add picture</a:t>
            </a:r>
            <a:endParaRPr lang="id-ID"/>
          </a:p>
        </p:txBody>
      </p:sp>
      <p:sp>
        <p:nvSpPr>
          <p:cNvPr id="3" name="Picture Placeholder 2"/>
          <p:cNvSpPr>
            <a:spLocks noGrp="1"/>
          </p:cNvSpPr>
          <p:nvPr>
            <p:ph type="pic" sz="quarter" idx="11"/>
          </p:nvPr>
        </p:nvSpPr>
        <p:spPr>
          <a:xfrm>
            <a:off x="4" y="1076183"/>
            <a:ext cx="3935897" cy="3807248"/>
          </a:xfrm>
          <a:prstGeom prst="rect">
            <a:avLst/>
          </a:prstGeom>
        </p:spPr>
        <p:txBody>
          <a:bodyPr/>
          <a:lstStyle/>
          <a:p>
            <a:r>
              <a:rPr lang="en-US"/>
              <a:t>Click icon to add picture</a:t>
            </a:r>
            <a:endParaRPr lang="id-ID"/>
          </a:p>
        </p:txBody>
      </p:sp>
      <p:sp>
        <p:nvSpPr>
          <p:cNvPr id="4" name="Picture Placeholder 2"/>
          <p:cNvSpPr>
            <a:spLocks noGrp="1"/>
          </p:cNvSpPr>
          <p:nvPr>
            <p:ph type="pic" sz="quarter" idx="12"/>
          </p:nvPr>
        </p:nvSpPr>
        <p:spPr>
          <a:xfrm>
            <a:off x="4108174" y="1076183"/>
            <a:ext cx="4055164" cy="3807248"/>
          </a:xfrm>
          <a:prstGeom prst="rect">
            <a:avLst/>
          </a:prstGeom>
        </p:spPr>
        <p:txBody>
          <a:bodyPr/>
          <a:lstStyle/>
          <a:p>
            <a:r>
              <a:rPr lang="en-US"/>
              <a:t>Click icon to add picture</a:t>
            </a:r>
            <a:endParaRPr lang="id-ID"/>
          </a:p>
        </p:txBody>
      </p:sp>
      <p:sp>
        <p:nvSpPr>
          <p:cNvPr id="7" name="Title 1">
            <a:extLst>
              <a:ext uri="{FF2B5EF4-FFF2-40B4-BE49-F238E27FC236}">
                <a16:creationId xmlns:a16="http://schemas.microsoft.com/office/drawing/2014/main" id="{C21FE345-07CF-C480-9E48-D7AA049A470B}"/>
              </a:ext>
            </a:extLst>
          </p:cNvPr>
          <p:cNvSpPr>
            <a:spLocks noGrp="1"/>
          </p:cNvSpPr>
          <p:nvPr>
            <p:ph type="title" hasCustomPrompt="1"/>
          </p:nvPr>
        </p:nvSpPr>
        <p:spPr>
          <a:xfrm>
            <a:off x="724426" y="4892333"/>
            <a:ext cx="10751957" cy="1051687"/>
          </a:xfrm>
        </p:spPr>
        <p:txBody>
          <a:bodyPr/>
          <a:lstStyle/>
          <a:p>
            <a:r>
              <a:rPr lang="en-US"/>
              <a:t>Click to Edit Title</a:t>
            </a:r>
          </a:p>
        </p:txBody>
      </p:sp>
    </p:spTree>
    <p:extLst>
      <p:ext uri="{BB962C8B-B14F-4D97-AF65-F5344CB8AC3E}">
        <p14:creationId xmlns:p14="http://schemas.microsoft.com/office/powerpoint/2010/main" val="9320925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op Imag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724425" y="1090670"/>
            <a:ext cx="10725450" cy="3455801"/>
          </a:xfrm>
          <a:prstGeom prst="rect">
            <a:avLst/>
          </a:prstGeom>
        </p:spPr>
        <p:txBody>
          <a:bodyPr>
            <a:noAutofit/>
          </a:bodyPr>
          <a:lstStyle/>
          <a:p>
            <a:r>
              <a:rPr lang="en-US"/>
              <a:t>Click icon to add picture</a:t>
            </a:r>
          </a:p>
        </p:txBody>
      </p:sp>
      <p:sp>
        <p:nvSpPr>
          <p:cNvPr id="5" name="Title 21">
            <a:extLst>
              <a:ext uri="{FF2B5EF4-FFF2-40B4-BE49-F238E27FC236}">
                <a16:creationId xmlns:a16="http://schemas.microsoft.com/office/drawing/2014/main" id="{D89DDDC0-7044-0206-0041-814FB4CD0484}"/>
              </a:ext>
            </a:extLst>
          </p:cNvPr>
          <p:cNvSpPr>
            <a:spLocks noGrp="1"/>
          </p:cNvSpPr>
          <p:nvPr>
            <p:ph type="title" hasCustomPrompt="1"/>
          </p:nvPr>
        </p:nvSpPr>
        <p:spPr>
          <a:xfrm>
            <a:off x="724427" y="4892333"/>
            <a:ext cx="10725450" cy="1051687"/>
          </a:xfrm>
        </p:spPr>
        <p:txBody>
          <a:bodyPr>
            <a:noAutofit/>
          </a:bodyPr>
          <a:lstStyle>
            <a:lvl1pPr>
              <a:defRPr sz="2800" baseline="0"/>
            </a:lvl1pPr>
          </a:lstStyle>
          <a:p>
            <a:r>
              <a:rPr lang="en-US"/>
              <a:t>Click to Edit Title</a:t>
            </a:r>
          </a:p>
        </p:txBody>
      </p:sp>
    </p:spTree>
    <p:extLst>
      <p:ext uri="{BB962C8B-B14F-4D97-AF65-F5344CB8AC3E}">
        <p14:creationId xmlns:p14="http://schemas.microsoft.com/office/powerpoint/2010/main" val="38800952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Cover_Back + Contact Inf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descr="Document Title"/>
          <p:cNvSpPr>
            <a:spLocks noGrp="1"/>
          </p:cNvSpPr>
          <p:nvPr>
            <p:ph type="ctrTitle" hasCustomPrompt="1"/>
          </p:nvPr>
        </p:nvSpPr>
        <p:spPr>
          <a:xfrm>
            <a:off x="1749999" y="1728409"/>
            <a:ext cx="6479601" cy="2387599"/>
          </a:xfrm>
        </p:spPr>
        <p:txBody>
          <a:bodyPr anchor="b">
            <a:noAutofit/>
          </a:bodyPr>
          <a:lstStyle>
            <a:lvl1pPr marL="411480" indent="-411480" algn="l">
              <a:lnSpc>
                <a:spcPct val="100000"/>
              </a:lnSpc>
              <a:spcBef>
                <a:spcPts val="600"/>
              </a:spcBef>
              <a:spcAft>
                <a:spcPts val="600"/>
              </a:spcAft>
              <a:buSzPct val="100000"/>
              <a:defRPr sz="4400" cap="none" baseline="0"/>
            </a:lvl1pPr>
          </a:lstStyle>
          <a:p>
            <a:r>
              <a:rPr lang="en-US"/>
              <a:t>Click to Edit Message</a:t>
            </a:r>
          </a:p>
        </p:txBody>
      </p:sp>
      <p:sp>
        <p:nvSpPr>
          <p:cNvPr id="4" name="Subtitle 2">
            <a:extLst>
              <a:ext uri="{FF2B5EF4-FFF2-40B4-BE49-F238E27FC236}">
                <a16:creationId xmlns:a16="http://schemas.microsoft.com/office/drawing/2014/main" id="{6B01209D-2F6A-571A-6F3B-00B31DEC6A49}"/>
              </a:ext>
            </a:extLst>
          </p:cNvPr>
          <p:cNvSpPr>
            <a:spLocks noGrp="1"/>
          </p:cNvSpPr>
          <p:nvPr>
            <p:ph type="subTitle" idx="1" hasCustomPrompt="1"/>
          </p:nvPr>
        </p:nvSpPr>
        <p:spPr>
          <a:xfrm>
            <a:off x="6294782" y="4952411"/>
            <a:ext cx="4664766" cy="344071"/>
          </a:xfrm>
          <a:prstGeom prst="rect">
            <a:avLst/>
          </a:prstGeom>
        </p:spPr>
        <p:txBody>
          <a:bodyPr lIns="411480">
            <a:noAutofit/>
          </a:bodyPr>
          <a:lstStyle>
            <a:lvl1pPr marL="0" indent="0" algn="l">
              <a:lnSpc>
                <a:spcPct val="100000"/>
              </a:lnSpc>
              <a:spcBef>
                <a:spcPts val="88"/>
              </a:spcBef>
              <a:spcAft>
                <a:spcPts val="529"/>
              </a:spcAft>
              <a:buNone/>
              <a:defRPr sz="1400" b="1" i="0" cap="all" spc="34" baseline="0">
                <a:solidFill>
                  <a:schemeClr val="accent6"/>
                </a:solidFill>
                <a:latin typeface="Avenir Heavy" panose="02000503020000020003" pitchFamily="2" charset="0"/>
              </a:defRPr>
            </a:lvl1pPr>
            <a:lvl2pPr marL="264925" indent="0" algn="ctr">
              <a:buNone/>
              <a:defRPr sz="1159"/>
            </a:lvl2pPr>
            <a:lvl3pPr marL="529849" indent="0" algn="ctr">
              <a:buNone/>
              <a:defRPr sz="1043"/>
            </a:lvl3pPr>
            <a:lvl4pPr marL="794774" indent="0" algn="ctr">
              <a:buNone/>
              <a:defRPr sz="927"/>
            </a:lvl4pPr>
            <a:lvl5pPr marL="1059700" indent="0" algn="ctr">
              <a:buNone/>
              <a:defRPr sz="927"/>
            </a:lvl5pPr>
            <a:lvl6pPr marL="1324624" indent="0" algn="ctr">
              <a:buNone/>
              <a:defRPr sz="927"/>
            </a:lvl6pPr>
            <a:lvl7pPr marL="1589549" indent="0" algn="ctr">
              <a:buNone/>
              <a:defRPr sz="927"/>
            </a:lvl7pPr>
            <a:lvl8pPr marL="1854474" indent="0" algn="ctr">
              <a:buNone/>
              <a:defRPr sz="927"/>
            </a:lvl8pPr>
            <a:lvl9pPr marL="2119399" indent="0" algn="ctr">
              <a:buNone/>
              <a:defRPr sz="927"/>
            </a:lvl9pPr>
          </a:lstStyle>
          <a:p>
            <a:r>
              <a:rPr lang="en-US"/>
              <a:t>Contact Name</a:t>
            </a:r>
          </a:p>
        </p:txBody>
      </p:sp>
      <p:sp>
        <p:nvSpPr>
          <p:cNvPr id="5" name="Text Placeholder 7">
            <a:extLst>
              <a:ext uri="{FF2B5EF4-FFF2-40B4-BE49-F238E27FC236}">
                <a16:creationId xmlns:a16="http://schemas.microsoft.com/office/drawing/2014/main" id="{C1F01649-406F-8EAF-4493-07106BD61A94}"/>
              </a:ext>
            </a:extLst>
          </p:cNvPr>
          <p:cNvSpPr>
            <a:spLocks noGrp="1"/>
          </p:cNvSpPr>
          <p:nvPr>
            <p:ph type="body" sz="quarter" idx="10" hasCustomPrompt="1"/>
          </p:nvPr>
        </p:nvSpPr>
        <p:spPr>
          <a:xfrm>
            <a:off x="6294782" y="5313349"/>
            <a:ext cx="4664766" cy="344071"/>
          </a:xfrm>
          <a:prstGeom prst="rect">
            <a:avLst/>
          </a:prstGeom>
        </p:spPr>
        <p:txBody>
          <a:bodyPr lIns="411480">
            <a:noAutofit/>
          </a:bodyPr>
          <a:lstStyle>
            <a:lvl1pPr marL="0" indent="0" algn="l" defTabSz="529849" rtl="0" eaLnBrk="1" latinLnBrk="0" hangingPunct="1">
              <a:lnSpc>
                <a:spcPct val="100000"/>
              </a:lnSpc>
              <a:spcBef>
                <a:spcPts val="88"/>
              </a:spcBef>
              <a:spcAft>
                <a:spcPts val="529"/>
              </a:spcAft>
              <a:buClr>
                <a:schemeClr val="accent2"/>
              </a:buClr>
              <a:buFont typeface="Arial" panose="020B0604020202020204" pitchFamily="34" charset="0"/>
              <a:buNone/>
              <a:defRPr lang="en-US" sz="1400" b="0" i="0" kern="1200" cap="none" spc="34" baseline="0" dirty="0">
                <a:solidFill>
                  <a:schemeClr val="accent6"/>
                </a:solidFill>
                <a:latin typeface="Avenir Book" panose="02000503020000020003" pitchFamily="2" charset="0"/>
                <a:ea typeface="+mn-ea"/>
                <a:cs typeface="Arial"/>
              </a:defRPr>
            </a:lvl1pPr>
          </a:lstStyle>
          <a:p>
            <a:pPr marL="0" lvl="0" indent="0" algn="l" defTabSz="529849" rtl="0" eaLnBrk="1" latinLnBrk="0" hangingPunct="1">
              <a:lnSpc>
                <a:spcPct val="100000"/>
              </a:lnSpc>
              <a:spcBef>
                <a:spcPts val="88"/>
              </a:spcBef>
              <a:spcAft>
                <a:spcPts val="529"/>
              </a:spcAft>
              <a:buClr>
                <a:schemeClr val="accent2"/>
              </a:buClr>
              <a:buFont typeface="Arial" panose="020B0604020202020204" pitchFamily="34" charset="0"/>
              <a:buNone/>
            </a:pPr>
            <a:r>
              <a:rPr lang="en-US"/>
              <a:t>(***) ***-****</a:t>
            </a:r>
          </a:p>
        </p:txBody>
      </p:sp>
      <p:sp>
        <p:nvSpPr>
          <p:cNvPr id="6" name="Text Placeholder 9">
            <a:extLst>
              <a:ext uri="{FF2B5EF4-FFF2-40B4-BE49-F238E27FC236}">
                <a16:creationId xmlns:a16="http://schemas.microsoft.com/office/drawing/2014/main" id="{E62AA295-2C94-98C5-CDC1-230C8A5DB459}"/>
              </a:ext>
            </a:extLst>
          </p:cNvPr>
          <p:cNvSpPr>
            <a:spLocks noGrp="1"/>
          </p:cNvSpPr>
          <p:nvPr>
            <p:ph type="body" sz="quarter" idx="11" hasCustomPrompt="1"/>
          </p:nvPr>
        </p:nvSpPr>
        <p:spPr>
          <a:xfrm>
            <a:off x="6294782" y="5684071"/>
            <a:ext cx="4664766" cy="344073"/>
          </a:xfrm>
          <a:prstGeom prst="rect">
            <a:avLst/>
          </a:prstGeom>
        </p:spPr>
        <p:txBody>
          <a:bodyPr lIns="411480">
            <a:noAutofit/>
          </a:bodyPr>
          <a:lstStyle>
            <a:lvl1pPr marL="0" indent="0" algn="l" defTabSz="529849" rtl="0" eaLnBrk="1" latinLnBrk="0" hangingPunct="1">
              <a:lnSpc>
                <a:spcPct val="100000"/>
              </a:lnSpc>
              <a:spcBef>
                <a:spcPts val="88"/>
              </a:spcBef>
              <a:spcAft>
                <a:spcPts val="529"/>
              </a:spcAft>
              <a:buClr>
                <a:schemeClr val="accent2"/>
              </a:buClr>
              <a:buFont typeface="Arial" panose="020B0604020202020204" pitchFamily="34" charset="0"/>
              <a:buNone/>
              <a:defRPr lang="en-US" sz="1400" b="0" i="0" kern="1200" cap="none" spc="34" baseline="0" dirty="0">
                <a:solidFill>
                  <a:schemeClr val="accent6"/>
                </a:solidFill>
                <a:latin typeface="Avenir Book" panose="02000503020000020003" pitchFamily="2" charset="0"/>
                <a:ea typeface="+mn-ea"/>
                <a:cs typeface="Arial"/>
              </a:defRPr>
            </a:lvl1pPr>
          </a:lstStyle>
          <a:p>
            <a:pPr lvl="0"/>
            <a:r>
              <a:rPr lang="en-US" err="1"/>
              <a:t>firstname.lastname@cyderes.com</a:t>
            </a:r>
            <a:endParaRPr lang="en-US"/>
          </a:p>
        </p:txBody>
      </p:sp>
      <p:sp>
        <p:nvSpPr>
          <p:cNvPr id="7" name="Rectangle 6">
            <a:extLst>
              <a:ext uri="{FF2B5EF4-FFF2-40B4-BE49-F238E27FC236}">
                <a16:creationId xmlns:a16="http://schemas.microsoft.com/office/drawing/2014/main" id="{DE01ABD5-C477-07E4-4BC9-82991B6844DE}"/>
              </a:ext>
            </a:extLst>
          </p:cNvPr>
          <p:cNvSpPr/>
          <p:nvPr userDrawn="1"/>
        </p:nvSpPr>
        <p:spPr>
          <a:xfrm>
            <a:off x="6193899" y="0"/>
            <a:ext cx="5257800" cy="91440"/>
          </a:xfrm>
          <a:prstGeom prst="rect">
            <a:avLst/>
          </a:prstGeom>
          <a:solidFill>
            <a:srgbClr val="E89C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7" b="0" i="0">
              <a:latin typeface="Avenir Book" panose="02000503020000020003" pitchFamily="2" charset="0"/>
            </a:endParaRPr>
          </a:p>
        </p:txBody>
      </p:sp>
    </p:spTree>
    <p:extLst>
      <p:ext uri="{BB962C8B-B14F-4D97-AF65-F5344CB8AC3E}">
        <p14:creationId xmlns:p14="http://schemas.microsoft.com/office/powerpoint/2010/main" val="381937562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userDrawn="1">
  <p:cSld name="Full Option 1">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0164726" y="0"/>
            <a:ext cx="2039466" cy="6858000"/>
          </a:xfrm>
          <a:prstGeom prst="rect">
            <a:avLst/>
          </a:prstGeom>
        </p:spPr>
      </p:pic>
      <p:sp>
        <p:nvSpPr>
          <p:cNvPr id="10" name="Date Placeholder 3"/>
          <p:cNvSpPr txBox="1">
            <a:spLocks/>
          </p:cNvSpPr>
          <p:nvPr userDrawn="1"/>
        </p:nvSpPr>
        <p:spPr>
          <a:xfrm>
            <a:off x="536510" y="6338257"/>
            <a:ext cx="2743200" cy="254687"/>
          </a:xfrm>
          <a:prstGeom prst="rect">
            <a:avLst/>
          </a:prstGeom>
        </p:spPr>
        <p:txBody>
          <a:bodyPr/>
          <a:lstStyle>
            <a:defPPr>
              <a:defRPr lang="en-US"/>
            </a:defPPr>
            <a:lvl1pPr marL="0" algn="l" defTabSz="914400" rtl="0" eaLnBrk="1" latinLnBrk="0" hangingPunct="1">
              <a:defRPr sz="800" b="1" i="1" kern="1200" spc="100" baseline="0">
                <a:solidFill>
                  <a:schemeClr val="tx1"/>
                </a:solidFill>
                <a:latin typeface="Arial" charset="0"/>
                <a:ea typeface="Arial" charset="0"/>
                <a:cs typeface="Arial"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rgbClr val="FFFFFF">
                    <a:lumMod val="75000"/>
                  </a:srgbClr>
                </a:solidFill>
              </a:rPr>
              <a:t>FISHTECH GROUP</a:t>
            </a:r>
          </a:p>
        </p:txBody>
      </p:sp>
      <p:sp>
        <p:nvSpPr>
          <p:cNvPr id="13" name="Slide Number Placeholder 6"/>
          <p:cNvSpPr txBox="1">
            <a:spLocks/>
          </p:cNvSpPr>
          <p:nvPr userDrawn="1"/>
        </p:nvSpPr>
        <p:spPr>
          <a:xfrm>
            <a:off x="10366744" y="6369057"/>
            <a:ext cx="1324077" cy="2653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9574262-A2F3-DD47-8C60-12B7741D5905}" type="datetime4">
              <a:rPr lang="en-US" sz="800" spc="50" smtClean="0">
                <a:solidFill>
                  <a:srgbClr val="FFFFFF">
                    <a:lumMod val="75000"/>
                  </a:srgbClr>
                </a:solidFill>
                <a:ea typeface="Arial" charset="0"/>
                <a:cs typeface="Arial" charset="0"/>
              </a:rPr>
              <a:pPr algn="r"/>
              <a:t>September 23, 2025</a:t>
            </a:fld>
            <a:endParaRPr lang="en-US" sz="800" spc="50">
              <a:solidFill>
                <a:srgbClr val="FFFFFF">
                  <a:lumMod val="75000"/>
                </a:srgbClr>
              </a:solidFill>
              <a:ea typeface="Arial" charset="0"/>
              <a:cs typeface="Arial" charset="0"/>
            </a:endParaRPr>
          </a:p>
        </p:txBody>
      </p:sp>
      <p:cxnSp>
        <p:nvCxnSpPr>
          <p:cNvPr id="7" name="Straight Connector 6"/>
          <p:cNvCxnSpPr/>
          <p:nvPr userDrawn="1"/>
        </p:nvCxnSpPr>
        <p:spPr>
          <a:xfrm>
            <a:off x="0" y="6125900"/>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userDrawn="1"/>
        </p:nvSpPr>
        <p:spPr>
          <a:xfrm>
            <a:off x="3703043" y="6336330"/>
            <a:ext cx="5698067" cy="338554"/>
          </a:xfrm>
          <a:prstGeom prst="rect">
            <a:avLst/>
          </a:prstGeom>
          <a:noFill/>
        </p:spPr>
        <p:txBody>
          <a:bodyPr wrap="square" rtlCol="0">
            <a:spAutoFit/>
          </a:bodyPr>
          <a:lstStyle/>
          <a:p>
            <a:r>
              <a:rPr lang="en-US" sz="800">
                <a:solidFill>
                  <a:srgbClr val="FFFFFF">
                    <a:lumMod val="65000"/>
                  </a:srgbClr>
                </a:solidFill>
              </a:rPr>
              <a:t>The information contained in this document is confidential, privileged and only for the information of the intended recipient and may not be used, published or redistributed without the prior written consent of Fishtech Group LLC.</a:t>
            </a:r>
          </a:p>
        </p:txBody>
      </p:sp>
      <p:sp>
        <p:nvSpPr>
          <p:cNvPr id="14" name="Content Placeholder 3">
            <a:extLst>
              <a:ext uri="{FF2B5EF4-FFF2-40B4-BE49-F238E27FC236}">
                <a16:creationId xmlns:a16="http://schemas.microsoft.com/office/drawing/2014/main" id="{A3296D0E-A12B-AF47-AFE4-79D06E73881A}"/>
              </a:ext>
            </a:extLst>
          </p:cNvPr>
          <p:cNvSpPr>
            <a:spLocks noGrp="1"/>
          </p:cNvSpPr>
          <p:nvPr>
            <p:ph sz="quarter" idx="10"/>
          </p:nvPr>
        </p:nvSpPr>
        <p:spPr>
          <a:xfrm>
            <a:off x="584792" y="1388376"/>
            <a:ext cx="11106030" cy="451390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4">
            <a:extLst>
              <a:ext uri="{FF2B5EF4-FFF2-40B4-BE49-F238E27FC236}">
                <a16:creationId xmlns:a16="http://schemas.microsoft.com/office/drawing/2014/main" id="{36DF8DE6-B0AA-4549-98D2-85881022FD6E}"/>
              </a:ext>
            </a:extLst>
          </p:cNvPr>
          <p:cNvSpPr>
            <a:spLocks noGrp="1"/>
          </p:cNvSpPr>
          <p:nvPr>
            <p:ph type="body" sz="quarter" idx="13" hasCustomPrompt="1"/>
          </p:nvPr>
        </p:nvSpPr>
        <p:spPr>
          <a:xfrm>
            <a:off x="864951" y="261688"/>
            <a:ext cx="7035835" cy="727969"/>
          </a:xfrm>
        </p:spPr>
        <p:txBody>
          <a:bodyPr anchor="ctr"/>
          <a:lstStyle>
            <a:lvl1pPr marL="0" indent="0">
              <a:spcBef>
                <a:spcPts val="0"/>
              </a:spcBef>
              <a:buFontTx/>
              <a:buNone/>
              <a:defRPr sz="2800" b="1"/>
            </a:lvl1pPr>
            <a:lvl2pPr marL="0" indent="0">
              <a:spcBef>
                <a:spcPts val="300"/>
              </a:spcBef>
              <a:buFontTx/>
              <a:buNone/>
              <a:defRPr sz="1800" i="1" spc="50" baseline="0">
                <a:solidFill>
                  <a:schemeClr val="bg1">
                    <a:lumMod val="65000"/>
                  </a:schemeClr>
                </a:solidFill>
              </a:defRPr>
            </a:lvl2pPr>
            <a:lvl3pPr marL="914400" indent="0">
              <a:buFontTx/>
              <a:buNone/>
              <a:defRPr/>
            </a:lvl3pPr>
            <a:lvl4pPr marL="1371600" indent="0">
              <a:buFontTx/>
              <a:buNone/>
              <a:defRPr/>
            </a:lvl4pPr>
            <a:lvl5pPr marL="1828800" indent="0">
              <a:buFontTx/>
              <a:buNone/>
              <a:defRPr/>
            </a:lvl5pPr>
          </a:lstStyle>
          <a:p>
            <a:pPr lvl="0"/>
            <a:r>
              <a:rPr lang="en-US"/>
              <a:t>FULL SLIDE</a:t>
            </a:r>
          </a:p>
          <a:p>
            <a:pPr lvl="1"/>
            <a:r>
              <a:rPr lang="en-US"/>
              <a:t>Option 1</a:t>
            </a:r>
          </a:p>
        </p:txBody>
      </p:sp>
      <p:sp>
        <p:nvSpPr>
          <p:cNvPr id="19" name="Picture Placeholder 8">
            <a:extLst>
              <a:ext uri="{FF2B5EF4-FFF2-40B4-BE49-F238E27FC236}">
                <a16:creationId xmlns:a16="http://schemas.microsoft.com/office/drawing/2014/main" id="{E84A9073-7E91-5C46-A589-40E643B1B531}"/>
              </a:ext>
            </a:extLst>
          </p:cNvPr>
          <p:cNvSpPr>
            <a:spLocks noGrp="1"/>
          </p:cNvSpPr>
          <p:nvPr>
            <p:ph type="pic" sz="quarter" idx="11"/>
          </p:nvPr>
        </p:nvSpPr>
        <p:spPr>
          <a:xfrm>
            <a:off x="8033221" y="268607"/>
            <a:ext cx="3657600" cy="727969"/>
          </a:xfrm>
        </p:spPr>
        <p:txBody>
          <a:bodyPr/>
          <a:lstStyle>
            <a:lvl1pPr marL="0" indent="0">
              <a:buNone/>
              <a:defRPr/>
            </a:lvl1pPr>
          </a:lstStyle>
          <a:p>
            <a:endParaRPr lang="en-US"/>
          </a:p>
        </p:txBody>
      </p:sp>
      <p:grpSp>
        <p:nvGrpSpPr>
          <p:cNvPr id="20" name="Group 19">
            <a:extLst>
              <a:ext uri="{FF2B5EF4-FFF2-40B4-BE49-F238E27FC236}">
                <a16:creationId xmlns:a16="http://schemas.microsoft.com/office/drawing/2014/main" id="{55426B96-1987-D445-A071-D0319DF0B138}"/>
              </a:ext>
            </a:extLst>
          </p:cNvPr>
          <p:cNvGrpSpPr>
            <a:grpSpLocks noChangeAspect="1"/>
          </p:cNvGrpSpPr>
          <p:nvPr userDrawn="1"/>
        </p:nvGrpSpPr>
        <p:grpSpPr>
          <a:xfrm>
            <a:off x="0" y="265056"/>
            <a:ext cx="731520" cy="731520"/>
            <a:chOff x="11473761" y="1339894"/>
            <a:chExt cx="718239" cy="718239"/>
          </a:xfrm>
          <a:effectLst>
            <a:outerShdw blurRad="50800" dist="38100" algn="l" rotWithShape="0">
              <a:prstClr val="black">
                <a:alpha val="40000"/>
              </a:prstClr>
            </a:outerShdw>
          </a:effectLst>
        </p:grpSpPr>
        <p:sp>
          <p:nvSpPr>
            <p:cNvPr id="21" name="Rectangle 20">
              <a:extLst>
                <a:ext uri="{FF2B5EF4-FFF2-40B4-BE49-F238E27FC236}">
                  <a16:creationId xmlns:a16="http://schemas.microsoft.com/office/drawing/2014/main" id="{9FF4F11A-6FC1-384C-AA10-D203BB9CE4DA}"/>
                </a:ext>
              </a:extLst>
            </p:cNvPr>
            <p:cNvSpPr/>
            <p:nvPr userDrawn="1"/>
          </p:nvSpPr>
          <p:spPr>
            <a:xfrm>
              <a:off x="11473761" y="1339894"/>
              <a:ext cx="718239" cy="718239"/>
            </a:xfrm>
            <a:prstGeom prst="rect">
              <a:avLst/>
            </a:prstGeom>
            <a:solidFill>
              <a:srgbClr val="3077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descr="A picture containing drawing&#10;&#10;Description automatically generated">
              <a:extLst>
                <a:ext uri="{FF2B5EF4-FFF2-40B4-BE49-F238E27FC236}">
                  <a16:creationId xmlns:a16="http://schemas.microsoft.com/office/drawing/2014/main" id="{74F0BB40-5EC3-7F41-81D1-A8AC50F62833}"/>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1604770" y="1461797"/>
              <a:ext cx="457200" cy="495882"/>
            </a:xfrm>
            <a:prstGeom prst="rect">
              <a:avLst/>
            </a:prstGeom>
          </p:spPr>
        </p:pic>
      </p:grpSp>
    </p:spTree>
    <p:extLst>
      <p:ext uri="{BB962C8B-B14F-4D97-AF65-F5344CB8AC3E}">
        <p14:creationId xmlns:p14="http://schemas.microsoft.com/office/powerpoint/2010/main" val="208468010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Cover_Fro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descr="Document Title"/>
          <p:cNvSpPr>
            <a:spLocks noGrp="1"/>
          </p:cNvSpPr>
          <p:nvPr>
            <p:ph type="ctrTitle" hasCustomPrompt="1"/>
          </p:nvPr>
        </p:nvSpPr>
        <p:spPr>
          <a:xfrm>
            <a:off x="1750000" y="2763595"/>
            <a:ext cx="7765062" cy="2387599"/>
          </a:xfrm>
        </p:spPr>
        <p:txBody>
          <a:bodyPr anchor="b">
            <a:noAutofit/>
          </a:bodyPr>
          <a:lstStyle>
            <a:lvl1pPr marL="411463" indent="-411463" algn="l">
              <a:lnSpc>
                <a:spcPct val="100000"/>
              </a:lnSpc>
              <a:spcBef>
                <a:spcPts val="600"/>
              </a:spcBef>
              <a:spcAft>
                <a:spcPts val="600"/>
              </a:spcAft>
              <a:buSzPct val="100000"/>
              <a:defRPr sz="4400" cap="none" baseline="0"/>
            </a:lvl1pPr>
          </a:lstStyle>
          <a:p>
            <a:r>
              <a:rPr lang="en-US"/>
              <a:t>Click to Edit Presentation Title</a:t>
            </a:r>
          </a:p>
        </p:txBody>
      </p:sp>
      <p:sp>
        <p:nvSpPr>
          <p:cNvPr id="3" name="Subtitle 2"/>
          <p:cNvSpPr>
            <a:spLocks noGrp="1"/>
          </p:cNvSpPr>
          <p:nvPr>
            <p:ph type="subTitle" idx="1"/>
          </p:nvPr>
        </p:nvSpPr>
        <p:spPr>
          <a:xfrm>
            <a:off x="1750000" y="5243270"/>
            <a:ext cx="7765062" cy="914400"/>
          </a:xfrm>
          <a:prstGeom prst="rect">
            <a:avLst/>
          </a:prstGeom>
        </p:spPr>
        <p:txBody>
          <a:bodyPr lIns="411480">
            <a:noAutofit/>
          </a:bodyPr>
          <a:lstStyle>
            <a:lvl1pPr marL="0" indent="0" algn="l">
              <a:lnSpc>
                <a:spcPct val="100000"/>
              </a:lnSpc>
              <a:spcBef>
                <a:spcPts val="600"/>
              </a:spcBef>
              <a:spcAft>
                <a:spcPts val="600"/>
              </a:spcAft>
              <a:buNone/>
              <a:defRPr sz="2400" b="0" i="0" cap="none" spc="34" baseline="0">
                <a:solidFill>
                  <a:schemeClr val="accent6"/>
                </a:solidFill>
                <a:latin typeface="Avenir" panose="02000503020000020003" pitchFamily="2" charset="0"/>
              </a:defRPr>
            </a:lvl1pPr>
            <a:lvl2pPr marL="264914" indent="0" algn="ctr">
              <a:buNone/>
              <a:defRPr sz="1159"/>
            </a:lvl2pPr>
            <a:lvl3pPr marL="529828" indent="0" algn="ctr">
              <a:buNone/>
              <a:defRPr sz="1043"/>
            </a:lvl3pPr>
            <a:lvl4pPr marL="794742" indent="0" algn="ctr">
              <a:buNone/>
              <a:defRPr sz="926"/>
            </a:lvl4pPr>
            <a:lvl5pPr marL="1059658" indent="0" algn="ctr">
              <a:buNone/>
              <a:defRPr sz="926"/>
            </a:lvl5pPr>
            <a:lvl6pPr marL="1324571" indent="0" algn="ctr">
              <a:buNone/>
              <a:defRPr sz="926"/>
            </a:lvl6pPr>
            <a:lvl7pPr marL="1589485" indent="0" algn="ctr">
              <a:buNone/>
              <a:defRPr sz="926"/>
            </a:lvl7pPr>
            <a:lvl8pPr marL="1854400" indent="0" algn="ctr">
              <a:buNone/>
              <a:defRPr sz="926"/>
            </a:lvl8pPr>
            <a:lvl9pPr marL="2119314" indent="0" algn="ctr">
              <a:buNone/>
              <a:defRPr sz="926"/>
            </a:lvl9pPr>
          </a:lstStyle>
          <a:p>
            <a:r>
              <a:rPr lang="en-US"/>
              <a:t>Click to edit Master subtitle style</a:t>
            </a:r>
          </a:p>
        </p:txBody>
      </p:sp>
      <p:sp>
        <p:nvSpPr>
          <p:cNvPr id="10" name="Rectangle 9">
            <a:extLst>
              <a:ext uri="{FF2B5EF4-FFF2-40B4-BE49-F238E27FC236}">
                <a16:creationId xmlns:a16="http://schemas.microsoft.com/office/drawing/2014/main" id="{2D8E201D-721F-3A98-EFE1-D88BFE634EC2}"/>
              </a:ext>
            </a:extLst>
          </p:cNvPr>
          <p:cNvSpPr/>
          <p:nvPr userDrawn="1"/>
        </p:nvSpPr>
        <p:spPr>
          <a:xfrm>
            <a:off x="6193900" y="0"/>
            <a:ext cx="5257800" cy="91440"/>
          </a:xfrm>
          <a:prstGeom prst="rect">
            <a:avLst/>
          </a:prstGeom>
          <a:solidFill>
            <a:srgbClr val="E89C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6" b="0" i="0">
              <a:latin typeface="Avenir Book" panose="02000503020000020003" pitchFamily="2" charset="0"/>
            </a:endParaRPr>
          </a:p>
        </p:txBody>
      </p:sp>
    </p:spTree>
    <p:extLst>
      <p:ext uri="{BB962C8B-B14F-4D97-AF65-F5344CB8AC3E}">
        <p14:creationId xmlns:p14="http://schemas.microsoft.com/office/powerpoint/2010/main" val="200673383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40E2E-6242-B4A1-7B63-2B6DC7B18D77}"/>
              </a:ext>
            </a:extLst>
          </p:cNvPr>
          <p:cNvSpPr>
            <a:spLocks noGrp="1"/>
          </p:cNvSpPr>
          <p:nvPr>
            <p:ph type="title" hasCustomPrompt="1"/>
          </p:nvPr>
        </p:nvSpPr>
        <p:spPr>
          <a:xfrm>
            <a:off x="1750000" y="2176013"/>
            <a:ext cx="6092143" cy="2505976"/>
          </a:xfrm>
        </p:spPr>
        <p:txBody>
          <a:bodyPr anchor="b">
            <a:noAutofit/>
          </a:bodyPr>
          <a:lstStyle>
            <a:lvl1pPr marL="411463" indent="-411463" algn="l" defTabSz="529828" rtl="0" eaLnBrk="1" latinLnBrk="0" hangingPunct="1">
              <a:lnSpc>
                <a:spcPct val="100000"/>
              </a:lnSpc>
              <a:spcBef>
                <a:spcPts val="600"/>
              </a:spcBef>
              <a:spcAft>
                <a:spcPts val="600"/>
              </a:spcAft>
              <a:buSzPct val="100000"/>
              <a:buFontTx/>
              <a:buBlip>
                <a:blip r:embed="rId3"/>
              </a:buBlip>
              <a:tabLst/>
              <a:defRPr lang="en-US" sz="4400" b="1" i="0" kern="1200" cap="none" baseline="0" dirty="0">
                <a:solidFill>
                  <a:schemeClr val="bg1"/>
                </a:solidFill>
                <a:latin typeface="Avenir Heavy" panose="02000503020000020003" pitchFamily="2" charset="0"/>
                <a:ea typeface="+mj-ea"/>
                <a:cs typeface="+mj-cs"/>
              </a:defRPr>
            </a:lvl1pPr>
          </a:lstStyle>
          <a:p>
            <a:r>
              <a:rPr lang="en-US"/>
              <a:t>Click To Edit Divider Title</a:t>
            </a:r>
          </a:p>
        </p:txBody>
      </p:sp>
    </p:spTree>
    <p:extLst>
      <p:ext uri="{BB962C8B-B14F-4D97-AF65-F5344CB8AC3E}">
        <p14:creationId xmlns:p14="http://schemas.microsoft.com/office/powerpoint/2010/main" val="287812425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Legal Notic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4427" y="447125"/>
            <a:ext cx="10727800" cy="1051687"/>
          </a:xfrm>
        </p:spPr>
        <p:txBody>
          <a:bodyPr/>
          <a:lstStyle/>
          <a:p>
            <a:r>
              <a:rPr lang="en-US"/>
              <a:t>Disclaimers &amp; Disclosures</a:t>
            </a:r>
          </a:p>
        </p:txBody>
      </p:sp>
      <p:sp>
        <p:nvSpPr>
          <p:cNvPr id="8" name="Text Placeholder 11">
            <a:extLst>
              <a:ext uri="{FF2B5EF4-FFF2-40B4-BE49-F238E27FC236}">
                <a16:creationId xmlns:a16="http://schemas.microsoft.com/office/drawing/2014/main" id="{3B33DFC0-6AB1-B992-7323-C9BB594058E6}"/>
              </a:ext>
            </a:extLst>
          </p:cNvPr>
          <p:cNvSpPr>
            <a:spLocks noGrp="1"/>
          </p:cNvSpPr>
          <p:nvPr>
            <p:ph sz="quarter" idx="12" hasCustomPrompt="1"/>
          </p:nvPr>
        </p:nvSpPr>
        <p:spPr>
          <a:xfrm>
            <a:off x="724427" y="1498812"/>
            <a:ext cx="10743148" cy="358313"/>
          </a:xfrm>
        </p:spPr>
        <p:txBody>
          <a:bodyPr tIns="0" rIns="0"/>
          <a:lstStyle>
            <a:lvl1pPr>
              <a:defRPr sz="1800" b="1">
                <a:latin typeface="+mj-lt"/>
              </a:defRPr>
            </a:lvl1pPr>
          </a:lstStyle>
          <a:p>
            <a:r>
              <a:rPr lang="en-US"/>
              <a:t>Confidentiality &amp; non-distribution</a:t>
            </a:r>
          </a:p>
        </p:txBody>
      </p:sp>
      <p:grpSp>
        <p:nvGrpSpPr>
          <p:cNvPr id="10" name="Group 9">
            <a:extLst>
              <a:ext uri="{FF2B5EF4-FFF2-40B4-BE49-F238E27FC236}">
                <a16:creationId xmlns:a16="http://schemas.microsoft.com/office/drawing/2014/main" id="{413CD60A-3B69-7AA9-DBFD-5A2E56DE6C5E}"/>
              </a:ext>
            </a:extLst>
          </p:cNvPr>
          <p:cNvGrpSpPr/>
          <p:nvPr userDrawn="1"/>
        </p:nvGrpSpPr>
        <p:grpSpPr>
          <a:xfrm>
            <a:off x="9630136" y="2135538"/>
            <a:ext cx="1988552" cy="2306408"/>
            <a:chOff x="-451327" y="4742033"/>
            <a:chExt cx="2064285" cy="2801766"/>
          </a:xfrm>
        </p:grpSpPr>
        <p:sp>
          <p:nvSpPr>
            <p:cNvPr id="11" name="object 91">
              <a:extLst>
                <a:ext uri="{FF2B5EF4-FFF2-40B4-BE49-F238E27FC236}">
                  <a16:creationId xmlns:a16="http://schemas.microsoft.com/office/drawing/2014/main" id="{BC5D6472-52EB-701D-E314-107C31B51FAB}"/>
                </a:ext>
              </a:extLst>
            </p:cNvPr>
            <p:cNvSpPr/>
            <p:nvPr/>
          </p:nvSpPr>
          <p:spPr>
            <a:xfrm>
              <a:off x="-434528" y="4742033"/>
              <a:ext cx="1893665" cy="55538"/>
            </a:xfrm>
            <a:custGeom>
              <a:avLst/>
              <a:gdLst/>
              <a:ahLst/>
              <a:cxnLst/>
              <a:rect l="l" t="t" r="r" b="b"/>
              <a:pathLst>
                <a:path w="1023619">
                  <a:moveTo>
                    <a:pt x="0" y="0"/>
                  </a:moveTo>
                  <a:lnTo>
                    <a:pt x="1023619" y="0"/>
                  </a:lnTo>
                </a:path>
              </a:pathLst>
            </a:custGeom>
            <a:ln w="6350">
              <a:solidFill>
                <a:schemeClr val="accent1"/>
              </a:solidFill>
            </a:ln>
          </p:spPr>
          <p:txBody>
            <a:bodyPr wrap="square" lIns="0" tIns="0" rIns="0" bIns="0" rtlCol="0"/>
            <a:lstStyle/>
            <a:p>
              <a:endParaRPr sz="1226">
                <a:solidFill>
                  <a:schemeClr val="bg2"/>
                </a:solidFill>
                <a:latin typeface="Avenir Book" panose="02000503020000020003" pitchFamily="2" charset="0"/>
              </a:endParaRPr>
            </a:p>
          </p:txBody>
        </p:sp>
        <p:sp>
          <p:nvSpPr>
            <p:cNvPr id="12" name="Text Placeholder 13" descr="FIGURE">
              <a:extLst>
                <a:ext uri="{FF2B5EF4-FFF2-40B4-BE49-F238E27FC236}">
                  <a16:creationId xmlns:a16="http://schemas.microsoft.com/office/drawing/2014/main" id="{0CB2A227-10CF-DAE3-A995-9233184E76BA}"/>
                </a:ext>
              </a:extLst>
            </p:cNvPr>
            <p:cNvSpPr txBox="1">
              <a:spLocks/>
            </p:cNvSpPr>
            <p:nvPr/>
          </p:nvSpPr>
          <p:spPr>
            <a:xfrm>
              <a:off x="-451327" y="4899196"/>
              <a:ext cx="2064285" cy="2644603"/>
            </a:xfrm>
            <a:prstGeom prst="rect">
              <a:avLst/>
            </a:prstGeom>
          </p:spPr>
          <p:txBody>
            <a:bodyPr vert="horz" wrap="square" lIns="0" tIns="0" rIns="0" bIns="0" rtlCol="0">
              <a:noAutofit/>
            </a:bodyPr>
            <a:lstStyle>
              <a:lvl1pPr marL="0" indent="0" algn="r" defTabSz="777240" rtl="0" eaLnBrk="1" latinLnBrk="0" hangingPunct="1">
                <a:lnSpc>
                  <a:spcPts val="1080"/>
                </a:lnSpc>
                <a:spcBef>
                  <a:spcPts val="0"/>
                </a:spcBef>
                <a:spcAft>
                  <a:spcPts val="0"/>
                </a:spcAft>
                <a:buClr>
                  <a:schemeClr val="accent2"/>
                </a:buClr>
                <a:buFont typeface="Arial" panose="020B0604020202020204" pitchFamily="34" charset="0"/>
                <a:buNone/>
                <a:defRPr lang="en-US" sz="900" b="1" i="0" kern="1200" spc="0" baseline="0" dirty="0">
                  <a:solidFill>
                    <a:schemeClr val="accent3"/>
                  </a:solidFill>
                  <a:latin typeface="Avenir Black" panose="02000503020000020003" pitchFamily="2" charset="0"/>
                  <a:ea typeface="+mn-ea"/>
                  <a:cs typeface="Arial"/>
                </a:defRPr>
              </a:lvl1pPr>
              <a:lvl2pPr marL="320040" indent="-320040" algn="l" defTabSz="777240" rtl="0" eaLnBrk="1" latinLnBrk="0" hangingPunct="1">
                <a:lnSpc>
                  <a:spcPts val="2700"/>
                </a:lnSpc>
                <a:spcBef>
                  <a:spcPts val="600"/>
                </a:spcBef>
                <a:spcAft>
                  <a:spcPts val="600"/>
                </a:spcAft>
                <a:buClr>
                  <a:schemeClr val="accent2"/>
                </a:buClr>
                <a:buFont typeface="Arial" panose="020B0604020202020204" pitchFamily="34" charset="0"/>
                <a:buChar char="•"/>
                <a:defRPr sz="1900" b="0" i="0" kern="1200">
                  <a:solidFill>
                    <a:schemeClr val="accent4">
                      <a:lumMod val="50000"/>
                    </a:schemeClr>
                  </a:solidFill>
                  <a:latin typeface="Avenir Book" panose="02000503020000020003" pitchFamily="2" charset="0"/>
                  <a:ea typeface="+mn-ea"/>
                  <a:cs typeface="+mn-cs"/>
                </a:defRPr>
              </a:lvl2pPr>
              <a:lvl3pPr marL="685800" indent="-320040" algn="l" defTabSz="777240" rtl="0" eaLnBrk="1" latinLnBrk="0" hangingPunct="1">
                <a:lnSpc>
                  <a:spcPts val="2700"/>
                </a:lnSpc>
                <a:spcBef>
                  <a:spcPts val="600"/>
                </a:spcBef>
                <a:spcAft>
                  <a:spcPts val="600"/>
                </a:spcAft>
                <a:buClr>
                  <a:schemeClr val="accent2"/>
                </a:buClr>
                <a:buFont typeface="System Font Regular"/>
                <a:buChar char="–"/>
                <a:defRPr sz="1700" b="0" i="0" kern="1200">
                  <a:solidFill>
                    <a:schemeClr val="accent4"/>
                  </a:solidFill>
                  <a:latin typeface="Avenir Book" panose="02000503020000020003" pitchFamily="2" charset="0"/>
                  <a:ea typeface="+mn-ea"/>
                  <a:cs typeface="+mn-cs"/>
                </a:defRPr>
              </a:lvl3pPr>
              <a:lvl4pPr marL="1097280" indent="-320040" algn="l" defTabSz="777240" rtl="0" eaLnBrk="1" latinLnBrk="0" hangingPunct="1">
                <a:lnSpc>
                  <a:spcPts val="2700"/>
                </a:lnSpc>
                <a:spcBef>
                  <a:spcPts val="600"/>
                </a:spcBef>
                <a:spcAft>
                  <a:spcPts val="600"/>
                </a:spcAft>
                <a:buClr>
                  <a:schemeClr val="accent5"/>
                </a:buClr>
                <a:buSzPct val="90000"/>
                <a:buFont typeface="Arial" panose="020B0604020202020204" pitchFamily="34" charset="0"/>
                <a:buChar char="•"/>
                <a:defRPr sz="1530" b="0" i="0" kern="1200">
                  <a:solidFill>
                    <a:schemeClr val="accent5"/>
                  </a:solidFill>
                  <a:latin typeface="Avenir Book" panose="02000503020000020003" pitchFamily="2" charset="0"/>
                  <a:ea typeface="+mn-ea"/>
                  <a:cs typeface="+mn-cs"/>
                </a:defRPr>
              </a:lvl4pPr>
              <a:lvl5pPr marL="1417320" indent="-320040" algn="l" defTabSz="777240" rtl="0" eaLnBrk="1" latinLnBrk="0" hangingPunct="1">
                <a:lnSpc>
                  <a:spcPts val="2700"/>
                </a:lnSpc>
                <a:spcBef>
                  <a:spcPts val="600"/>
                </a:spcBef>
                <a:spcAft>
                  <a:spcPts val="600"/>
                </a:spcAft>
                <a:buSzPct val="90000"/>
                <a:buFont typeface="System Font Regular"/>
                <a:buChar char="–"/>
                <a:defRPr sz="1530" b="0" i="0" kern="1200">
                  <a:solidFill>
                    <a:schemeClr val="accent5"/>
                  </a:solidFill>
                  <a:latin typeface="Avenir Book" panose="02000503020000020003" pitchFamily="2" charset="0"/>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a:lstStyle>
            <a:p>
              <a:pPr algn="l">
                <a:lnSpc>
                  <a:spcPts val="2045"/>
                </a:lnSpc>
              </a:pPr>
              <a:r>
                <a:rPr lang="en-US" sz="1200" b="0" spc="-34">
                  <a:solidFill>
                    <a:schemeClr val="accent1"/>
                  </a:solidFill>
                  <a:latin typeface="Avenir Heavy" panose="02000503020000020003" pitchFamily="2" charset="0"/>
                </a:rPr>
                <a:t>Receipt and review of </a:t>
              </a:r>
              <a:br>
                <a:rPr lang="en-US" sz="1200" b="0" spc="-34">
                  <a:solidFill>
                    <a:schemeClr val="accent1"/>
                  </a:solidFill>
                  <a:latin typeface="Avenir Heavy" panose="02000503020000020003" pitchFamily="2" charset="0"/>
                </a:rPr>
              </a:br>
              <a:r>
                <a:rPr lang="en-US" sz="1200" b="0" spc="-34">
                  <a:solidFill>
                    <a:schemeClr val="accent1"/>
                  </a:solidFill>
                  <a:latin typeface="Avenir Heavy" panose="02000503020000020003" pitchFamily="2" charset="0"/>
                </a:rPr>
                <a:t>these materials constitutes acceptance of the terms </a:t>
              </a:r>
              <a:br>
                <a:rPr lang="en-US" sz="1200" b="0" spc="-34">
                  <a:solidFill>
                    <a:schemeClr val="accent1"/>
                  </a:solidFill>
                  <a:latin typeface="Avenir Heavy" panose="02000503020000020003" pitchFamily="2" charset="0"/>
                </a:rPr>
              </a:br>
              <a:r>
                <a:rPr lang="en-US" sz="1200" b="0" spc="-34">
                  <a:solidFill>
                    <a:schemeClr val="accent1"/>
                  </a:solidFill>
                  <a:latin typeface="Avenir Heavy" panose="02000503020000020003" pitchFamily="2" charset="0"/>
                </a:rPr>
                <a:t>and conditions of the Confidentiality Agreement. </a:t>
              </a:r>
            </a:p>
          </p:txBody>
        </p:sp>
      </p:grpSp>
      <p:pic>
        <p:nvPicPr>
          <p:cNvPr id="13" name="Picture 12">
            <a:extLst>
              <a:ext uri="{FF2B5EF4-FFF2-40B4-BE49-F238E27FC236}">
                <a16:creationId xmlns:a16="http://schemas.microsoft.com/office/drawing/2014/main" id="{5A7541D3-EC8D-08CA-D8CC-7A1E51C30D89}"/>
              </a:ext>
            </a:extLst>
          </p:cNvPr>
          <p:cNvPicPr>
            <a:picLocks noChangeAspect="1"/>
          </p:cNvPicPr>
          <p:nvPr userDrawn="1"/>
        </p:nvPicPr>
        <p:blipFill>
          <a:blip r:embed="rId2"/>
          <a:stretch>
            <a:fillRect/>
          </a:stretch>
        </p:blipFill>
        <p:spPr>
          <a:xfrm>
            <a:off x="698339" y="2036180"/>
            <a:ext cx="8623300" cy="4267200"/>
          </a:xfrm>
          <a:prstGeom prst="rect">
            <a:avLst/>
          </a:prstGeom>
        </p:spPr>
      </p:pic>
    </p:spTree>
    <p:extLst>
      <p:ext uri="{BB962C8B-B14F-4D97-AF65-F5344CB8AC3E}">
        <p14:creationId xmlns:p14="http://schemas.microsoft.com/office/powerpoint/2010/main" val="45852396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B02B953E-664F-D780-3967-9D0548A5D28F}"/>
              </a:ext>
            </a:extLst>
          </p:cNvPr>
          <p:cNvSpPr>
            <a:spLocks noGrp="1"/>
          </p:cNvSpPr>
          <p:nvPr>
            <p:ph type="title" hasCustomPrompt="1"/>
          </p:nvPr>
        </p:nvSpPr>
        <p:spPr>
          <a:xfrm>
            <a:off x="724427" y="447125"/>
            <a:ext cx="10734084" cy="1051687"/>
          </a:xfrm>
        </p:spPr>
        <p:txBody>
          <a:bodyPr/>
          <a:lstStyle/>
          <a:p>
            <a:r>
              <a:rPr lang="en-US"/>
              <a:t>Click to Edit Title</a:t>
            </a:r>
          </a:p>
        </p:txBody>
      </p:sp>
      <p:sp>
        <p:nvSpPr>
          <p:cNvPr id="3" name="Text Placeholder 2">
            <a:extLst>
              <a:ext uri="{FF2B5EF4-FFF2-40B4-BE49-F238E27FC236}">
                <a16:creationId xmlns:a16="http://schemas.microsoft.com/office/drawing/2014/main" id="{0C6B0A88-8773-FAB4-D19A-8D4B6BAFE221}"/>
              </a:ext>
            </a:extLst>
          </p:cNvPr>
          <p:cNvSpPr>
            <a:spLocks noGrp="1"/>
          </p:cNvSpPr>
          <p:nvPr>
            <p:ph type="body" sz="quarter" idx="14" hasCustomPrompt="1"/>
          </p:nvPr>
        </p:nvSpPr>
        <p:spPr>
          <a:xfrm>
            <a:off x="8097080" y="4435920"/>
            <a:ext cx="3361432" cy="439424"/>
          </a:xfrm>
          <a:prstGeom prst="rect">
            <a:avLst/>
          </a:prstGeom>
        </p:spPr>
        <p:txBody>
          <a:bodyPr lIns="0" anchor="ctr">
            <a:noAutofit/>
          </a:bodyPr>
          <a:lstStyle>
            <a:lvl1pPr marL="0" indent="0" algn="l" defTabSz="777209"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5" name="Text Placeholder 2">
            <a:extLst>
              <a:ext uri="{FF2B5EF4-FFF2-40B4-BE49-F238E27FC236}">
                <a16:creationId xmlns:a16="http://schemas.microsoft.com/office/drawing/2014/main" id="{65CBA3EC-8ACD-68A3-2E6E-2B896E781D78}"/>
              </a:ext>
            </a:extLst>
          </p:cNvPr>
          <p:cNvSpPr>
            <a:spLocks noGrp="1"/>
          </p:cNvSpPr>
          <p:nvPr>
            <p:ph type="body" sz="quarter" idx="15" hasCustomPrompt="1"/>
          </p:nvPr>
        </p:nvSpPr>
        <p:spPr>
          <a:xfrm>
            <a:off x="8097080" y="3909348"/>
            <a:ext cx="3361432" cy="439424"/>
          </a:xfrm>
          <a:prstGeom prst="rect">
            <a:avLst/>
          </a:prstGeom>
        </p:spPr>
        <p:txBody>
          <a:bodyPr lIns="0" anchor="ctr">
            <a:noAutofit/>
          </a:bodyPr>
          <a:lstStyle>
            <a:lvl1pPr marL="0" indent="0" algn="l" defTabSz="777209"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6" name="Text Placeholder 2">
            <a:extLst>
              <a:ext uri="{FF2B5EF4-FFF2-40B4-BE49-F238E27FC236}">
                <a16:creationId xmlns:a16="http://schemas.microsoft.com/office/drawing/2014/main" id="{FAF0F53F-889A-721B-B1C9-CA59E61375E5}"/>
              </a:ext>
            </a:extLst>
          </p:cNvPr>
          <p:cNvSpPr>
            <a:spLocks noGrp="1"/>
          </p:cNvSpPr>
          <p:nvPr>
            <p:ph type="body" sz="quarter" idx="16" hasCustomPrompt="1"/>
          </p:nvPr>
        </p:nvSpPr>
        <p:spPr>
          <a:xfrm>
            <a:off x="8097080" y="3382776"/>
            <a:ext cx="3361432" cy="439424"/>
          </a:xfrm>
          <a:prstGeom prst="rect">
            <a:avLst/>
          </a:prstGeom>
        </p:spPr>
        <p:txBody>
          <a:bodyPr lIns="0" anchor="ctr">
            <a:noAutofit/>
          </a:bodyPr>
          <a:lstStyle>
            <a:lvl1pPr marL="0" indent="0" algn="l" defTabSz="777209"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7" name="Text Placeholder 2">
            <a:extLst>
              <a:ext uri="{FF2B5EF4-FFF2-40B4-BE49-F238E27FC236}">
                <a16:creationId xmlns:a16="http://schemas.microsoft.com/office/drawing/2014/main" id="{3A54923A-D9AD-5C05-E439-508237F91EB1}"/>
              </a:ext>
            </a:extLst>
          </p:cNvPr>
          <p:cNvSpPr>
            <a:spLocks noGrp="1"/>
          </p:cNvSpPr>
          <p:nvPr>
            <p:ph type="body" sz="quarter" idx="12" hasCustomPrompt="1"/>
          </p:nvPr>
        </p:nvSpPr>
        <p:spPr>
          <a:xfrm>
            <a:off x="8097080" y="2856204"/>
            <a:ext cx="3361432" cy="439424"/>
          </a:xfrm>
          <a:prstGeom prst="rect">
            <a:avLst/>
          </a:prstGeom>
        </p:spPr>
        <p:txBody>
          <a:bodyPr lIns="0" anchor="ctr">
            <a:noAutofit/>
          </a:bodyPr>
          <a:lstStyle>
            <a:lvl1pPr marL="0" indent="0" algn="l" defTabSz="777209"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8" name="Text Placeholder 2">
            <a:extLst>
              <a:ext uri="{FF2B5EF4-FFF2-40B4-BE49-F238E27FC236}">
                <a16:creationId xmlns:a16="http://schemas.microsoft.com/office/drawing/2014/main" id="{E807E96C-7A2A-7702-5836-6082D73EC049}"/>
              </a:ext>
            </a:extLst>
          </p:cNvPr>
          <p:cNvSpPr>
            <a:spLocks noGrp="1"/>
          </p:cNvSpPr>
          <p:nvPr>
            <p:ph type="body" sz="quarter" idx="13" hasCustomPrompt="1"/>
          </p:nvPr>
        </p:nvSpPr>
        <p:spPr>
          <a:xfrm>
            <a:off x="8097080" y="2329632"/>
            <a:ext cx="3361432" cy="439424"/>
          </a:xfrm>
          <a:prstGeom prst="rect">
            <a:avLst/>
          </a:prstGeom>
        </p:spPr>
        <p:txBody>
          <a:bodyPr lIns="0" anchor="ctr">
            <a:noAutofit/>
          </a:bodyPr>
          <a:lstStyle>
            <a:lvl1pPr marL="0" indent="0" algn="l" defTabSz="777209"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9" name="Text Placeholder 2">
            <a:extLst>
              <a:ext uri="{FF2B5EF4-FFF2-40B4-BE49-F238E27FC236}">
                <a16:creationId xmlns:a16="http://schemas.microsoft.com/office/drawing/2014/main" id="{7B192EA8-6B13-B0BC-9DBE-47014B681563}"/>
              </a:ext>
            </a:extLst>
          </p:cNvPr>
          <p:cNvSpPr>
            <a:spLocks noGrp="1"/>
          </p:cNvSpPr>
          <p:nvPr>
            <p:ph type="body" sz="quarter" idx="11" hasCustomPrompt="1"/>
          </p:nvPr>
        </p:nvSpPr>
        <p:spPr>
          <a:xfrm>
            <a:off x="8097080" y="1803060"/>
            <a:ext cx="3361432" cy="439424"/>
          </a:xfrm>
          <a:prstGeom prst="rect">
            <a:avLst/>
          </a:prstGeom>
        </p:spPr>
        <p:txBody>
          <a:bodyPr lIns="0" anchor="ctr">
            <a:noAutofit/>
          </a:bodyPr>
          <a:lstStyle>
            <a:lvl1pPr marL="0" indent="0" algn="l" defTabSz="777209"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12" name="Text Placeholder 2">
            <a:extLst>
              <a:ext uri="{FF2B5EF4-FFF2-40B4-BE49-F238E27FC236}">
                <a16:creationId xmlns:a16="http://schemas.microsoft.com/office/drawing/2014/main" id="{6AE7FAA7-F3F9-6232-8A5F-2EB6EFB69B03}"/>
              </a:ext>
            </a:extLst>
          </p:cNvPr>
          <p:cNvSpPr>
            <a:spLocks noGrp="1"/>
          </p:cNvSpPr>
          <p:nvPr>
            <p:ph type="body" sz="quarter" idx="18" hasCustomPrompt="1"/>
          </p:nvPr>
        </p:nvSpPr>
        <p:spPr>
          <a:xfrm>
            <a:off x="8097080" y="5489064"/>
            <a:ext cx="3361432" cy="439424"/>
          </a:xfrm>
          <a:prstGeom prst="rect">
            <a:avLst/>
          </a:prstGeom>
        </p:spPr>
        <p:txBody>
          <a:bodyPr lIns="0" anchor="ctr">
            <a:noAutofit/>
          </a:bodyPr>
          <a:lstStyle>
            <a:lvl1pPr marL="0" indent="0" algn="l" defTabSz="777209"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13" name="Text Placeholder 2">
            <a:extLst>
              <a:ext uri="{FF2B5EF4-FFF2-40B4-BE49-F238E27FC236}">
                <a16:creationId xmlns:a16="http://schemas.microsoft.com/office/drawing/2014/main" id="{8728288B-DD1D-52F9-9C96-A048F7EC3ACD}"/>
              </a:ext>
            </a:extLst>
          </p:cNvPr>
          <p:cNvSpPr>
            <a:spLocks noGrp="1"/>
          </p:cNvSpPr>
          <p:nvPr>
            <p:ph type="body" sz="quarter" idx="19" hasCustomPrompt="1"/>
          </p:nvPr>
        </p:nvSpPr>
        <p:spPr>
          <a:xfrm>
            <a:off x="8097080" y="4962492"/>
            <a:ext cx="3361432" cy="439424"/>
          </a:xfrm>
          <a:prstGeom prst="rect">
            <a:avLst/>
          </a:prstGeom>
        </p:spPr>
        <p:txBody>
          <a:bodyPr lIns="0" anchor="ctr">
            <a:noAutofit/>
          </a:bodyPr>
          <a:lstStyle>
            <a:lvl1pPr marL="0" indent="0" algn="l" defTabSz="777209"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28" name="Content Placeholder 23">
            <a:extLst>
              <a:ext uri="{FF2B5EF4-FFF2-40B4-BE49-F238E27FC236}">
                <a16:creationId xmlns:a16="http://schemas.microsoft.com/office/drawing/2014/main" id="{5566A3BF-E125-8653-D6A2-6E0FAB447F6D}"/>
              </a:ext>
            </a:extLst>
          </p:cNvPr>
          <p:cNvSpPr>
            <a:spLocks noGrp="1"/>
          </p:cNvSpPr>
          <p:nvPr>
            <p:ph sz="quarter" idx="24" hasCustomPrompt="1"/>
          </p:nvPr>
        </p:nvSpPr>
        <p:spPr>
          <a:xfrm>
            <a:off x="4478217" y="1226675"/>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4" name="Content Placeholder 23">
            <a:extLst>
              <a:ext uri="{FF2B5EF4-FFF2-40B4-BE49-F238E27FC236}">
                <a16:creationId xmlns:a16="http://schemas.microsoft.com/office/drawing/2014/main" id="{08250C8B-9AFE-1092-FA23-0BC051AE8E21}"/>
              </a:ext>
            </a:extLst>
          </p:cNvPr>
          <p:cNvSpPr>
            <a:spLocks noGrp="1"/>
          </p:cNvSpPr>
          <p:nvPr>
            <p:ph sz="quarter" idx="25" hasCustomPrompt="1"/>
          </p:nvPr>
        </p:nvSpPr>
        <p:spPr>
          <a:xfrm>
            <a:off x="4478217" y="1753618"/>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5" name="Content Placeholder 23">
            <a:extLst>
              <a:ext uri="{FF2B5EF4-FFF2-40B4-BE49-F238E27FC236}">
                <a16:creationId xmlns:a16="http://schemas.microsoft.com/office/drawing/2014/main" id="{1A07EF63-2088-9EA0-EC20-98EE11B0CFED}"/>
              </a:ext>
            </a:extLst>
          </p:cNvPr>
          <p:cNvSpPr>
            <a:spLocks noGrp="1"/>
          </p:cNvSpPr>
          <p:nvPr>
            <p:ph sz="quarter" idx="26" hasCustomPrompt="1"/>
          </p:nvPr>
        </p:nvSpPr>
        <p:spPr>
          <a:xfrm>
            <a:off x="4478217" y="2280560"/>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6" name="Content Placeholder 23">
            <a:extLst>
              <a:ext uri="{FF2B5EF4-FFF2-40B4-BE49-F238E27FC236}">
                <a16:creationId xmlns:a16="http://schemas.microsoft.com/office/drawing/2014/main" id="{AF0DA902-6068-5700-F6EE-56565C11B296}"/>
              </a:ext>
            </a:extLst>
          </p:cNvPr>
          <p:cNvSpPr>
            <a:spLocks noGrp="1"/>
          </p:cNvSpPr>
          <p:nvPr>
            <p:ph sz="quarter" idx="27" hasCustomPrompt="1"/>
          </p:nvPr>
        </p:nvSpPr>
        <p:spPr>
          <a:xfrm>
            <a:off x="4478217" y="2807501"/>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7" name="Content Placeholder 23">
            <a:extLst>
              <a:ext uri="{FF2B5EF4-FFF2-40B4-BE49-F238E27FC236}">
                <a16:creationId xmlns:a16="http://schemas.microsoft.com/office/drawing/2014/main" id="{25E03AE6-16F6-41CA-0E00-924F69DF4912}"/>
              </a:ext>
            </a:extLst>
          </p:cNvPr>
          <p:cNvSpPr>
            <a:spLocks noGrp="1"/>
          </p:cNvSpPr>
          <p:nvPr>
            <p:ph sz="quarter" idx="28" hasCustomPrompt="1"/>
          </p:nvPr>
        </p:nvSpPr>
        <p:spPr>
          <a:xfrm>
            <a:off x="4478217" y="3334444"/>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8" name="Content Placeholder 23">
            <a:extLst>
              <a:ext uri="{FF2B5EF4-FFF2-40B4-BE49-F238E27FC236}">
                <a16:creationId xmlns:a16="http://schemas.microsoft.com/office/drawing/2014/main" id="{E72DCAC9-8695-0F0F-0D5B-3F8B3EE820E7}"/>
              </a:ext>
            </a:extLst>
          </p:cNvPr>
          <p:cNvSpPr>
            <a:spLocks noGrp="1"/>
          </p:cNvSpPr>
          <p:nvPr>
            <p:ph sz="quarter" idx="29" hasCustomPrompt="1"/>
          </p:nvPr>
        </p:nvSpPr>
        <p:spPr>
          <a:xfrm>
            <a:off x="4478217" y="3861386"/>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9" name="Content Placeholder 23">
            <a:extLst>
              <a:ext uri="{FF2B5EF4-FFF2-40B4-BE49-F238E27FC236}">
                <a16:creationId xmlns:a16="http://schemas.microsoft.com/office/drawing/2014/main" id="{CD4018D4-B3F4-77F3-C060-FFB77DE5F9AB}"/>
              </a:ext>
            </a:extLst>
          </p:cNvPr>
          <p:cNvSpPr>
            <a:spLocks noGrp="1"/>
          </p:cNvSpPr>
          <p:nvPr>
            <p:ph sz="quarter" idx="30" hasCustomPrompt="1"/>
          </p:nvPr>
        </p:nvSpPr>
        <p:spPr>
          <a:xfrm>
            <a:off x="4478217" y="4388327"/>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40" name="Content Placeholder 23">
            <a:extLst>
              <a:ext uri="{FF2B5EF4-FFF2-40B4-BE49-F238E27FC236}">
                <a16:creationId xmlns:a16="http://schemas.microsoft.com/office/drawing/2014/main" id="{5129D140-6B35-93B9-ECFD-9DD38DF9C9EE}"/>
              </a:ext>
            </a:extLst>
          </p:cNvPr>
          <p:cNvSpPr>
            <a:spLocks noGrp="1"/>
          </p:cNvSpPr>
          <p:nvPr>
            <p:ph sz="quarter" idx="31" hasCustomPrompt="1"/>
          </p:nvPr>
        </p:nvSpPr>
        <p:spPr>
          <a:xfrm>
            <a:off x="4478217" y="4915270"/>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41" name="Content Placeholder 23">
            <a:extLst>
              <a:ext uri="{FF2B5EF4-FFF2-40B4-BE49-F238E27FC236}">
                <a16:creationId xmlns:a16="http://schemas.microsoft.com/office/drawing/2014/main" id="{D484B4F0-E152-286D-3449-ED986EF2A5C3}"/>
              </a:ext>
            </a:extLst>
          </p:cNvPr>
          <p:cNvSpPr>
            <a:spLocks noGrp="1"/>
          </p:cNvSpPr>
          <p:nvPr>
            <p:ph sz="quarter" idx="32" hasCustomPrompt="1"/>
          </p:nvPr>
        </p:nvSpPr>
        <p:spPr>
          <a:xfrm>
            <a:off x="4478217" y="5442215"/>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10" name="Text Placeholder 2">
            <a:extLst>
              <a:ext uri="{FF2B5EF4-FFF2-40B4-BE49-F238E27FC236}">
                <a16:creationId xmlns:a16="http://schemas.microsoft.com/office/drawing/2014/main" id="{79EB0B7C-0884-C0EA-892D-5C6FE679FCA0}"/>
              </a:ext>
            </a:extLst>
          </p:cNvPr>
          <p:cNvSpPr>
            <a:spLocks noGrp="1"/>
          </p:cNvSpPr>
          <p:nvPr>
            <p:ph type="body" sz="quarter" idx="10" hasCustomPrompt="1"/>
          </p:nvPr>
        </p:nvSpPr>
        <p:spPr>
          <a:xfrm>
            <a:off x="8097080" y="1276488"/>
            <a:ext cx="3361432" cy="439424"/>
          </a:xfrm>
          <a:prstGeom prst="rect">
            <a:avLst/>
          </a:prstGeom>
        </p:spPr>
        <p:txBody>
          <a:bodyPr lIns="0" anchor="ctr">
            <a:noAutofit/>
          </a:bodyPr>
          <a:lstStyle>
            <a:lvl1pPr marL="0" indent="0" algn="l" defTabSz="777209"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Tree>
    <p:extLst>
      <p:ext uri="{BB962C8B-B14F-4D97-AF65-F5344CB8AC3E}">
        <p14:creationId xmlns:p14="http://schemas.microsoft.com/office/powerpoint/2010/main" val="356436636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B02B953E-664F-D780-3967-9D0548A5D28F}"/>
              </a:ext>
            </a:extLst>
          </p:cNvPr>
          <p:cNvSpPr>
            <a:spLocks noGrp="1"/>
          </p:cNvSpPr>
          <p:nvPr>
            <p:ph type="title" hasCustomPrompt="1"/>
          </p:nvPr>
        </p:nvSpPr>
        <p:spPr>
          <a:xfrm>
            <a:off x="724429" y="447125"/>
            <a:ext cx="3883907" cy="1051687"/>
          </a:xfrm>
        </p:spPr>
        <p:txBody>
          <a:bodyPr/>
          <a:lstStyle/>
          <a:p>
            <a:r>
              <a:rPr lang="en-US"/>
              <a:t>Click to Edit Title</a:t>
            </a:r>
          </a:p>
        </p:txBody>
      </p:sp>
      <p:sp>
        <p:nvSpPr>
          <p:cNvPr id="3" name="Text Placeholder 2">
            <a:extLst>
              <a:ext uri="{FF2B5EF4-FFF2-40B4-BE49-F238E27FC236}">
                <a16:creationId xmlns:a16="http://schemas.microsoft.com/office/drawing/2014/main" id="{0C6B0A88-8773-FAB4-D19A-8D4B6BAFE221}"/>
              </a:ext>
            </a:extLst>
          </p:cNvPr>
          <p:cNvSpPr>
            <a:spLocks noGrp="1"/>
          </p:cNvSpPr>
          <p:nvPr>
            <p:ph type="body" sz="quarter" idx="14" hasCustomPrompt="1"/>
          </p:nvPr>
        </p:nvSpPr>
        <p:spPr>
          <a:xfrm>
            <a:off x="6608247" y="3580740"/>
            <a:ext cx="4833476" cy="439424"/>
          </a:xfrm>
          <a:prstGeom prst="rect">
            <a:avLst/>
          </a:prstGeom>
        </p:spPr>
        <p:txBody>
          <a:bodyPr lIns="0" anchor="ctr">
            <a:noAutofit/>
          </a:bodyPr>
          <a:lstStyle>
            <a:lvl1pPr marL="0" indent="0" algn="l" defTabSz="777209"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5" name="Text Placeholder 2">
            <a:extLst>
              <a:ext uri="{FF2B5EF4-FFF2-40B4-BE49-F238E27FC236}">
                <a16:creationId xmlns:a16="http://schemas.microsoft.com/office/drawing/2014/main" id="{65CBA3EC-8ACD-68A3-2E6E-2B896E781D78}"/>
              </a:ext>
            </a:extLst>
          </p:cNvPr>
          <p:cNvSpPr>
            <a:spLocks noGrp="1"/>
          </p:cNvSpPr>
          <p:nvPr>
            <p:ph type="body" sz="quarter" idx="15" hasCustomPrompt="1"/>
          </p:nvPr>
        </p:nvSpPr>
        <p:spPr>
          <a:xfrm>
            <a:off x="6608247" y="3054046"/>
            <a:ext cx="4833476" cy="439424"/>
          </a:xfrm>
          <a:prstGeom prst="rect">
            <a:avLst/>
          </a:prstGeom>
        </p:spPr>
        <p:txBody>
          <a:bodyPr lIns="0" anchor="ctr">
            <a:noAutofit/>
          </a:bodyPr>
          <a:lstStyle>
            <a:lvl1pPr marL="0" indent="0" algn="l" defTabSz="777209"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6" name="Text Placeholder 2">
            <a:extLst>
              <a:ext uri="{FF2B5EF4-FFF2-40B4-BE49-F238E27FC236}">
                <a16:creationId xmlns:a16="http://schemas.microsoft.com/office/drawing/2014/main" id="{FAF0F53F-889A-721B-B1C9-CA59E61375E5}"/>
              </a:ext>
            </a:extLst>
          </p:cNvPr>
          <p:cNvSpPr>
            <a:spLocks noGrp="1"/>
          </p:cNvSpPr>
          <p:nvPr>
            <p:ph type="body" sz="quarter" idx="16" hasCustomPrompt="1"/>
          </p:nvPr>
        </p:nvSpPr>
        <p:spPr>
          <a:xfrm>
            <a:off x="6608247" y="2527353"/>
            <a:ext cx="4833476" cy="439424"/>
          </a:xfrm>
          <a:prstGeom prst="rect">
            <a:avLst/>
          </a:prstGeom>
        </p:spPr>
        <p:txBody>
          <a:bodyPr lIns="0" anchor="ctr">
            <a:noAutofit/>
          </a:bodyPr>
          <a:lstStyle>
            <a:lvl1pPr marL="0" indent="0" algn="l" defTabSz="777209"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7" name="Text Placeholder 2">
            <a:extLst>
              <a:ext uri="{FF2B5EF4-FFF2-40B4-BE49-F238E27FC236}">
                <a16:creationId xmlns:a16="http://schemas.microsoft.com/office/drawing/2014/main" id="{3A54923A-D9AD-5C05-E439-508237F91EB1}"/>
              </a:ext>
            </a:extLst>
          </p:cNvPr>
          <p:cNvSpPr>
            <a:spLocks noGrp="1"/>
          </p:cNvSpPr>
          <p:nvPr>
            <p:ph type="body" sz="quarter" idx="12" hasCustomPrompt="1"/>
          </p:nvPr>
        </p:nvSpPr>
        <p:spPr>
          <a:xfrm>
            <a:off x="6608247" y="2000661"/>
            <a:ext cx="4833476" cy="439424"/>
          </a:xfrm>
          <a:prstGeom prst="rect">
            <a:avLst/>
          </a:prstGeom>
        </p:spPr>
        <p:txBody>
          <a:bodyPr lIns="0" anchor="ctr">
            <a:noAutofit/>
          </a:bodyPr>
          <a:lstStyle>
            <a:lvl1pPr marL="0" indent="0" algn="l" defTabSz="777209"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8" name="Text Placeholder 2">
            <a:extLst>
              <a:ext uri="{FF2B5EF4-FFF2-40B4-BE49-F238E27FC236}">
                <a16:creationId xmlns:a16="http://schemas.microsoft.com/office/drawing/2014/main" id="{E807E96C-7A2A-7702-5836-6082D73EC049}"/>
              </a:ext>
            </a:extLst>
          </p:cNvPr>
          <p:cNvSpPr>
            <a:spLocks noGrp="1"/>
          </p:cNvSpPr>
          <p:nvPr>
            <p:ph type="body" sz="quarter" idx="13" hasCustomPrompt="1"/>
          </p:nvPr>
        </p:nvSpPr>
        <p:spPr>
          <a:xfrm>
            <a:off x="6608247" y="1473968"/>
            <a:ext cx="4833476" cy="439424"/>
          </a:xfrm>
          <a:prstGeom prst="rect">
            <a:avLst/>
          </a:prstGeom>
        </p:spPr>
        <p:txBody>
          <a:bodyPr lIns="0" anchor="ctr">
            <a:noAutofit/>
          </a:bodyPr>
          <a:lstStyle>
            <a:lvl1pPr marL="0" indent="0" algn="l" defTabSz="777209"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9" name="Text Placeholder 2">
            <a:extLst>
              <a:ext uri="{FF2B5EF4-FFF2-40B4-BE49-F238E27FC236}">
                <a16:creationId xmlns:a16="http://schemas.microsoft.com/office/drawing/2014/main" id="{7B192EA8-6B13-B0BC-9DBE-47014B681563}"/>
              </a:ext>
            </a:extLst>
          </p:cNvPr>
          <p:cNvSpPr>
            <a:spLocks noGrp="1"/>
          </p:cNvSpPr>
          <p:nvPr>
            <p:ph type="body" sz="quarter" idx="11" hasCustomPrompt="1"/>
          </p:nvPr>
        </p:nvSpPr>
        <p:spPr>
          <a:xfrm>
            <a:off x="6608247" y="947275"/>
            <a:ext cx="4833476" cy="439424"/>
          </a:xfrm>
          <a:prstGeom prst="rect">
            <a:avLst/>
          </a:prstGeom>
        </p:spPr>
        <p:txBody>
          <a:bodyPr lIns="0" anchor="ctr">
            <a:noAutofit/>
          </a:bodyPr>
          <a:lstStyle>
            <a:lvl1pPr marL="0" indent="0" algn="l" defTabSz="777209"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12" name="Text Placeholder 2">
            <a:extLst>
              <a:ext uri="{FF2B5EF4-FFF2-40B4-BE49-F238E27FC236}">
                <a16:creationId xmlns:a16="http://schemas.microsoft.com/office/drawing/2014/main" id="{6AE7FAA7-F3F9-6232-8A5F-2EB6EFB69B03}"/>
              </a:ext>
            </a:extLst>
          </p:cNvPr>
          <p:cNvSpPr>
            <a:spLocks noGrp="1"/>
          </p:cNvSpPr>
          <p:nvPr>
            <p:ph type="body" sz="quarter" idx="18" hasCustomPrompt="1"/>
          </p:nvPr>
        </p:nvSpPr>
        <p:spPr>
          <a:xfrm>
            <a:off x="6608247" y="4634126"/>
            <a:ext cx="4833476" cy="439424"/>
          </a:xfrm>
          <a:prstGeom prst="rect">
            <a:avLst/>
          </a:prstGeom>
        </p:spPr>
        <p:txBody>
          <a:bodyPr lIns="0" anchor="ctr">
            <a:noAutofit/>
          </a:bodyPr>
          <a:lstStyle>
            <a:lvl1pPr marL="0" indent="0" algn="l" defTabSz="777209"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13" name="Text Placeholder 2">
            <a:extLst>
              <a:ext uri="{FF2B5EF4-FFF2-40B4-BE49-F238E27FC236}">
                <a16:creationId xmlns:a16="http://schemas.microsoft.com/office/drawing/2014/main" id="{8728288B-DD1D-52F9-9C96-A048F7EC3ACD}"/>
              </a:ext>
            </a:extLst>
          </p:cNvPr>
          <p:cNvSpPr>
            <a:spLocks noGrp="1"/>
          </p:cNvSpPr>
          <p:nvPr>
            <p:ph type="body" sz="quarter" idx="19" hasCustomPrompt="1"/>
          </p:nvPr>
        </p:nvSpPr>
        <p:spPr>
          <a:xfrm>
            <a:off x="6608247" y="4107433"/>
            <a:ext cx="4833476" cy="439424"/>
          </a:xfrm>
          <a:prstGeom prst="rect">
            <a:avLst/>
          </a:prstGeom>
        </p:spPr>
        <p:txBody>
          <a:bodyPr lIns="0" anchor="ctr">
            <a:noAutofit/>
          </a:bodyPr>
          <a:lstStyle>
            <a:lvl1pPr marL="0" indent="0" algn="l" defTabSz="777209"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34" name="Content Placeholder 23">
            <a:extLst>
              <a:ext uri="{FF2B5EF4-FFF2-40B4-BE49-F238E27FC236}">
                <a16:creationId xmlns:a16="http://schemas.microsoft.com/office/drawing/2014/main" id="{08250C8B-9AFE-1092-FA23-0BC051AE8E21}"/>
              </a:ext>
            </a:extLst>
          </p:cNvPr>
          <p:cNvSpPr>
            <a:spLocks noGrp="1"/>
          </p:cNvSpPr>
          <p:nvPr>
            <p:ph sz="quarter" idx="25" hasCustomPrompt="1"/>
          </p:nvPr>
        </p:nvSpPr>
        <p:spPr>
          <a:xfrm>
            <a:off x="4874397" y="886109"/>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35" name="Content Placeholder 23">
            <a:extLst>
              <a:ext uri="{FF2B5EF4-FFF2-40B4-BE49-F238E27FC236}">
                <a16:creationId xmlns:a16="http://schemas.microsoft.com/office/drawing/2014/main" id="{1A07EF63-2088-9EA0-EC20-98EE11B0CFED}"/>
              </a:ext>
            </a:extLst>
          </p:cNvPr>
          <p:cNvSpPr>
            <a:spLocks noGrp="1"/>
          </p:cNvSpPr>
          <p:nvPr>
            <p:ph sz="quarter" idx="26" hasCustomPrompt="1"/>
          </p:nvPr>
        </p:nvSpPr>
        <p:spPr>
          <a:xfrm>
            <a:off x="4874397" y="1413126"/>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36" name="Content Placeholder 23">
            <a:extLst>
              <a:ext uri="{FF2B5EF4-FFF2-40B4-BE49-F238E27FC236}">
                <a16:creationId xmlns:a16="http://schemas.microsoft.com/office/drawing/2014/main" id="{AF0DA902-6068-5700-F6EE-56565C11B296}"/>
              </a:ext>
            </a:extLst>
          </p:cNvPr>
          <p:cNvSpPr>
            <a:spLocks noGrp="1"/>
          </p:cNvSpPr>
          <p:nvPr>
            <p:ph sz="quarter" idx="27" hasCustomPrompt="1"/>
          </p:nvPr>
        </p:nvSpPr>
        <p:spPr>
          <a:xfrm>
            <a:off x="4874397" y="1940144"/>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37" name="Content Placeholder 23">
            <a:extLst>
              <a:ext uri="{FF2B5EF4-FFF2-40B4-BE49-F238E27FC236}">
                <a16:creationId xmlns:a16="http://schemas.microsoft.com/office/drawing/2014/main" id="{25E03AE6-16F6-41CA-0E00-924F69DF4912}"/>
              </a:ext>
            </a:extLst>
          </p:cNvPr>
          <p:cNvSpPr>
            <a:spLocks noGrp="1"/>
          </p:cNvSpPr>
          <p:nvPr>
            <p:ph sz="quarter" idx="28" hasCustomPrompt="1"/>
          </p:nvPr>
        </p:nvSpPr>
        <p:spPr>
          <a:xfrm>
            <a:off x="4874397" y="2467161"/>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38" name="Content Placeholder 23">
            <a:extLst>
              <a:ext uri="{FF2B5EF4-FFF2-40B4-BE49-F238E27FC236}">
                <a16:creationId xmlns:a16="http://schemas.microsoft.com/office/drawing/2014/main" id="{E72DCAC9-8695-0F0F-0D5B-3F8B3EE820E7}"/>
              </a:ext>
            </a:extLst>
          </p:cNvPr>
          <p:cNvSpPr>
            <a:spLocks noGrp="1"/>
          </p:cNvSpPr>
          <p:nvPr>
            <p:ph sz="quarter" idx="29" hasCustomPrompt="1"/>
          </p:nvPr>
        </p:nvSpPr>
        <p:spPr>
          <a:xfrm>
            <a:off x="4874397" y="2994178"/>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39" name="Content Placeholder 23">
            <a:extLst>
              <a:ext uri="{FF2B5EF4-FFF2-40B4-BE49-F238E27FC236}">
                <a16:creationId xmlns:a16="http://schemas.microsoft.com/office/drawing/2014/main" id="{CD4018D4-B3F4-77F3-C060-FFB77DE5F9AB}"/>
              </a:ext>
            </a:extLst>
          </p:cNvPr>
          <p:cNvSpPr>
            <a:spLocks noGrp="1"/>
          </p:cNvSpPr>
          <p:nvPr>
            <p:ph sz="quarter" idx="30" hasCustomPrompt="1"/>
          </p:nvPr>
        </p:nvSpPr>
        <p:spPr>
          <a:xfrm>
            <a:off x="4874397" y="3521194"/>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40" name="Content Placeholder 23">
            <a:extLst>
              <a:ext uri="{FF2B5EF4-FFF2-40B4-BE49-F238E27FC236}">
                <a16:creationId xmlns:a16="http://schemas.microsoft.com/office/drawing/2014/main" id="{5129D140-6B35-93B9-ECFD-9DD38DF9C9EE}"/>
              </a:ext>
            </a:extLst>
          </p:cNvPr>
          <p:cNvSpPr>
            <a:spLocks noGrp="1"/>
          </p:cNvSpPr>
          <p:nvPr>
            <p:ph sz="quarter" idx="31" hasCustomPrompt="1"/>
          </p:nvPr>
        </p:nvSpPr>
        <p:spPr>
          <a:xfrm>
            <a:off x="4874397" y="4048211"/>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41" name="Content Placeholder 23">
            <a:extLst>
              <a:ext uri="{FF2B5EF4-FFF2-40B4-BE49-F238E27FC236}">
                <a16:creationId xmlns:a16="http://schemas.microsoft.com/office/drawing/2014/main" id="{D484B4F0-E152-286D-3449-ED986EF2A5C3}"/>
              </a:ext>
            </a:extLst>
          </p:cNvPr>
          <p:cNvSpPr>
            <a:spLocks noGrp="1"/>
          </p:cNvSpPr>
          <p:nvPr>
            <p:ph sz="quarter" idx="32" hasCustomPrompt="1"/>
          </p:nvPr>
        </p:nvSpPr>
        <p:spPr>
          <a:xfrm>
            <a:off x="4874397" y="4575228"/>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47" name="Text Placeholder 2">
            <a:extLst>
              <a:ext uri="{FF2B5EF4-FFF2-40B4-BE49-F238E27FC236}">
                <a16:creationId xmlns:a16="http://schemas.microsoft.com/office/drawing/2014/main" id="{A6AEDD94-6081-10CA-C570-ECAD1902B72C}"/>
              </a:ext>
            </a:extLst>
          </p:cNvPr>
          <p:cNvSpPr>
            <a:spLocks noGrp="1"/>
          </p:cNvSpPr>
          <p:nvPr>
            <p:ph type="body" sz="quarter" idx="33" hasCustomPrompt="1"/>
          </p:nvPr>
        </p:nvSpPr>
        <p:spPr>
          <a:xfrm>
            <a:off x="6608247" y="5160818"/>
            <a:ext cx="4833476" cy="439424"/>
          </a:xfrm>
          <a:prstGeom prst="rect">
            <a:avLst/>
          </a:prstGeom>
        </p:spPr>
        <p:txBody>
          <a:bodyPr lIns="0" anchor="ctr">
            <a:noAutofit/>
          </a:bodyPr>
          <a:lstStyle>
            <a:lvl1pPr marL="0" indent="0" algn="l" defTabSz="777209"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48" name="Content Placeholder 23">
            <a:extLst>
              <a:ext uri="{FF2B5EF4-FFF2-40B4-BE49-F238E27FC236}">
                <a16:creationId xmlns:a16="http://schemas.microsoft.com/office/drawing/2014/main" id="{E586D051-24CF-3ACC-52EE-567998A60C9B}"/>
              </a:ext>
            </a:extLst>
          </p:cNvPr>
          <p:cNvSpPr>
            <a:spLocks noGrp="1"/>
          </p:cNvSpPr>
          <p:nvPr>
            <p:ph sz="quarter" idx="34" hasCustomPrompt="1"/>
          </p:nvPr>
        </p:nvSpPr>
        <p:spPr>
          <a:xfrm>
            <a:off x="4874397" y="5102246"/>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Tree>
    <p:extLst>
      <p:ext uri="{BB962C8B-B14F-4D97-AF65-F5344CB8AC3E}">
        <p14:creationId xmlns:p14="http://schemas.microsoft.com/office/powerpoint/2010/main" val="375206162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Full Margi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CD0B-E043-57DD-198E-A4CFB624345D}"/>
              </a:ext>
            </a:extLst>
          </p:cNvPr>
          <p:cNvSpPr>
            <a:spLocks noGrp="1"/>
          </p:cNvSpPr>
          <p:nvPr>
            <p:ph type="title" hasCustomPrompt="1"/>
          </p:nvPr>
        </p:nvSpPr>
        <p:spPr/>
        <p:txBody>
          <a:bodyPr/>
          <a:lstStyle/>
          <a:p>
            <a:r>
              <a:rPr lang="en-US"/>
              <a:t>Click to Edit Title</a:t>
            </a:r>
          </a:p>
        </p:txBody>
      </p:sp>
      <p:sp>
        <p:nvSpPr>
          <p:cNvPr id="4" name="Content Placeholder 3">
            <a:extLst>
              <a:ext uri="{FF2B5EF4-FFF2-40B4-BE49-F238E27FC236}">
                <a16:creationId xmlns:a16="http://schemas.microsoft.com/office/drawing/2014/main" id="{FB3CAA8F-9897-3EA9-A04B-2572C12CC583}"/>
              </a:ext>
            </a:extLst>
          </p:cNvPr>
          <p:cNvSpPr>
            <a:spLocks noGrp="1"/>
          </p:cNvSpPr>
          <p:nvPr>
            <p:ph sz="quarter" idx="10"/>
          </p:nvPr>
        </p:nvSpPr>
        <p:spPr>
          <a:xfrm>
            <a:off x="723901" y="1630016"/>
            <a:ext cx="10728325" cy="44298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9974804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 Intro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CD0B-E043-57DD-198E-A4CFB624345D}"/>
              </a:ext>
            </a:extLst>
          </p:cNvPr>
          <p:cNvSpPr>
            <a:spLocks noGrp="1"/>
          </p:cNvSpPr>
          <p:nvPr>
            <p:ph type="title" hasCustomPrompt="1"/>
          </p:nvPr>
        </p:nvSpPr>
        <p:spPr/>
        <p:txBody>
          <a:bodyPr>
            <a:noAutofit/>
          </a:bodyPr>
          <a:lstStyle/>
          <a:p>
            <a:r>
              <a:rPr lang="en-US"/>
              <a:t>Click to Edit Title</a:t>
            </a:r>
          </a:p>
        </p:txBody>
      </p:sp>
      <p:sp>
        <p:nvSpPr>
          <p:cNvPr id="4" name="Content Placeholder 3">
            <a:extLst>
              <a:ext uri="{FF2B5EF4-FFF2-40B4-BE49-F238E27FC236}">
                <a16:creationId xmlns:a16="http://schemas.microsoft.com/office/drawing/2014/main" id="{FB3CAA8F-9897-3EA9-A04B-2572C12CC583}"/>
              </a:ext>
            </a:extLst>
          </p:cNvPr>
          <p:cNvSpPr>
            <a:spLocks noGrp="1"/>
          </p:cNvSpPr>
          <p:nvPr>
            <p:ph sz="quarter" idx="10"/>
          </p:nvPr>
        </p:nvSpPr>
        <p:spPr>
          <a:xfrm>
            <a:off x="723900" y="2491410"/>
            <a:ext cx="10744202" cy="3568428"/>
          </a:xfrm>
          <a:prstGeom prst="rect">
            <a:avLst/>
          </a:prstGeom>
        </p:spPr>
        <p:txBody>
          <a:bodyPr lIns="201168">
            <a:noAutofit/>
          </a:bodyPr>
          <a:lstStyle>
            <a:lvl1pPr>
              <a:defRPr sz="2000" baseline="0"/>
            </a:lvl1pPr>
            <a:lvl2pPr>
              <a:defRPr baseline="0"/>
            </a:lvl2pPr>
            <a:lvl3pPr>
              <a:defRPr baseline="0"/>
            </a:lvl3pPr>
            <a:lvl4pPr>
              <a:defRPr baseline="0"/>
            </a:lvl4pPr>
            <a:lvl5pPr>
              <a:defRPr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a:extLst>
              <a:ext uri="{FF2B5EF4-FFF2-40B4-BE49-F238E27FC236}">
                <a16:creationId xmlns:a16="http://schemas.microsoft.com/office/drawing/2014/main" id="{EF58F209-44F8-1944-A5D9-0DE8BAAC22F6}"/>
              </a:ext>
            </a:extLst>
          </p:cNvPr>
          <p:cNvSpPr>
            <a:spLocks noGrp="1"/>
          </p:cNvSpPr>
          <p:nvPr>
            <p:ph type="body" sz="quarter" idx="12" hasCustomPrompt="1"/>
          </p:nvPr>
        </p:nvSpPr>
        <p:spPr>
          <a:xfrm>
            <a:off x="722376" y="1630017"/>
            <a:ext cx="10745726" cy="725725"/>
          </a:xfrm>
          <a:prstGeom prst="rect">
            <a:avLst/>
          </a:prstGeom>
        </p:spPr>
        <p:txBody>
          <a:bodyPr lIns="201168" tIns="0">
            <a:noAutofit/>
          </a:bodyPr>
          <a:lstStyle>
            <a:lvl1pPr>
              <a:lnSpc>
                <a:spcPts val="2800"/>
              </a:lnSpc>
              <a:spcBef>
                <a:spcPts val="0"/>
              </a:spcBef>
              <a:spcAft>
                <a:spcPts val="0"/>
              </a:spcAft>
              <a:defRPr sz="2000" b="1" i="0">
                <a:latin typeface="Avenir Heavy" panose="02000503020000020003" pitchFamily="2" charset="0"/>
              </a:defRPr>
            </a:lvl1pPr>
          </a:lstStyle>
          <a:p>
            <a:pPr lvl="0"/>
            <a:r>
              <a:rPr lang="en-US"/>
              <a:t>Click to edit subtitle</a:t>
            </a:r>
          </a:p>
        </p:txBody>
      </p:sp>
    </p:spTree>
    <p:extLst>
      <p:ext uri="{BB962C8B-B14F-4D97-AF65-F5344CB8AC3E}">
        <p14:creationId xmlns:p14="http://schemas.microsoft.com/office/powerpoint/2010/main" val="198659998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CD0B-E043-57DD-198E-A4CFB624345D}"/>
              </a:ext>
            </a:extLst>
          </p:cNvPr>
          <p:cNvSpPr>
            <a:spLocks noGrp="1"/>
          </p:cNvSpPr>
          <p:nvPr>
            <p:ph type="title" hasCustomPrompt="1"/>
          </p:nvPr>
        </p:nvSpPr>
        <p:spPr/>
        <p:txBody>
          <a:bodyPr>
            <a:noAutofit/>
          </a:bodyPr>
          <a:lstStyle/>
          <a:p>
            <a:r>
              <a:rPr lang="en-US"/>
              <a:t>Click to Edit Title</a:t>
            </a:r>
          </a:p>
        </p:txBody>
      </p:sp>
      <p:sp>
        <p:nvSpPr>
          <p:cNvPr id="4" name="Content Placeholder 3">
            <a:extLst>
              <a:ext uri="{FF2B5EF4-FFF2-40B4-BE49-F238E27FC236}">
                <a16:creationId xmlns:a16="http://schemas.microsoft.com/office/drawing/2014/main" id="{FB3CAA8F-9897-3EA9-A04B-2572C12CC583}"/>
              </a:ext>
            </a:extLst>
          </p:cNvPr>
          <p:cNvSpPr>
            <a:spLocks noGrp="1"/>
          </p:cNvSpPr>
          <p:nvPr>
            <p:ph sz="quarter" idx="10" hasCustomPrompt="1"/>
          </p:nvPr>
        </p:nvSpPr>
        <p:spPr>
          <a:xfrm>
            <a:off x="723900" y="1630018"/>
            <a:ext cx="5189878" cy="4439479"/>
          </a:xfrm>
          <a:prstGeom prst="rect">
            <a:avLst/>
          </a:prstGeom>
        </p:spPr>
        <p:txBody>
          <a:bodyPr lIns="228600">
            <a:noAutofit/>
          </a:bodyPr>
          <a:lstStyle/>
          <a:p>
            <a:pPr lvl="0"/>
            <a:r>
              <a:rPr lang="en-US"/>
              <a:t>Click to edit first level</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842E74B6-B0B7-8C8C-6E21-66BE8A1FD403}"/>
              </a:ext>
            </a:extLst>
          </p:cNvPr>
          <p:cNvSpPr>
            <a:spLocks noGrp="1"/>
          </p:cNvSpPr>
          <p:nvPr>
            <p:ph sz="quarter" idx="11" hasCustomPrompt="1"/>
          </p:nvPr>
        </p:nvSpPr>
        <p:spPr>
          <a:xfrm>
            <a:off x="6278225" y="1630018"/>
            <a:ext cx="5189878" cy="4439479"/>
          </a:xfrm>
          <a:prstGeom prst="rect">
            <a:avLst/>
          </a:prstGeom>
        </p:spPr>
        <p:txBody>
          <a:bodyPr lIns="228600">
            <a:noAutofit/>
          </a:bodyPr>
          <a:lstStyle/>
          <a:p>
            <a:pPr lvl="0"/>
            <a:r>
              <a:rPr lang="en-US"/>
              <a:t>Click to edit first level</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7382999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xt Column +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CD0B-E043-57DD-198E-A4CFB624345D}"/>
              </a:ext>
            </a:extLst>
          </p:cNvPr>
          <p:cNvSpPr>
            <a:spLocks noGrp="1"/>
          </p:cNvSpPr>
          <p:nvPr>
            <p:ph type="title" hasCustomPrompt="1"/>
          </p:nvPr>
        </p:nvSpPr>
        <p:spPr>
          <a:xfrm>
            <a:off x="724427" y="447125"/>
            <a:ext cx="5189352" cy="1051687"/>
          </a:xfrm>
        </p:spPr>
        <p:txBody>
          <a:bodyPr/>
          <a:lstStyle/>
          <a:p>
            <a:r>
              <a:rPr lang="en-US"/>
              <a:t>Click to Edit Title</a:t>
            </a:r>
          </a:p>
        </p:txBody>
      </p:sp>
      <p:sp>
        <p:nvSpPr>
          <p:cNvPr id="4" name="Content Placeholder 3">
            <a:extLst>
              <a:ext uri="{FF2B5EF4-FFF2-40B4-BE49-F238E27FC236}">
                <a16:creationId xmlns:a16="http://schemas.microsoft.com/office/drawing/2014/main" id="{FB3CAA8F-9897-3EA9-A04B-2572C12CC583}"/>
              </a:ext>
            </a:extLst>
          </p:cNvPr>
          <p:cNvSpPr>
            <a:spLocks noGrp="1"/>
          </p:cNvSpPr>
          <p:nvPr>
            <p:ph sz="quarter" idx="10" hasCustomPrompt="1"/>
          </p:nvPr>
        </p:nvSpPr>
        <p:spPr>
          <a:xfrm>
            <a:off x="723900" y="1630018"/>
            <a:ext cx="5189878" cy="4439479"/>
          </a:xfrm>
          <a:prstGeom prst="rect">
            <a:avLst/>
          </a:prstGeom>
        </p:spPr>
        <p:txBody>
          <a:bodyPr lIns="228600"/>
          <a:lstStyle>
            <a:lvl1pPr marL="0" marR="0" indent="0" algn="l" defTabSz="529828" rtl="0" eaLnBrk="1" fontAlgn="auto" latinLnBrk="0" hangingPunct="1">
              <a:lnSpc>
                <a:spcPct val="148000"/>
              </a:lnSpc>
              <a:spcBef>
                <a:spcPts val="100"/>
              </a:spcBef>
              <a:spcAft>
                <a:spcPts val="600"/>
              </a:spcAft>
              <a:buClr>
                <a:schemeClr val="accent2"/>
              </a:buClr>
              <a:buSzTx/>
              <a:buFont typeface="Arial" panose="020B0604020202020204" pitchFamily="34" charset="0"/>
              <a:buNone/>
              <a:tabLst/>
              <a:defRPr/>
            </a:lvl1pPr>
          </a:lstStyle>
          <a:p>
            <a:pPr marL="0" marR="0" lvl="0" indent="0" algn="l" defTabSz="529828" rtl="0" eaLnBrk="1" fontAlgn="auto" latinLnBrk="0" hangingPunct="1">
              <a:lnSpc>
                <a:spcPct val="148000"/>
              </a:lnSpc>
              <a:spcBef>
                <a:spcPts val="100"/>
              </a:spcBef>
              <a:spcAft>
                <a:spcPts val="600"/>
              </a:spcAft>
              <a:buClr>
                <a:schemeClr val="accent2"/>
              </a:buClr>
              <a:buSzTx/>
              <a:buFont typeface="Arial" panose="020B0604020202020204" pitchFamily="34" charset="0"/>
              <a:buNone/>
              <a:tabLst/>
              <a:defRPr/>
            </a:pPr>
            <a:r>
              <a:rPr lang="en-US"/>
              <a:t>Click to edit first level</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0C3FA70A-CDF4-85BB-A9DC-F04D72134D04}"/>
              </a:ext>
            </a:extLst>
          </p:cNvPr>
          <p:cNvSpPr>
            <a:spLocks noGrp="1"/>
          </p:cNvSpPr>
          <p:nvPr>
            <p:ph type="pic" sz="quarter" idx="11"/>
          </p:nvPr>
        </p:nvSpPr>
        <p:spPr>
          <a:xfrm>
            <a:off x="6197601" y="0"/>
            <a:ext cx="5994400" cy="6858000"/>
          </a:xfrm>
        </p:spPr>
        <p:txBody>
          <a:bodyPr/>
          <a:lstStyle/>
          <a:p>
            <a:r>
              <a:rPr lang="en-US"/>
              <a:t>Click icon to add picture</a:t>
            </a:r>
          </a:p>
        </p:txBody>
      </p:sp>
    </p:spTree>
    <p:extLst>
      <p:ext uri="{BB962C8B-B14F-4D97-AF65-F5344CB8AC3E}">
        <p14:creationId xmlns:p14="http://schemas.microsoft.com/office/powerpoint/2010/main" val="239026364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CD0B-E043-57DD-198E-A4CFB624345D}"/>
              </a:ext>
            </a:extLst>
          </p:cNvPr>
          <p:cNvSpPr>
            <a:spLocks noGrp="1"/>
          </p:cNvSpPr>
          <p:nvPr>
            <p:ph type="title" hasCustomPrompt="1"/>
          </p:nvPr>
        </p:nvSpPr>
        <p:spPr/>
        <p:txBody>
          <a:bodyPr>
            <a:noAutofit/>
          </a:bodyPr>
          <a:lstStyle/>
          <a:p>
            <a:r>
              <a:rPr lang="en-US"/>
              <a:t>Click to Edit Title</a:t>
            </a:r>
          </a:p>
        </p:txBody>
      </p:sp>
      <p:sp>
        <p:nvSpPr>
          <p:cNvPr id="4" name="Content Placeholder 3">
            <a:extLst>
              <a:ext uri="{FF2B5EF4-FFF2-40B4-BE49-F238E27FC236}">
                <a16:creationId xmlns:a16="http://schemas.microsoft.com/office/drawing/2014/main" id="{FB3CAA8F-9897-3EA9-A04B-2572C12CC583}"/>
              </a:ext>
            </a:extLst>
          </p:cNvPr>
          <p:cNvSpPr>
            <a:spLocks noGrp="1"/>
          </p:cNvSpPr>
          <p:nvPr>
            <p:ph sz="quarter" idx="10"/>
          </p:nvPr>
        </p:nvSpPr>
        <p:spPr>
          <a:xfrm>
            <a:off x="723900" y="2491410"/>
            <a:ext cx="5189878" cy="3568428"/>
          </a:xfrm>
          <a:prstGeom prst="rect">
            <a:avLst/>
          </a:prstGeom>
        </p:spPr>
        <p:txBody>
          <a:bodyPr lIns="201168">
            <a:noAutofit/>
          </a:bodyPr>
          <a:lstStyle>
            <a:lvl1pPr>
              <a:defRPr sz="2200" baseline="0"/>
            </a:lvl1pPr>
            <a:lvl2pPr>
              <a:defRPr baseline="0"/>
            </a:lvl2pPr>
            <a:lvl3pPr>
              <a:defRPr baseline="0"/>
            </a:lvl3pPr>
            <a:lvl4pPr>
              <a:defRPr baseline="0"/>
            </a:lvl4pPr>
            <a:lvl5pPr>
              <a:defRPr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842E74B6-B0B7-8C8C-6E21-66BE8A1FD403}"/>
              </a:ext>
            </a:extLst>
          </p:cNvPr>
          <p:cNvSpPr>
            <a:spLocks noGrp="1"/>
          </p:cNvSpPr>
          <p:nvPr>
            <p:ph sz="quarter" idx="11"/>
          </p:nvPr>
        </p:nvSpPr>
        <p:spPr>
          <a:xfrm>
            <a:off x="6278225" y="2491410"/>
            <a:ext cx="5189878" cy="3568428"/>
          </a:xfrm>
          <a:prstGeom prst="rect">
            <a:avLst/>
          </a:prstGeom>
        </p:spPr>
        <p:txBody>
          <a:bodyPr lIns="201168">
            <a:noAutofit/>
          </a:bodyPr>
          <a:lstStyle>
            <a:lvl1pPr>
              <a:defRPr sz="2200" baseline="0"/>
            </a:lvl1pPr>
            <a:lvl2pPr>
              <a:defRPr baseline="0"/>
            </a:lvl2pPr>
            <a:lvl3pPr>
              <a:defRPr baseline="0"/>
            </a:lvl3pPr>
            <a:lvl4pPr>
              <a:defRPr baseline="0"/>
            </a:lvl4pPr>
            <a:lvl5pPr>
              <a:defRPr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a:extLst>
              <a:ext uri="{FF2B5EF4-FFF2-40B4-BE49-F238E27FC236}">
                <a16:creationId xmlns:a16="http://schemas.microsoft.com/office/drawing/2014/main" id="{EF58F209-44F8-1944-A5D9-0DE8BAAC22F6}"/>
              </a:ext>
            </a:extLst>
          </p:cNvPr>
          <p:cNvSpPr>
            <a:spLocks noGrp="1"/>
          </p:cNvSpPr>
          <p:nvPr>
            <p:ph type="body" sz="quarter" idx="12" hasCustomPrompt="1"/>
          </p:nvPr>
        </p:nvSpPr>
        <p:spPr>
          <a:xfrm>
            <a:off x="722377" y="1630018"/>
            <a:ext cx="5189538" cy="621792"/>
          </a:xfrm>
          <a:prstGeom prst="rect">
            <a:avLst/>
          </a:prstGeom>
        </p:spPr>
        <p:txBody>
          <a:bodyPr lIns="201168" tIns="0">
            <a:noAutofit/>
          </a:bodyPr>
          <a:lstStyle>
            <a:lvl1pPr>
              <a:lnSpc>
                <a:spcPts val="2800"/>
              </a:lnSpc>
              <a:spcBef>
                <a:spcPts val="0"/>
              </a:spcBef>
              <a:spcAft>
                <a:spcPts val="0"/>
              </a:spcAft>
              <a:defRPr sz="2200" b="1" i="0" baseline="0">
                <a:latin typeface="Avenir Heavy" panose="02000503020000020003" pitchFamily="2" charset="0"/>
              </a:defRPr>
            </a:lvl1pPr>
          </a:lstStyle>
          <a:p>
            <a:pPr lvl="0"/>
            <a:r>
              <a:rPr lang="en-US"/>
              <a:t>Click to edit column intro</a:t>
            </a:r>
          </a:p>
        </p:txBody>
      </p:sp>
      <p:sp>
        <p:nvSpPr>
          <p:cNvPr id="11" name="Text Placeholder 10">
            <a:extLst>
              <a:ext uri="{FF2B5EF4-FFF2-40B4-BE49-F238E27FC236}">
                <a16:creationId xmlns:a16="http://schemas.microsoft.com/office/drawing/2014/main" id="{ECDC26AF-0857-143E-9DFD-3C8E94B70437}"/>
              </a:ext>
            </a:extLst>
          </p:cNvPr>
          <p:cNvSpPr>
            <a:spLocks noGrp="1"/>
          </p:cNvSpPr>
          <p:nvPr>
            <p:ph type="body" sz="quarter" idx="13" hasCustomPrompt="1"/>
          </p:nvPr>
        </p:nvSpPr>
        <p:spPr>
          <a:xfrm>
            <a:off x="6278564" y="1622425"/>
            <a:ext cx="5193792" cy="621792"/>
          </a:xfrm>
          <a:prstGeom prst="rect">
            <a:avLst/>
          </a:prstGeom>
        </p:spPr>
        <p:txBody>
          <a:bodyPr vert="horz" lIns="201168" tIns="0" rIns="91440" bIns="45720" rtlCol="0">
            <a:noAutofit/>
          </a:bodyPr>
          <a:lstStyle>
            <a:lvl1pPr marL="0" indent="0" algn="l" defTabSz="529828" rtl="0" eaLnBrk="1" latinLnBrk="0" hangingPunct="1">
              <a:lnSpc>
                <a:spcPts val="2800"/>
              </a:lnSpc>
              <a:spcBef>
                <a:spcPts val="0"/>
              </a:spcBef>
              <a:spcAft>
                <a:spcPts val="0"/>
              </a:spcAft>
              <a:buClr>
                <a:schemeClr val="accent2"/>
              </a:buClr>
              <a:buFont typeface="Arial" panose="020B0604020202020204" pitchFamily="34" charset="0"/>
              <a:buNone/>
              <a:defRPr lang="en-US" sz="2200" b="1" i="0" kern="1200" baseline="0" dirty="0">
                <a:solidFill>
                  <a:schemeClr val="tx1"/>
                </a:solidFill>
                <a:latin typeface="Avenir Heavy" panose="02000503020000020003" pitchFamily="2" charset="0"/>
                <a:ea typeface="+mn-ea"/>
                <a:cs typeface="Arial"/>
              </a:defRPr>
            </a:lvl1pPr>
          </a:lstStyle>
          <a:p>
            <a:pPr marL="0" lvl="0" indent="0" algn="l" defTabSz="529828" rtl="0" eaLnBrk="1" latinLnBrk="0" hangingPunct="1">
              <a:lnSpc>
                <a:spcPts val="2800"/>
              </a:lnSpc>
              <a:spcBef>
                <a:spcPts val="0"/>
              </a:spcBef>
              <a:spcAft>
                <a:spcPts val="0"/>
              </a:spcAft>
              <a:buClr>
                <a:schemeClr val="accent2"/>
              </a:buClr>
              <a:buFont typeface="Arial" panose="020B0604020202020204" pitchFamily="34" charset="0"/>
              <a:buNone/>
            </a:pPr>
            <a:r>
              <a:rPr lang="en-US"/>
              <a:t>Click to edit column intro</a:t>
            </a:r>
          </a:p>
        </p:txBody>
      </p:sp>
    </p:spTree>
    <p:extLst>
      <p:ext uri="{BB962C8B-B14F-4D97-AF65-F5344CB8AC3E}">
        <p14:creationId xmlns:p14="http://schemas.microsoft.com/office/powerpoint/2010/main" val="3986282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cxnSp>
        <p:nvCxnSpPr>
          <p:cNvPr id="7" name="Straight Connector 6">
            <a:extLst>
              <a:ext uri="{FF2B5EF4-FFF2-40B4-BE49-F238E27FC236}">
                <a16:creationId xmlns:a16="http://schemas.microsoft.com/office/drawing/2014/main" id="{4F8E2DDF-5A93-3A8D-50CB-22D9B899DC27}"/>
              </a:ext>
            </a:extLst>
          </p:cNvPr>
          <p:cNvCxnSpPr>
            <a:cxnSpLocks/>
          </p:cNvCxnSpPr>
          <p:nvPr userDrawn="1"/>
        </p:nvCxnSpPr>
        <p:spPr>
          <a:xfrm>
            <a:off x="724421" y="1508912"/>
            <a:ext cx="10730366" cy="0"/>
          </a:xfrm>
          <a:prstGeom prst="line">
            <a:avLst/>
          </a:prstGeom>
          <a:ln w="3175">
            <a:solidFill>
              <a:srgbClr val="706F7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745794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149607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3-Column Image">
    <p:spTree>
      <p:nvGrpSpPr>
        <p:cNvPr id="1" name=""/>
        <p:cNvGrpSpPr/>
        <p:nvPr/>
      </p:nvGrpSpPr>
      <p:grpSpPr>
        <a:xfrm>
          <a:off x="0" y="0"/>
          <a:ext cx="0" cy="0"/>
          <a:chOff x="0" y="0"/>
          <a:chExt cx="0" cy="0"/>
        </a:xfrm>
      </p:grpSpPr>
      <p:sp>
        <p:nvSpPr>
          <p:cNvPr id="2" name="Picture Placeholder 2"/>
          <p:cNvSpPr>
            <a:spLocks noGrp="1"/>
          </p:cNvSpPr>
          <p:nvPr>
            <p:ph type="pic" sz="quarter" idx="10"/>
          </p:nvPr>
        </p:nvSpPr>
        <p:spPr>
          <a:xfrm>
            <a:off x="8335619" y="1076184"/>
            <a:ext cx="3856384" cy="3807248"/>
          </a:xfrm>
          <a:prstGeom prst="rect">
            <a:avLst/>
          </a:prstGeom>
        </p:spPr>
        <p:txBody>
          <a:bodyPr/>
          <a:lstStyle/>
          <a:p>
            <a:r>
              <a:rPr lang="en-US"/>
              <a:t>Click icon to add picture</a:t>
            </a:r>
            <a:endParaRPr lang="id-ID"/>
          </a:p>
        </p:txBody>
      </p:sp>
      <p:sp>
        <p:nvSpPr>
          <p:cNvPr id="3" name="Picture Placeholder 2"/>
          <p:cNvSpPr>
            <a:spLocks noGrp="1"/>
          </p:cNvSpPr>
          <p:nvPr>
            <p:ph type="pic" sz="quarter" idx="11"/>
          </p:nvPr>
        </p:nvSpPr>
        <p:spPr>
          <a:xfrm>
            <a:off x="5" y="1076184"/>
            <a:ext cx="3935897" cy="3807248"/>
          </a:xfrm>
          <a:prstGeom prst="rect">
            <a:avLst/>
          </a:prstGeom>
        </p:spPr>
        <p:txBody>
          <a:bodyPr/>
          <a:lstStyle/>
          <a:p>
            <a:r>
              <a:rPr lang="en-US"/>
              <a:t>Click icon to add picture</a:t>
            </a:r>
            <a:endParaRPr lang="id-ID"/>
          </a:p>
        </p:txBody>
      </p:sp>
      <p:sp>
        <p:nvSpPr>
          <p:cNvPr id="4" name="Picture Placeholder 2"/>
          <p:cNvSpPr>
            <a:spLocks noGrp="1"/>
          </p:cNvSpPr>
          <p:nvPr>
            <p:ph type="pic" sz="quarter" idx="12"/>
          </p:nvPr>
        </p:nvSpPr>
        <p:spPr>
          <a:xfrm>
            <a:off x="4108175" y="1076184"/>
            <a:ext cx="4055164" cy="3807248"/>
          </a:xfrm>
          <a:prstGeom prst="rect">
            <a:avLst/>
          </a:prstGeom>
        </p:spPr>
        <p:txBody>
          <a:bodyPr/>
          <a:lstStyle/>
          <a:p>
            <a:r>
              <a:rPr lang="en-US"/>
              <a:t>Click icon to add picture</a:t>
            </a:r>
            <a:endParaRPr lang="id-ID"/>
          </a:p>
        </p:txBody>
      </p:sp>
      <p:sp>
        <p:nvSpPr>
          <p:cNvPr id="7" name="Title 1">
            <a:extLst>
              <a:ext uri="{FF2B5EF4-FFF2-40B4-BE49-F238E27FC236}">
                <a16:creationId xmlns:a16="http://schemas.microsoft.com/office/drawing/2014/main" id="{C21FE345-07CF-C480-9E48-D7AA049A470B}"/>
              </a:ext>
            </a:extLst>
          </p:cNvPr>
          <p:cNvSpPr>
            <a:spLocks noGrp="1"/>
          </p:cNvSpPr>
          <p:nvPr>
            <p:ph type="title" hasCustomPrompt="1"/>
          </p:nvPr>
        </p:nvSpPr>
        <p:spPr>
          <a:xfrm>
            <a:off x="724427" y="4892334"/>
            <a:ext cx="10751957" cy="1051687"/>
          </a:xfrm>
        </p:spPr>
        <p:txBody>
          <a:bodyPr/>
          <a:lstStyle/>
          <a:p>
            <a:r>
              <a:rPr lang="en-US"/>
              <a:t>Click to Edit Title</a:t>
            </a:r>
          </a:p>
        </p:txBody>
      </p:sp>
    </p:spTree>
    <p:extLst>
      <p:ext uri="{BB962C8B-B14F-4D97-AF65-F5344CB8AC3E}">
        <p14:creationId xmlns:p14="http://schemas.microsoft.com/office/powerpoint/2010/main" val="345343412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op Imag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724426" y="1090670"/>
            <a:ext cx="10725450" cy="3455801"/>
          </a:xfrm>
          <a:prstGeom prst="rect">
            <a:avLst/>
          </a:prstGeom>
        </p:spPr>
        <p:txBody>
          <a:bodyPr>
            <a:noAutofit/>
          </a:bodyPr>
          <a:lstStyle/>
          <a:p>
            <a:r>
              <a:rPr lang="en-US"/>
              <a:t>Click icon to add picture</a:t>
            </a:r>
          </a:p>
        </p:txBody>
      </p:sp>
      <p:sp>
        <p:nvSpPr>
          <p:cNvPr id="5" name="Title 21">
            <a:extLst>
              <a:ext uri="{FF2B5EF4-FFF2-40B4-BE49-F238E27FC236}">
                <a16:creationId xmlns:a16="http://schemas.microsoft.com/office/drawing/2014/main" id="{D89DDDC0-7044-0206-0041-814FB4CD0484}"/>
              </a:ext>
            </a:extLst>
          </p:cNvPr>
          <p:cNvSpPr>
            <a:spLocks noGrp="1"/>
          </p:cNvSpPr>
          <p:nvPr>
            <p:ph type="title" hasCustomPrompt="1"/>
          </p:nvPr>
        </p:nvSpPr>
        <p:spPr>
          <a:xfrm>
            <a:off x="724427" y="4892334"/>
            <a:ext cx="10725450" cy="1051687"/>
          </a:xfrm>
        </p:spPr>
        <p:txBody>
          <a:bodyPr>
            <a:noAutofit/>
          </a:bodyPr>
          <a:lstStyle>
            <a:lvl1pPr>
              <a:defRPr sz="2800" baseline="0"/>
            </a:lvl1pPr>
          </a:lstStyle>
          <a:p>
            <a:r>
              <a:rPr lang="en-US"/>
              <a:t>Click to Edit Title</a:t>
            </a:r>
          </a:p>
        </p:txBody>
      </p:sp>
    </p:spTree>
    <p:extLst>
      <p:ext uri="{BB962C8B-B14F-4D97-AF65-F5344CB8AC3E}">
        <p14:creationId xmlns:p14="http://schemas.microsoft.com/office/powerpoint/2010/main" val="246660255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Cover_Back + Contact Inf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descr="Document Title"/>
          <p:cNvSpPr>
            <a:spLocks noGrp="1"/>
          </p:cNvSpPr>
          <p:nvPr>
            <p:ph type="ctrTitle" hasCustomPrompt="1"/>
          </p:nvPr>
        </p:nvSpPr>
        <p:spPr>
          <a:xfrm>
            <a:off x="1749999" y="1728409"/>
            <a:ext cx="6479602" cy="2387599"/>
          </a:xfrm>
        </p:spPr>
        <p:txBody>
          <a:bodyPr anchor="b">
            <a:noAutofit/>
          </a:bodyPr>
          <a:lstStyle>
            <a:lvl1pPr marL="411463" indent="-411463" algn="l">
              <a:lnSpc>
                <a:spcPct val="100000"/>
              </a:lnSpc>
              <a:spcBef>
                <a:spcPts val="600"/>
              </a:spcBef>
              <a:spcAft>
                <a:spcPts val="600"/>
              </a:spcAft>
              <a:buSzPct val="100000"/>
              <a:defRPr sz="4400" cap="none" baseline="0"/>
            </a:lvl1pPr>
          </a:lstStyle>
          <a:p>
            <a:r>
              <a:rPr lang="en-US"/>
              <a:t>Click to Edit Message</a:t>
            </a:r>
          </a:p>
        </p:txBody>
      </p:sp>
      <p:sp>
        <p:nvSpPr>
          <p:cNvPr id="4" name="Subtitle 2">
            <a:extLst>
              <a:ext uri="{FF2B5EF4-FFF2-40B4-BE49-F238E27FC236}">
                <a16:creationId xmlns:a16="http://schemas.microsoft.com/office/drawing/2014/main" id="{6B01209D-2F6A-571A-6F3B-00B31DEC6A49}"/>
              </a:ext>
            </a:extLst>
          </p:cNvPr>
          <p:cNvSpPr>
            <a:spLocks noGrp="1"/>
          </p:cNvSpPr>
          <p:nvPr>
            <p:ph type="subTitle" idx="1" hasCustomPrompt="1"/>
          </p:nvPr>
        </p:nvSpPr>
        <p:spPr>
          <a:xfrm>
            <a:off x="6294783" y="4952412"/>
            <a:ext cx="4664766" cy="344071"/>
          </a:xfrm>
          <a:prstGeom prst="rect">
            <a:avLst/>
          </a:prstGeom>
        </p:spPr>
        <p:txBody>
          <a:bodyPr lIns="411480">
            <a:noAutofit/>
          </a:bodyPr>
          <a:lstStyle>
            <a:lvl1pPr marL="0" indent="0" algn="l">
              <a:lnSpc>
                <a:spcPct val="100000"/>
              </a:lnSpc>
              <a:spcBef>
                <a:spcPts val="88"/>
              </a:spcBef>
              <a:spcAft>
                <a:spcPts val="529"/>
              </a:spcAft>
              <a:buNone/>
              <a:defRPr sz="1400" b="1" i="0" cap="all" spc="34" baseline="0">
                <a:solidFill>
                  <a:schemeClr val="accent6"/>
                </a:solidFill>
                <a:latin typeface="Avenir Heavy" panose="02000503020000020003" pitchFamily="2" charset="0"/>
              </a:defRPr>
            </a:lvl1pPr>
            <a:lvl2pPr marL="264914" indent="0" algn="ctr">
              <a:buNone/>
              <a:defRPr sz="1159"/>
            </a:lvl2pPr>
            <a:lvl3pPr marL="529828" indent="0" algn="ctr">
              <a:buNone/>
              <a:defRPr sz="1043"/>
            </a:lvl3pPr>
            <a:lvl4pPr marL="794742" indent="0" algn="ctr">
              <a:buNone/>
              <a:defRPr sz="926"/>
            </a:lvl4pPr>
            <a:lvl5pPr marL="1059658" indent="0" algn="ctr">
              <a:buNone/>
              <a:defRPr sz="926"/>
            </a:lvl5pPr>
            <a:lvl6pPr marL="1324571" indent="0" algn="ctr">
              <a:buNone/>
              <a:defRPr sz="926"/>
            </a:lvl6pPr>
            <a:lvl7pPr marL="1589485" indent="0" algn="ctr">
              <a:buNone/>
              <a:defRPr sz="926"/>
            </a:lvl7pPr>
            <a:lvl8pPr marL="1854400" indent="0" algn="ctr">
              <a:buNone/>
              <a:defRPr sz="926"/>
            </a:lvl8pPr>
            <a:lvl9pPr marL="2119314" indent="0" algn="ctr">
              <a:buNone/>
              <a:defRPr sz="926"/>
            </a:lvl9pPr>
          </a:lstStyle>
          <a:p>
            <a:r>
              <a:rPr lang="en-US"/>
              <a:t>Contact Name</a:t>
            </a:r>
          </a:p>
        </p:txBody>
      </p:sp>
      <p:sp>
        <p:nvSpPr>
          <p:cNvPr id="5" name="Text Placeholder 7">
            <a:extLst>
              <a:ext uri="{FF2B5EF4-FFF2-40B4-BE49-F238E27FC236}">
                <a16:creationId xmlns:a16="http://schemas.microsoft.com/office/drawing/2014/main" id="{C1F01649-406F-8EAF-4493-07106BD61A94}"/>
              </a:ext>
            </a:extLst>
          </p:cNvPr>
          <p:cNvSpPr>
            <a:spLocks noGrp="1"/>
          </p:cNvSpPr>
          <p:nvPr>
            <p:ph type="body" sz="quarter" idx="10" hasCustomPrompt="1"/>
          </p:nvPr>
        </p:nvSpPr>
        <p:spPr>
          <a:xfrm>
            <a:off x="6294783" y="5313349"/>
            <a:ext cx="4664766" cy="344071"/>
          </a:xfrm>
          <a:prstGeom prst="rect">
            <a:avLst/>
          </a:prstGeom>
        </p:spPr>
        <p:txBody>
          <a:bodyPr lIns="411480">
            <a:noAutofit/>
          </a:bodyPr>
          <a:lstStyle>
            <a:lvl1pPr marL="0" indent="0" algn="l" defTabSz="529828" rtl="0" eaLnBrk="1" latinLnBrk="0" hangingPunct="1">
              <a:lnSpc>
                <a:spcPct val="100000"/>
              </a:lnSpc>
              <a:spcBef>
                <a:spcPts val="88"/>
              </a:spcBef>
              <a:spcAft>
                <a:spcPts val="529"/>
              </a:spcAft>
              <a:buClr>
                <a:schemeClr val="accent2"/>
              </a:buClr>
              <a:buFont typeface="Arial" panose="020B0604020202020204" pitchFamily="34" charset="0"/>
              <a:buNone/>
              <a:defRPr lang="en-US" sz="1400" b="0" i="0" kern="1200" cap="none" spc="34" baseline="0" dirty="0">
                <a:solidFill>
                  <a:schemeClr val="accent6"/>
                </a:solidFill>
                <a:latin typeface="Avenir Book" panose="02000503020000020003" pitchFamily="2" charset="0"/>
                <a:ea typeface="+mn-ea"/>
                <a:cs typeface="Arial"/>
              </a:defRPr>
            </a:lvl1pPr>
          </a:lstStyle>
          <a:p>
            <a:pPr marL="0" lvl="0" indent="0" algn="l" defTabSz="529828" rtl="0" eaLnBrk="1" latinLnBrk="0" hangingPunct="1">
              <a:lnSpc>
                <a:spcPct val="100000"/>
              </a:lnSpc>
              <a:spcBef>
                <a:spcPts val="88"/>
              </a:spcBef>
              <a:spcAft>
                <a:spcPts val="529"/>
              </a:spcAft>
              <a:buClr>
                <a:schemeClr val="accent2"/>
              </a:buClr>
              <a:buFont typeface="Arial" panose="020B0604020202020204" pitchFamily="34" charset="0"/>
              <a:buNone/>
            </a:pPr>
            <a:r>
              <a:rPr lang="en-US"/>
              <a:t>(***) ***-****</a:t>
            </a:r>
          </a:p>
        </p:txBody>
      </p:sp>
      <p:sp>
        <p:nvSpPr>
          <p:cNvPr id="6" name="Text Placeholder 9">
            <a:extLst>
              <a:ext uri="{FF2B5EF4-FFF2-40B4-BE49-F238E27FC236}">
                <a16:creationId xmlns:a16="http://schemas.microsoft.com/office/drawing/2014/main" id="{E62AA295-2C94-98C5-CDC1-230C8A5DB459}"/>
              </a:ext>
            </a:extLst>
          </p:cNvPr>
          <p:cNvSpPr>
            <a:spLocks noGrp="1"/>
          </p:cNvSpPr>
          <p:nvPr>
            <p:ph type="body" sz="quarter" idx="11" hasCustomPrompt="1"/>
          </p:nvPr>
        </p:nvSpPr>
        <p:spPr>
          <a:xfrm>
            <a:off x="6294783" y="5684071"/>
            <a:ext cx="4664766" cy="344074"/>
          </a:xfrm>
          <a:prstGeom prst="rect">
            <a:avLst/>
          </a:prstGeom>
        </p:spPr>
        <p:txBody>
          <a:bodyPr lIns="411480">
            <a:noAutofit/>
          </a:bodyPr>
          <a:lstStyle>
            <a:lvl1pPr marL="0" indent="0" algn="l" defTabSz="529828" rtl="0" eaLnBrk="1" latinLnBrk="0" hangingPunct="1">
              <a:lnSpc>
                <a:spcPct val="100000"/>
              </a:lnSpc>
              <a:spcBef>
                <a:spcPts val="88"/>
              </a:spcBef>
              <a:spcAft>
                <a:spcPts val="529"/>
              </a:spcAft>
              <a:buClr>
                <a:schemeClr val="accent2"/>
              </a:buClr>
              <a:buFont typeface="Arial" panose="020B0604020202020204" pitchFamily="34" charset="0"/>
              <a:buNone/>
              <a:defRPr lang="en-US" sz="1400" b="0" i="0" kern="1200" cap="none" spc="34" baseline="0" dirty="0">
                <a:solidFill>
                  <a:schemeClr val="accent6"/>
                </a:solidFill>
                <a:latin typeface="Avenir Book" panose="02000503020000020003" pitchFamily="2" charset="0"/>
                <a:ea typeface="+mn-ea"/>
                <a:cs typeface="Arial"/>
              </a:defRPr>
            </a:lvl1pPr>
          </a:lstStyle>
          <a:p>
            <a:pPr lvl="0"/>
            <a:r>
              <a:rPr lang="en-US" err="1"/>
              <a:t>firstname.lastname@cyderes.com</a:t>
            </a:r>
            <a:endParaRPr lang="en-US"/>
          </a:p>
        </p:txBody>
      </p:sp>
      <p:sp>
        <p:nvSpPr>
          <p:cNvPr id="7" name="Rectangle 6">
            <a:extLst>
              <a:ext uri="{FF2B5EF4-FFF2-40B4-BE49-F238E27FC236}">
                <a16:creationId xmlns:a16="http://schemas.microsoft.com/office/drawing/2014/main" id="{DE01ABD5-C477-07E4-4BC9-82991B6844DE}"/>
              </a:ext>
            </a:extLst>
          </p:cNvPr>
          <p:cNvSpPr/>
          <p:nvPr userDrawn="1"/>
        </p:nvSpPr>
        <p:spPr>
          <a:xfrm>
            <a:off x="6193900" y="0"/>
            <a:ext cx="5257800" cy="91440"/>
          </a:xfrm>
          <a:prstGeom prst="rect">
            <a:avLst/>
          </a:prstGeom>
          <a:solidFill>
            <a:srgbClr val="E89C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6" b="0" i="0">
              <a:latin typeface="Avenir Book" panose="02000503020000020003" pitchFamily="2" charset="0"/>
            </a:endParaRPr>
          </a:p>
        </p:txBody>
      </p:sp>
    </p:spTree>
    <p:extLst>
      <p:ext uri="{BB962C8B-B14F-4D97-AF65-F5344CB8AC3E}">
        <p14:creationId xmlns:p14="http://schemas.microsoft.com/office/powerpoint/2010/main" val="357529569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2_Title and Tex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36882" y="224688"/>
            <a:ext cx="8627111" cy="841248"/>
          </a:xfrm>
        </p:spPr>
        <p:txBody>
          <a:bodyPr/>
          <a:lstStyle>
            <a:lvl1pPr>
              <a:defRPr>
                <a:solidFill>
                  <a:schemeClr val="tx1"/>
                </a:solidFill>
              </a:defRPr>
            </a:lvl1pPr>
          </a:lstStyle>
          <a:p>
            <a:r>
              <a:rPr lang="en-US"/>
              <a:t>Click to edit Master title style</a:t>
            </a:r>
          </a:p>
        </p:txBody>
      </p:sp>
      <p:sp>
        <p:nvSpPr>
          <p:cNvPr id="3" name="Footer Placeholder 2"/>
          <p:cNvSpPr>
            <a:spLocks noGrp="1"/>
          </p:cNvSpPr>
          <p:nvPr>
            <p:ph type="ftr" sz="quarter" idx="10"/>
          </p:nvPr>
        </p:nvSpPr>
        <p:spPr/>
        <p:txBody>
          <a:bodyPr/>
          <a:lstStyle>
            <a:lvl1pPr>
              <a:defRPr>
                <a:solidFill>
                  <a:srgbClr val="868D95"/>
                </a:solidFill>
              </a:defRPr>
            </a:lvl1pPr>
          </a:lstStyle>
          <a:p>
            <a:r>
              <a:rPr lang="en-US"/>
              <a:t>Cyderes / © 2020 Cyderes Corporation</a:t>
            </a:r>
          </a:p>
        </p:txBody>
      </p:sp>
      <p:sp>
        <p:nvSpPr>
          <p:cNvPr id="4" name="Slide Number Placeholder 3"/>
          <p:cNvSpPr>
            <a:spLocks noGrp="1"/>
          </p:cNvSpPr>
          <p:nvPr>
            <p:ph type="sldNum" sz="quarter" idx="11"/>
          </p:nvPr>
        </p:nvSpPr>
        <p:spPr/>
        <p:txBody>
          <a:bodyPr/>
          <a:lstStyle>
            <a:lvl1pPr>
              <a:defRPr>
                <a:solidFill>
                  <a:srgbClr val="868D95"/>
                </a:solidFill>
              </a:defRPr>
            </a:lvl1pPr>
          </a:lstStyle>
          <a:p>
            <a:fld id="{59395FB3-9C97-154F-86B2-7E381B951268}" type="slidenum">
              <a:rPr lang="en-US" smtClean="0"/>
              <a:pPr/>
              <a:t>‹#›</a:t>
            </a:fld>
            <a:endParaRPr lang="en-US"/>
          </a:p>
        </p:txBody>
      </p:sp>
      <p:sp>
        <p:nvSpPr>
          <p:cNvPr id="8" name="Text Placeholder 7"/>
          <p:cNvSpPr>
            <a:spLocks noGrp="1"/>
          </p:cNvSpPr>
          <p:nvPr>
            <p:ph type="body" sz="quarter" idx="13"/>
          </p:nvPr>
        </p:nvSpPr>
        <p:spPr>
          <a:xfrm>
            <a:off x="260266" y="1808650"/>
            <a:ext cx="5583936" cy="4011168"/>
          </a:xfrm>
        </p:spPr>
        <p:txBody>
          <a:bodyPr/>
          <a:lstStyle>
            <a:lvl1pPr>
              <a:buClr>
                <a:schemeClr val="tx1"/>
              </a:buClr>
              <a:defRPr sz="1600">
                <a:solidFill>
                  <a:schemeClr val="tx1"/>
                </a:solidFill>
              </a:defRPr>
            </a:lvl1pPr>
            <a:lvl2pPr>
              <a:buClr>
                <a:schemeClr val="tx1"/>
              </a:buClr>
              <a:defRPr sz="1600">
                <a:solidFill>
                  <a:schemeClr val="tx1"/>
                </a:solidFill>
              </a:defRPr>
            </a:lvl2pPr>
            <a:lvl3pPr>
              <a:buClr>
                <a:schemeClr val="tx1"/>
              </a:buClr>
              <a:defRPr sz="1600">
                <a:solidFill>
                  <a:schemeClr val="tx1"/>
                </a:solidFill>
              </a:defRPr>
            </a:lvl3pPr>
            <a:lvl4pPr>
              <a:buClr>
                <a:schemeClr val="tx1"/>
              </a:buClr>
              <a:defRPr sz="1600">
                <a:solidFill>
                  <a:schemeClr val="tx1"/>
                </a:solidFill>
              </a:defRPr>
            </a:lvl4pPr>
            <a:lvl5pPr>
              <a:buClr>
                <a:schemeClr val="tx1"/>
              </a:buCl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a:extLst>
              <a:ext uri="{FF2B5EF4-FFF2-40B4-BE49-F238E27FC236}">
                <a16:creationId xmlns:a16="http://schemas.microsoft.com/office/drawing/2014/main" id="{AD811962-F144-D048-A060-3765C7193682}"/>
              </a:ext>
            </a:extLst>
          </p:cNvPr>
          <p:cNvSpPr>
            <a:spLocks noGrp="1"/>
          </p:cNvSpPr>
          <p:nvPr>
            <p:ph type="body" sz="quarter" idx="14" hasCustomPrompt="1"/>
          </p:nvPr>
        </p:nvSpPr>
        <p:spPr>
          <a:xfrm>
            <a:off x="6200700" y="1645999"/>
            <a:ext cx="5726674" cy="4168486"/>
          </a:xfrm>
        </p:spPr>
        <p:txBody>
          <a:bodyPr/>
          <a:lstStyle>
            <a:lvl1pPr marL="0" marR="0" indent="0" algn="l" defTabSz="1219121" rtl="0" eaLnBrk="1" fontAlgn="auto" latinLnBrk="0" hangingPunct="1">
              <a:lnSpc>
                <a:spcPct val="90000"/>
              </a:lnSpc>
              <a:spcBef>
                <a:spcPts val="1600"/>
              </a:spcBef>
              <a:spcAft>
                <a:spcPts val="0"/>
              </a:spcAft>
              <a:buClrTx/>
              <a:buSzTx/>
              <a:buFontTx/>
              <a:buNone/>
              <a:tabLst/>
              <a:defRPr sz="12799" b="0" i="0">
                <a:gradFill flip="none" rotWithShape="1">
                  <a:gsLst>
                    <a:gs pos="0">
                      <a:srgbClr val="0061FF"/>
                    </a:gs>
                    <a:gs pos="70000">
                      <a:srgbClr val="8A3FFC"/>
                    </a:gs>
                  </a:gsLst>
                  <a:lin ang="18000000" scaled="0"/>
                </a:gradFill>
                <a:latin typeface="IBM Plex Sans ExtraLight"/>
                <a:sym typeface="IBM Plex Sans ExtraLigh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marL="0" marR="0" lvl="0" indent="0" algn="l" defTabSz="1219121" rtl="0" eaLnBrk="1" fontAlgn="auto" latinLnBrk="0" hangingPunct="1">
              <a:lnSpc>
                <a:spcPct val="90000"/>
              </a:lnSpc>
              <a:spcBef>
                <a:spcPts val="1600"/>
              </a:spcBef>
              <a:spcAft>
                <a:spcPts val="0"/>
              </a:spcAft>
              <a:buClrTx/>
              <a:buSzTx/>
              <a:buFontTx/>
              <a:buNone/>
              <a:tabLst/>
              <a:defRPr sz="9600">
                <a:gradFill flip="none" rotWithShape="1">
                  <a:gsLst>
                    <a:gs pos="0">
                      <a:srgbClr val="0061FF"/>
                    </a:gs>
                    <a:gs pos="70000">
                      <a:srgbClr val="8A3FFC"/>
                    </a:gs>
                  </a:gsLst>
                  <a:lin ang="18000000" scaled="0"/>
                </a:gradFill>
                <a:latin typeface="IBM Plex Sans ExtraLight"/>
                <a:ea typeface="IBM Plex Sans ExtraLight"/>
                <a:cs typeface="IBM Plex Sans ExtraLight"/>
                <a:sym typeface="IBM Plex Sans ExtraLight"/>
              </a:defRPr>
            </a:pPr>
            <a:r>
              <a:rPr kumimoji="0" lang="en-US" sz="12799" b="0" i="0" u="none" strike="noStrike" kern="0" cap="none" spc="0" normalizeH="0" baseline="0" noProof="0">
                <a:ln>
                  <a:noFill/>
                </a:ln>
                <a:gradFill flip="none" rotWithShape="1">
                  <a:gsLst>
                    <a:gs pos="0">
                      <a:srgbClr val="0061FF"/>
                    </a:gs>
                    <a:gs pos="70000">
                      <a:srgbClr val="8A3FFC"/>
                    </a:gs>
                  </a:gsLst>
                  <a:lin ang="18000000" scaled="0"/>
                </a:gradFill>
                <a:effectLst/>
                <a:uLnTx/>
                <a:uFillTx/>
                <a:latin typeface="IBM Plex Sans ExtraLight"/>
                <a:sym typeface="IBM Plex Sans ExtraLight"/>
              </a:rPr>
              <a:t>Click to add text</a:t>
            </a:r>
          </a:p>
        </p:txBody>
      </p:sp>
    </p:spTree>
    <p:extLst>
      <p:ext uri="{BB962C8B-B14F-4D97-AF65-F5344CB8AC3E}">
        <p14:creationId xmlns:p14="http://schemas.microsoft.com/office/powerpoint/2010/main" val="3208746773"/>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Cover_Fro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descr="Document Title"/>
          <p:cNvSpPr>
            <a:spLocks noGrp="1"/>
          </p:cNvSpPr>
          <p:nvPr>
            <p:ph type="ctrTitle" hasCustomPrompt="1"/>
          </p:nvPr>
        </p:nvSpPr>
        <p:spPr>
          <a:xfrm>
            <a:off x="1749999" y="2763595"/>
            <a:ext cx="7765062" cy="2387599"/>
          </a:xfrm>
        </p:spPr>
        <p:txBody>
          <a:bodyPr anchor="b">
            <a:noAutofit/>
          </a:bodyPr>
          <a:lstStyle>
            <a:lvl1pPr marL="411480" indent="-411480" algn="l">
              <a:lnSpc>
                <a:spcPct val="100000"/>
              </a:lnSpc>
              <a:spcBef>
                <a:spcPts val="600"/>
              </a:spcBef>
              <a:spcAft>
                <a:spcPts val="600"/>
              </a:spcAft>
              <a:buSzPct val="100000"/>
              <a:defRPr sz="4400" cap="none" baseline="0"/>
            </a:lvl1pPr>
          </a:lstStyle>
          <a:p>
            <a:r>
              <a:rPr lang="en-US"/>
              <a:t>Click to Edit Presentation Title</a:t>
            </a:r>
          </a:p>
        </p:txBody>
      </p:sp>
      <p:sp>
        <p:nvSpPr>
          <p:cNvPr id="3" name="Subtitle 2"/>
          <p:cNvSpPr>
            <a:spLocks noGrp="1"/>
          </p:cNvSpPr>
          <p:nvPr>
            <p:ph type="subTitle" idx="1"/>
          </p:nvPr>
        </p:nvSpPr>
        <p:spPr>
          <a:xfrm>
            <a:off x="1749999" y="5243270"/>
            <a:ext cx="7765062" cy="914400"/>
          </a:xfrm>
          <a:prstGeom prst="rect">
            <a:avLst/>
          </a:prstGeom>
        </p:spPr>
        <p:txBody>
          <a:bodyPr lIns="411480">
            <a:noAutofit/>
          </a:bodyPr>
          <a:lstStyle>
            <a:lvl1pPr marL="0" indent="0" algn="l">
              <a:lnSpc>
                <a:spcPct val="100000"/>
              </a:lnSpc>
              <a:spcBef>
                <a:spcPts val="600"/>
              </a:spcBef>
              <a:spcAft>
                <a:spcPts val="600"/>
              </a:spcAft>
              <a:buNone/>
              <a:defRPr sz="2400" b="0" i="0" cap="none" spc="34" baseline="0">
                <a:solidFill>
                  <a:schemeClr val="accent6"/>
                </a:solidFill>
                <a:latin typeface="Avenir" panose="02000503020000020003" pitchFamily="2" charset="0"/>
              </a:defRPr>
            </a:lvl1pPr>
            <a:lvl2pPr marL="264925" indent="0" algn="ctr">
              <a:buNone/>
              <a:defRPr sz="1159"/>
            </a:lvl2pPr>
            <a:lvl3pPr marL="529849" indent="0" algn="ctr">
              <a:buNone/>
              <a:defRPr sz="1043"/>
            </a:lvl3pPr>
            <a:lvl4pPr marL="794774" indent="0" algn="ctr">
              <a:buNone/>
              <a:defRPr sz="927"/>
            </a:lvl4pPr>
            <a:lvl5pPr marL="1059700" indent="0" algn="ctr">
              <a:buNone/>
              <a:defRPr sz="927"/>
            </a:lvl5pPr>
            <a:lvl6pPr marL="1324624" indent="0" algn="ctr">
              <a:buNone/>
              <a:defRPr sz="927"/>
            </a:lvl6pPr>
            <a:lvl7pPr marL="1589549" indent="0" algn="ctr">
              <a:buNone/>
              <a:defRPr sz="927"/>
            </a:lvl7pPr>
            <a:lvl8pPr marL="1854474" indent="0" algn="ctr">
              <a:buNone/>
              <a:defRPr sz="927"/>
            </a:lvl8pPr>
            <a:lvl9pPr marL="2119399" indent="0" algn="ctr">
              <a:buNone/>
              <a:defRPr sz="927"/>
            </a:lvl9pPr>
          </a:lstStyle>
          <a:p>
            <a:r>
              <a:rPr lang="en-US"/>
              <a:t>Click to edit Master subtitle style</a:t>
            </a:r>
          </a:p>
        </p:txBody>
      </p:sp>
      <p:sp>
        <p:nvSpPr>
          <p:cNvPr id="10" name="Rectangle 9">
            <a:extLst>
              <a:ext uri="{FF2B5EF4-FFF2-40B4-BE49-F238E27FC236}">
                <a16:creationId xmlns:a16="http://schemas.microsoft.com/office/drawing/2014/main" id="{2D8E201D-721F-3A98-EFE1-D88BFE634EC2}"/>
              </a:ext>
            </a:extLst>
          </p:cNvPr>
          <p:cNvSpPr/>
          <p:nvPr userDrawn="1"/>
        </p:nvSpPr>
        <p:spPr>
          <a:xfrm>
            <a:off x="6193899" y="0"/>
            <a:ext cx="5257800" cy="91440"/>
          </a:xfrm>
          <a:prstGeom prst="rect">
            <a:avLst/>
          </a:prstGeom>
          <a:solidFill>
            <a:srgbClr val="E89C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7" b="0" i="0">
              <a:latin typeface="Avenir Book" panose="02000503020000020003" pitchFamily="2" charset="0"/>
            </a:endParaRPr>
          </a:p>
        </p:txBody>
      </p:sp>
    </p:spTree>
    <p:extLst>
      <p:ext uri="{BB962C8B-B14F-4D97-AF65-F5344CB8AC3E}">
        <p14:creationId xmlns:p14="http://schemas.microsoft.com/office/powerpoint/2010/main" val="211297045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40E2E-6242-B4A1-7B63-2B6DC7B18D77}"/>
              </a:ext>
            </a:extLst>
          </p:cNvPr>
          <p:cNvSpPr>
            <a:spLocks noGrp="1"/>
          </p:cNvSpPr>
          <p:nvPr>
            <p:ph type="title" hasCustomPrompt="1"/>
          </p:nvPr>
        </p:nvSpPr>
        <p:spPr>
          <a:xfrm>
            <a:off x="1749999" y="2176012"/>
            <a:ext cx="6092143" cy="2505976"/>
          </a:xfrm>
        </p:spPr>
        <p:txBody>
          <a:bodyPr anchor="b">
            <a:noAutofit/>
          </a:bodyPr>
          <a:lstStyle>
            <a:lvl1pPr marL="411480" indent="-411480" algn="l" defTabSz="529849" rtl="0" eaLnBrk="1" latinLnBrk="0" hangingPunct="1">
              <a:lnSpc>
                <a:spcPct val="100000"/>
              </a:lnSpc>
              <a:spcBef>
                <a:spcPts val="600"/>
              </a:spcBef>
              <a:spcAft>
                <a:spcPts val="600"/>
              </a:spcAft>
              <a:buSzPct val="100000"/>
              <a:buFontTx/>
              <a:buBlip>
                <a:blip r:embed="rId3"/>
              </a:buBlip>
              <a:tabLst/>
              <a:defRPr lang="en-US" sz="4400" b="1" i="0" kern="1200" cap="none" baseline="0" dirty="0">
                <a:solidFill>
                  <a:schemeClr val="bg1"/>
                </a:solidFill>
                <a:latin typeface="Avenir Heavy" panose="02000503020000020003" pitchFamily="2" charset="0"/>
                <a:ea typeface="+mj-ea"/>
                <a:cs typeface="+mj-cs"/>
              </a:defRPr>
            </a:lvl1pPr>
          </a:lstStyle>
          <a:p>
            <a:r>
              <a:rPr lang="en-US"/>
              <a:t>Click To Edit Divider Title</a:t>
            </a:r>
          </a:p>
        </p:txBody>
      </p:sp>
    </p:spTree>
    <p:extLst>
      <p:ext uri="{BB962C8B-B14F-4D97-AF65-F5344CB8AC3E}">
        <p14:creationId xmlns:p14="http://schemas.microsoft.com/office/powerpoint/2010/main" val="361093073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Legal Notic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4426" y="447124"/>
            <a:ext cx="10727799" cy="1051687"/>
          </a:xfrm>
        </p:spPr>
        <p:txBody>
          <a:bodyPr/>
          <a:lstStyle/>
          <a:p>
            <a:r>
              <a:rPr lang="en-US"/>
              <a:t>Disclaimers &amp; Disclosures</a:t>
            </a:r>
          </a:p>
        </p:txBody>
      </p:sp>
      <p:sp>
        <p:nvSpPr>
          <p:cNvPr id="8" name="Text Placeholder 11">
            <a:extLst>
              <a:ext uri="{FF2B5EF4-FFF2-40B4-BE49-F238E27FC236}">
                <a16:creationId xmlns:a16="http://schemas.microsoft.com/office/drawing/2014/main" id="{3B33DFC0-6AB1-B992-7323-C9BB594058E6}"/>
              </a:ext>
            </a:extLst>
          </p:cNvPr>
          <p:cNvSpPr>
            <a:spLocks noGrp="1"/>
          </p:cNvSpPr>
          <p:nvPr>
            <p:ph sz="quarter" idx="12" hasCustomPrompt="1"/>
          </p:nvPr>
        </p:nvSpPr>
        <p:spPr>
          <a:xfrm>
            <a:off x="724426" y="1498811"/>
            <a:ext cx="10743148" cy="358313"/>
          </a:xfrm>
        </p:spPr>
        <p:txBody>
          <a:bodyPr tIns="0" rIns="0"/>
          <a:lstStyle>
            <a:lvl1pPr>
              <a:defRPr sz="1800" b="1">
                <a:latin typeface="+mj-lt"/>
              </a:defRPr>
            </a:lvl1pPr>
          </a:lstStyle>
          <a:p>
            <a:r>
              <a:rPr lang="en-US"/>
              <a:t>Confidentiality &amp; non-distribution</a:t>
            </a:r>
          </a:p>
        </p:txBody>
      </p:sp>
      <p:grpSp>
        <p:nvGrpSpPr>
          <p:cNvPr id="10" name="Group 9">
            <a:extLst>
              <a:ext uri="{FF2B5EF4-FFF2-40B4-BE49-F238E27FC236}">
                <a16:creationId xmlns:a16="http://schemas.microsoft.com/office/drawing/2014/main" id="{413CD60A-3B69-7AA9-DBFD-5A2E56DE6C5E}"/>
              </a:ext>
            </a:extLst>
          </p:cNvPr>
          <p:cNvGrpSpPr/>
          <p:nvPr userDrawn="1"/>
        </p:nvGrpSpPr>
        <p:grpSpPr>
          <a:xfrm>
            <a:off x="9630136" y="2135537"/>
            <a:ext cx="1988552" cy="2306408"/>
            <a:chOff x="-451327" y="4742033"/>
            <a:chExt cx="2064285" cy="2801766"/>
          </a:xfrm>
        </p:grpSpPr>
        <p:sp>
          <p:nvSpPr>
            <p:cNvPr id="11" name="object 91">
              <a:extLst>
                <a:ext uri="{FF2B5EF4-FFF2-40B4-BE49-F238E27FC236}">
                  <a16:creationId xmlns:a16="http://schemas.microsoft.com/office/drawing/2014/main" id="{BC5D6472-52EB-701D-E314-107C31B51FAB}"/>
                </a:ext>
              </a:extLst>
            </p:cNvPr>
            <p:cNvSpPr/>
            <p:nvPr/>
          </p:nvSpPr>
          <p:spPr>
            <a:xfrm>
              <a:off x="-434528" y="4742033"/>
              <a:ext cx="1893665" cy="55538"/>
            </a:xfrm>
            <a:custGeom>
              <a:avLst/>
              <a:gdLst/>
              <a:ahLst/>
              <a:cxnLst/>
              <a:rect l="l" t="t" r="r" b="b"/>
              <a:pathLst>
                <a:path w="1023619">
                  <a:moveTo>
                    <a:pt x="0" y="0"/>
                  </a:moveTo>
                  <a:lnTo>
                    <a:pt x="1023619" y="0"/>
                  </a:lnTo>
                </a:path>
              </a:pathLst>
            </a:custGeom>
            <a:ln w="6350">
              <a:solidFill>
                <a:schemeClr val="accent1"/>
              </a:solidFill>
            </a:ln>
          </p:spPr>
          <p:txBody>
            <a:bodyPr wrap="square" lIns="0" tIns="0" rIns="0" bIns="0" rtlCol="0"/>
            <a:lstStyle/>
            <a:p>
              <a:endParaRPr sz="1227">
                <a:solidFill>
                  <a:schemeClr val="bg2"/>
                </a:solidFill>
                <a:latin typeface="Avenir Book" panose="02000503020000020003" pitchFamily="2" charset="0"/>
              </a:endParaRPr>
            </a:p>
          </p:txBody>
        </p:sp>
        <p:sp>
          <p:nvSpPr>
            <p:cNvPr id="12" name="Text Placeholder 13" descr="FIGURE">
              <a:extLst>
                <a:ext uri="{FF2B5EF4-FFF2-40B4-BE49-F238E27FC236}">
                  <a16:creationId xmlns:a16="http://schemas.microsoft.com/office/drawing/2014/main" id="{0CB2A227-10CF-DAE3-A995-9233184E76BA}"/>
                </a:ext>
              </a:extLst>
            </p:cNvPr>
            <p:cNvSpPr txBox="1">
              <a:spLocks/>
            </p:cNvSpPr>
            <p:nvPr/>
          </p:nvSpPr>
          <p:spPr>
            <a:xfrm>
              <a:off x="-451327" y="4899196"/>
              <a:ext cx="2064285" cy="2644603"/>
            </a:xfrm>
            <a:prstGeom prst="rect">
              <a:avLst/>
            </a:prstGeom>
          </p:spPr>
          <p:txBody>
            <a:bodyPr vert="horz" wrap="square" lIns="0" tIns="0" rIns="0" bIns="0" rtlCol="0">
              <a:noAutofit/>
            </a:bodyPr>
            <a:lstStyle>
              <a:lvl1pPr marL="0" indent="0" algn="r" defTabSz="777240" rtl="0" eaLnBrk="1" latinLnBrk="0" hangingPunct="1">
                <a:lnSpc>
                  <a:spcPts val="1080"/>
                </a:lnSpc>
                <a:spcBef>
                  <a:spcPts val="0"/>
                </a:spcBef>
                <a:spcAft>
                  <a:spcPts val="0"/>
                </a:spcAft>
                <a:buClr>
                  <a:schemeClr val="accent2"/>
                </a:buClr>
                <a:buFont typeface="Arial" panose="020B0604020202020204" pitchFamily="34" charset="0"/>
                <a:buNone/>
                <a:defRPr lang="en-US" sz="900" b="1" i="0" kern="1200" spc="0" baseline="0" dirty="0">
                  <a:solidFill>
                    <a:schemeClr val="accent3"/>
                  </a:solidFill>
                  <a:latin typeface="Avenir Black" panose="02000503020000020003" pitchFamily="2" charset="0"/>
                  <a:ea typeface="+mn-ea"/>
                  <a:cs typeface="Arial"/>
                </a:defRPr>
              </a:lvl1pPr>
              <a:lvl2pPr marL="320040" indent="-320040" algn="l" defTabSz="777240" rtl="0" eaLnBrk="1" latinLnBrk="0" hangingPunct="1">
                <a:lnSpc>
                  <a:spcPts val="2700"/>
                </a:lnSpc>
                <a:spcBef>
                  <a:spcPts val="600"/>
                </a:spcBef>
                <a:spcAft>
                  <a:spcPts val="600"/>
                </a:spcAft>
                <a:buClr>
                  <a:schemeClr val="accent2"/>
                </a:buClr>
                <a:buFont typeface="Arial" panose="020B0604020202020204" pitchFamily="34" charset="0"/>
                <a:buChar char="•"/>
                <a:defRPr sz="1900" b="0" i="0" kern="1200">
                  <a:solidFill>
                    <a:schemeClr val="accent4">
                      <a:lumMod val="50000"/>
                    </a:schemeClr>
                  </a:solidFill>
                  <a:latin typeface="Avenir Book" panose="02000503020000020003" pitchFamily="2" charset="0"/>
                  <a:ea typeface="+mn-ea"/>
                  <a:cs typeface="+mn-cs"/>
                </a:defRPr>
              </a:lvl2pPr>
              <a:lvl3pPr marL="685800" indent="-320040" algn="l" defTabSz="777240" rtl="0" eaLnBrk="1" latinLnBrk="0" hangingPunct="1">
                <a:lnSpc>
                  <a:spcPts val="2700"/>
                </a:lnSpc>
                <a:spcBef>
                  <a:spcPts val="600"/>
                </a:spcBef>
                <a:spcAft>
                  <a:spcPts val="600"/>
                </a:spcAft>
                <a:buClr>
                  <a:schemeClr val="accent2"/>
                </a:buClr>
                <a:buFont typeface="System Font Regular"/>
                <a:buChar char="–"/>
                <a:defRPr sz="1700" b="0" i="0" kern="1200">
                  <a:solidFill>
                    <a:schemeClr val="accent4"/>
                  </a:solidFill>
                  <a:latin typeface="Avenir Book" panose="02000503020000020003" pitchFamily="2" charset="0"/>
                  <a:ea typeface="+mn-ea"/>
                  <a:cs typeface="+mn-cs"/>
                </a:defRPr>
              </a:lvl3pPr>
              <a:lvl4pPr marL="1097280" indent="-320040" algn="l" defTabSz="777240" rtl="0" eaLnBrk="1" latinLnBrk="0" hangingPunct="1">
                <a:lnSpc>
                  <a:spcPts val="2700"/>
                </a:lnSpc>
                <a:spcBef>
                  <a:spcPts val="600"/>
                </a:spcBef>
                <a:spcAft>
                  <a:spcPts val="600"/>
                </a:spcAft>
                <a:buClr>
                  <a:schemeClr val="accent5"/>
                </a:buClr>
                <a:buSzPct val="90000"/>
                <a:buFont typeface="Arial" panose="020B0604020202020204" pitchFamily="34" charset="0"/>
                <a:buChar char="•"/>
                <a:defRPr sz="1530" b="0" i="0" kern="1200">
                  <a:solidFill>
                    <a:schemeClr val="accent5"/>
                  </a:solidFill>
                  <a:latin typeface="Avenir Book" panose="02000503020000020003" pitchFamily="2" charset="0"/>
                  <a:ea typeface="+mn-ea"/>
                  <a:cs typeface="+mn-cs"/>
                </a:defRPr>
              </a:lvl4pPr>
              <a:lvl5pPr marL="1417320" indent="-320040" algn="l" defTabSz="777240" rtl="0" eaLnBrk="1" latinLnBrk="0" hangingPunct="1">
                <a:lnSpc>
                  <a:spcPts val="2700"/>
                </a:lnSpc>
                <a:spcBef>
                  <a:spcPts val="600"/>
                </a:spcBef>
                <a:spcAft>
                  <a:spcPts val="600"/>
                </a:spcAft>
                <a:buSzPct val="90000"/>
                <a:buFont typeface="System Font Regular"/>
                <a:buChar char="–"/>
                <a:defRPr sz="1530" b="0" i="0" kern="1200">
                  <a:solidFill>
                    <a:schemeClr val="accent5"/>
                  </a:solidFill>
                  <a:latin typeface="Avenir Book" panose="02000503020000020003" pitchFamily="2" charset="0"/>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a:lstStyle>
            <a:p>
              <a:pPr algn="l">
                <a:lnSpc>
                  <a:spcPts val="2045"/>
                </a:lnSpc>
              </a:pPr>
              <a:r>
                <a:rPr lang="en-US" sz="1200" b="0" spc="-34">
                  <a:solidFill>
                    <a:schemeClr val="accent1"/>
                  </a:solidFill>
                  <a:latin typeface="Avenir Heavy" panose="02000503020000020003" pitchFamily="2" charset="0"/>
                </a:rPr>
                <a:t>Receipt and review of </a:t>
              </a:r>
              <a:br>
                <a:rPr lang="en-US" sz="1200" b="0" spc="-34">
                  <a:solidFill>
                    <a:schemeClr val="accent1"/>
                  </a:solidFill>
                  <a:latin typeface="Avenir Heavy" panose="02000503020000020003" pitchFamily="2" charset="0"/>
                </a:rPr>
              </a:br>
              <a:r>
                <a:rPr lang="en-US" sz="1200" b="0" spc="-34">
                  <a:solidFill>
                    <a:schemeClr val="accent1"/>
                  </a:solidFill>
                  <a:latin typeface="Avenir Heavy" panose="02000503020000020003" pitchFamily="2" charset="0"/>
                </a:rPr>
                <a:t>these materials constitutes acceptance of the terms </a:t>
              </a:r>
              <a:br>
                <a:rPr lang="en-US" sz="1200" b="0" spc="-34">
                  <a:solidFill>
                    <a:schemeClr val="accent1"/>
                  </a:solidFill>
                  <a:latin typeface="Avenir Heavy" panose="02000503020000020003" pitchFamily="2" charset="0"/>
                </a:rPr>
              </a:br>
              <a:r>
                <a:rPr lang="en-US" sz="1200" b="0" spc="-34">
                  <a:solidFill>
                    <a:schemeClr val="accent1"/>
                  </a:solidFill>
                  <a:latin typeface="Avenir Heavy" panose="02000503020000020003" pitchFamily="2" charset="0"/>
                </a:rPr>
                <a:t>and conditions of the Confidentiality Agreement. </a:t>
              </a:r>
            </a:p>
          </p:txBody>
        </p:sp>
      </p:grpSp>
      <p:pic>
        <p:nvPicPr>
          <p:cNvPr id="13" name="Picture 12">
            <a:extLst>
              <a:ext uri="{FF2B5EF4-FFF2-40B4-BE49-F238E27FC236}">
                <a16:creationId xmlns:a16="http://schemas.microsoft.com/office/drawing/2014/main" id="{5A7541D3-EC8D-08CA-D8CC-7A1E51C30D89}"/>
              </a:ext>
            </a:extLst>
          </p:cNvPr>
          <p:cNvPicPr>
            <a:picLocks noChangeAspect="1"/>
          </p:cNvPicPr>
          <p:nvPr userDrawn="1"/>
        </p:nvPicPr>
        <p:blipFill>
          <a:blip r:embed="rId2"/>
          <a:stretch>
            <a:fillRect/>
          </a:stretch>
        </p:blipFill>
        <p:spPr>
          <a:xfrm>
            <a:off x="698339" y="2036180"/>
            <a:ext cx="8623300" cy="4267200"/>
          </a:xfrm>
          <a:prstGeom prst="rect">
            <a:avLst/>
          </a:prstGeom>
        </p:spPr>
      </p:pic>
    </p:spTree>
    <p:extLst>
      <p:ext uri="{BB962C8B-B14F-4D97-AF65-F5344CB8AC3E}">
        <p14:creationId xmlns:p14="http://schemas.microsoft.com/office/powerpoint/2010/main" val="155244934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B02B953E-664F-D780-3967-9D0548A5D28F}"/>
              </a:ext>
            </a:extLst>
          </p:cNvPr>
          <p:cNvSpPr>
            <a:spLocks noGrp="1"/>
          </p:cNvSpPr>
          <p:nvPr>
            <p:ph type="title" hasCustomPrompt="1"/>
          </p:nvPr>
        </p:nvSpPr>
        <p:spPr>
          <a:xfrm>
            <a:off x="724427" y="447124"/>
            <a:ext cx="10734084" cy="1051687"/>
          </a:xfrm>
        </p:spPr>
        <p:txBody>
          <a:bodyPr/>
          <a:lstStyle/>
          <a:p>
            <a:r>
              <a:rPr lang="en-US"/>
              <a:t>Click to Edit Title</a:t>
            </a:r>
          </a:p>
        </p:txBody>
      </p:sp>
      <p:sp>
        <p:nvSpPr>
          <p:cNvPr id="3" name="Text Placeholder 2">
            <a:extLst>
              <a:ext uri="{FF2B5EF4-FFF2-40B4-BE49-F238E27FC236}">
                <a16:creationId xmlns:a16="http://schemas.microsoft.com/office/drawing/2014/main" id="{0C6B0A88-8773-FAB4-D19A-8D4B6BAFE221}"/>
              </a:ext>
            </a:extLst>
          </p:cNvPr>
          <p:cNvSpPr>
            <a:spLocks noGrp="1"/>
          </p:cNvSpPr>
          <p:nvPr>
            <p:ph type="body" sz="quarter" idx="14" hasCustomPrompt="1"/>
          </p:nvPr>
        </p:nvSpPr>
        <p:spPr>
          <a:xfrm>
            <a:off x="8097079" y="4435919"/>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5" name="Text Placeholder 2">
            <a:extLst>
              <a:ext uri="{FF2B5EF4-FFF2-40B4-BE49-F238E27FC236}">
                <a16:creationId xmlns:a16="http://schemas.microsoft.com/office/drawing/2014/main" id="{65CBA3EC-8ACD-68A3-2E6E-2B896E781D78}"/>
              </a:ext>
            </a:extLst>
          </p:cNvPr>
          <p:cNvSpPr>
            <a:spLocks noGrp="1"/>
          </p:cNvSpPr>
          <p:nvPr>
            <p:ph type="body" sz="quarter" idx="15" hasCustomPrompt="1"/>
          </p:nvPr>
        </p:nvSpPr>
        <p:spPr>
          <a:xfrm>
            <a:off x="8097079" y="3909347"/>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6" name="Text Placeholder 2">
            <a:extLst>
              <a:ext uri="{FF2B5EF4-FFF2-40B4-BE49-F238E27FC236}">
                <a16:creationId xmlns:a16="http://schemas.microsoft.com/office/drawing/2014/main" id="{FAF0F53F-889A-721B-B1C9-CA59E61375E5}"/>
              </a:ext>
            </a:extLst>
          </p:cNvPr>
          <p:cNvSpPr>
            <a:spLocks noGrp="1"/>
          </p:cNvSpPr>
          <p:nvPr>
            <p:ph type="body" sz="quarter" idx="16" hasCustomPrompt="1"/>
          </p:nvPr>
        </p:nvSpPr>
        <p:spPr>
          <a:xfrm>
            <a:off x="8097079" y="3382775"/>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7" name="Text Placeholder 2">
            <a:extLst>
              <a:ext uri="{FF2B5EF4-FFF2-40B4-BE49-F238E27FC236}">
                <a16:creationId xmlns:a16="http://schemas.microsoft.com/office/drawing/2014/main" id="{3A54923A-D9AD-5C05-E439-508237F91EB1}"/>
              </a:ext>
            </a:extLst>
          </p:cNvPr>
          <p:cNvSpPr>
            <a:spLocks noGrp="1"/>
          </p:cNvSpPr>
          <p:nvPr>
            <p:ph type="body" sz="quarter" idx="12" hasCustomPrompt="1"/>
          </p:nvPr>
        </p:nvSpPr>
        <p:spPr>
          <a:xfrm>
            <a:off x="8097079" y="2856203"/>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8" name="Text Placeholder 2">
            <a:extLst>
              <a:ext uri="{FF2B5EF4-FFF2-40B4-BE49-F238E27FC236}">
                <a16:creationId xmlns:a16="http://schemas.microsoft.com/office/drawing/2014/main" id="{E807E96C-7A2A-7702-5836-6082D73EC049}"/>
              </a:ext>
            </a:extLst>
          </p:cNvPr>
          <p:cNvSpPr>
            <a:spLocks noGrp="1"/>
          </p:cNvSpPr>
          <p:nvPr>
            <p:ph type="body" sz="quarter" idx="13" hasCustomPrompt="1"/>
          </p:nvPr>
        </p:nvSpPr>
        <p:spPr>
          <a:xfrm>
            <a:off x="8097079" y="2329631"/>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9" name="Text Placeholder 2">
            <a:extLst>
              <a:ext uri="{FF2B5EF4-FFF2-40B4-BE49-F238E27FC236}">
                <a16:creationId xmlns:a16="http://schemas.microsoft.com/office/drawing/2014/main" id="{7B192EA8-6B13-B0BC-9DBE-47014B681563}"/>
              </a:ext>
            </a:extLst>
          </p:cNvPr>
          <p:cNvSpPr>
            <a:spLocks noGrp="1"/>
          </p:cNvSpPr>
          <p:nvPr>
            <p:ph type="body" sz="quarter" idx="11" hasCustomPrompt="1"/>
          </p:nvPr>
        </p:nvSpPr>
        <p:spPr>
          <a:xfrm>
            <a:off x="8097079" y="1803059"/>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12" name="Text Placeholder 2">
            <a:extLst>
              <a:ext uri="{FF2B5EF4-FFF2-40B4-BE49-F238E27FC236}">
                <a16:creationId xmlns:a16="http://schemas.microsoft.com/office/drawing/2014/main" id="{6AE7FAA7-F3F9-6232-8A5F-2EB6EFB69B03}"/>
              </a:ext>
            </a:extLst>
          </p:cNvPr>
          <p:cNvSpPr>
            <a:spLocks noGrp="1"/>
          </p:cNvSpPr>
          <p:nvPr>
            <p:ph type="body" sz="quarter" idx="18" hasCustomPrompt="1"/>
          </p:nvPr>
        </p:nvSpPr>
        <p:spPr>
          <a:xfrm>
            <a:off x="8097079" y="5489063"/>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13" name="Text Placeholder 2">
            <a:extLst>
              <a:ext uri="{FF2B5EF4-FFF2-40B4-BE49-F238E27FC236}">
                <a16:creationId xmlns:a16="http://schemas.microsoft.com/office/drawing/2014/main" id="{8728288B-DD1D-52F9-9C96-A048F7EC3ACD}"/>
              </a:ext>
            </a:extLst>
          </p:cNvPr>
          <p:cNvSpPr>
            <a:spLocks noGrp="1"/>
          </p:cNvSpPr>
          <p:nvPr>
            <p:ph type="body" sz="quarter" idx="19" hasCustomPrompt="1"/>
          </p:nvPr>
        </p:nvSpPr>
        <p:spPr>
          <a:xfrm>
            <a:off x="8097079" y="4962491"/>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28" name="Content Placeholder 23">
            <a:extLst>
              <a:ext uri="{FF2B5EF4-FFF2-40B4-BE49-F238E27FC236}">
                <a16:creationId xmlns:a16="http://schemas.microsoft.com/office/drawing/2014/main" id="{5566A3BF-E125-8653-D6A2-6E0FAB447F6D}"/>
              </a:ext>
            </a:extLst>
          </p:cNvPr>
          <p:cNvSpPr>
            <a:spLocks noGrp="1"/>
          </p:cNvSpPr>
          <p:nvPr>
            <p:ph sz="quarter" idx="24" hasCustomPrompt="1"/>
          </p:nvPr>
        </p:nvSpPr>
        <p:spPr>
          <a:xfrm>
            <a:off x="4478216" y="1226675"/>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4" name="Content Placeholder 23">
            <a:extLst>
              <a:ext uri="{FF2B5EF4-FFF2-40B4-BE49-F238E27FC236}">
                <a16:creationId xmlns:a16="http://schemas.microsoft.com/office/drawing/2014/main" id="{08250C8B-9AFE-1092-FA23-0BC051AE8E21}"/>
              </a:ext>
            </a:extLst>
          </p:cNvPr>
          <p:cNvSpPr>
            <a:spLocks noGrp="1"/>
          </p:cNvSpPr>
          <p:nvPr>
            <p:ph sz="quarter" idx="25" hasCustomPrompt="1"/>
          </p:nvPr>
        </p:nvSpPr>
        <p:spPr>
          <a:xfrm>
            <a:off x="4478216" y="1753617"/>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5" name="Content Placeholder 23">
            <a:extLst>
              <a:ext uri="{FF2B5EF4-FFF2-40B4-BE49-F238E27FC236}">
                <a16:creationId xmlns:a16="http://schemas.microsoft.com/office/drawing/2014/main" id="{1A07EF63-2088-9EA0-EC20-98EE11B0CFED}"/>
              </a:ext>
            </a:extLst>
          </p:cNvPr>
          <p:cNvSpPr>
            <a:spLocks noGrp="1"/>
          </p:cNvSpPr>
          <p:nvPr>
            <p:ph sz="quarter" idx="26" hasCustomPrompt="1"/>
          </p:nvPr>
        </p:nvSpPr>
        <p:spPr>
          <a:xfrm>
            <a:off x="4478216" y="2280559"/>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6" name="Content Placeholder 23">
            <a:extLst>
              <a:ext uri="{FF2B5EF4-FFF2-40B4-BE49-F238E27FC236}">
                <a16:creationId xmlns:a16="http://schemas.microsoft.com/office/drawing/2014/main" id="{AF0DA902-6068-5700-F6EE-56565C11B296}"/>
              </a:ext>
            </a:extLst>
          </p:cNvPr>
          <p:cNvSpPr>
            <a:spLocks noGrp="1"/>
          </p:cNvSpPr>
          <p:nvPr>
            <p:ph sz="quarter" idx="27" hasCustomPrompt="1"/>
          </p:nvPr>
        </p:nvSpPr>
        <p:spPr>
          <a:xfrm>
            <a:off x="4478216" y="2807501"/>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7" name="Content Placeholder 23">
            <a:extLst>
              <a:ext uri="{FF2B5EF4-FFF2-40B4-BE49-F238E27FC236}">
                <a16:creationId xmlns:a16="http://schemas.microsoft.com/office/drawing/2014/main" id="{25E03AE6-16F6-41CA-0E00-924F69DF4912}"/>
              </a:ext>
            </a:extLst>
          </p:cNvPr>
          <p:cNvSpPr>
            <a:spLocks noGrp="1"/>
          </p:cNvSpPr>
          <p:nvPr>
            <p:ph sz="quarter" idx="28" hasCustomPrompt="1"/>
          </p:nvPr>
        </p:nvSpPr>
        <p:spPr>
          <a:xfrm>
            <a:off x="4478216" y="3334443"/>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8" name="Content Placeholder 23">
            <a:extLst>
              <a:ext uri="{FF2B5EF4-FFF2-40B4-BE49-F238E27FC236}">
                <a16:creationId xmlns:a16="http://schemas.microsoft.com/office/drawing/2014/main" id="{E72DCAC9-8695-0F0F-0D5B-3F8B3EE820E7}"/>
              </a:ext>
            </a:extLst>
          </p:cNvPr>
          <p:cNvSpPr>
            <a:spLocks noGrp="1"/>
          </p:cNvSpPr>
          <p:nvPr>
            <p:ph sz="quarter" idx="29" hasCustomPrompt="1"/>
          </p:nvPr>
        </p:nvSpPr>
        <p:spPr>
          <a:xfrm>
            <a:off x="4478216" y="3861385"/>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9" name="Content Placeholder 23">
            <a:extLst>
              <a:ext uri="{FF2B5EF4-FFF2-40B4-BE49-F238E27FC236}">
                <a16:creationId xmlns:a16="http://schemas.microsoft.com/office/drawing/2014/main" id="{CD4018D4-B3F4-77F3-C060-FFB77DE5F9AB}"/>
              </a:ext>
            </a:extLst>
          </p:cNvPr>
          <p:cNvSpPr>
            <a:spLocks noGrp="1"/>
          </p:cNvSpPr>
          <p:nvPr>
            <p:ph sz="quarter" idx="30" hasCustomPrompt="1"/>
          </p:nvPr>
        </p:nvSpPr>
        <p:spPr>
          <a:xfrm>
            <a:off x="4478216" y="4388327"/>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40" name="Content Placeholder 23">
            <a:extLst>
              <a:ext uri="{FF2B5EF4-FFF2-40B4-BE49-F238E27FC236}">
                <a16:creationId xmlns:a16="http://schemas.microsoft.com/office/drawing/2014/main" id="{5129D140-6B35-93B9-ECFD-9DD38DF9C9EE}"/>
              </a:ext>
            </a:extLst>
          </p:cNvPr>
          <p:cNvSpPr>
            <a:spLocks noGrp="1"/>
          </p:cNvSpPr>
          <p:nvPr>
            <p:ph sz="quarter" idx="31" hasCustomPrompt="1"/>
          </p:nvPr>
        </p:nvSpPr>
        <p:spPr>
          <a:xfrm>
            <a:off x="4478216" y="4915269"/>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41" name="Content Placeholder 23">
            <a:extLst>
              <a:ext uri="{FF2B5EF4-FFF2-40B4-BE49-F238E27FC236}">
                <a16:creationId xmlns:a16="http://schemas.microsoft.com/office/drawing/2014/main" id="{D484B4F0-E152-286D-3449-ED986EF2A5C3}"/>
              </a:ext>
            </a:extLst>
          </p:cNvPr>
          <p:cNvSpPr>
            <a:spLocks noGrp="1"/>
          </p:cNvSpPr>
          <p:nvPr>
            <p:ph sz="quarter" idx="32" hasCustomPrompt="1"/>
          </p:nvPr>
        </p:nvSpPr>
        <p:spPr>
          <a:xfrm>
            <a:off x="4478216" y="5442214"/>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10" name="Text Placeholder 2">
            <a:extLst>
              <a:ext uri="{FF2B5EF4-FFF2-40B4-BE49-F238E27FC236}">
                <a16:creationId xmlns:a16="http://schemas.microsoft.com/office/drawing/2014/main" id="{79EB0B7C-0884-C0EA-892D-5C6FE679FCA0}"/>
              </a:ext>
            </a:extLst>
          </p:cNvPr>
          <p:cNvSpPr>
            <a:spLocks noGrp="1"/>
          </p:cNvSpPr>
          <p:nvPr>
            <p:ph type="body" sz="quarter" idx="10" hasCustomPrompt="1"/>
          </p:nvPr>
        </p:nvSpPr>
        <p:spPr>
          <a:xfrm>
            <a:off x="8097079" y="1276487"/>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Tree>
    <p:extLst>
      <p:ext uri="{BB962C8B-B14F-4D97-AF65-F5344CB8AC3E}">
        <p14:creationId xmlns:p14="http://schemas.microsoft.com/office/powerpoint/2010/main" val="312505309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B02B953E-664F-D780-3967-9D0548A5D28F}"/>
              </a:ext>
            </a:extLst>
          </p:cNvPr>
          <p:cNvSpPr>
            <a:spLocks noGrp="1"/>
          </p:cNvSpPr>
          <p:nvPr>
            <p:ph type="title" hasCustomPrompt="1"/>
          </p:nvPr>
        </p:nvSpPr>
        <p:spPr>
          <a:xfrm>
            <a:off x="724427" y="447124"/>
            <a:ext cx="3883907" cy="1051687"/>
          </a:xfrm>
        </p:spPr>
        <p:txBody>
          <a:bodyPr/>
          <a:lstStyle/>
          <a:p>
            <a:r>
              <a:rPr lang="en-US"/>
              <a:t>Click to Edit Title</a:t>
            </a:r>
          </a:p>
        </p:txBody>
      </p:sp>
      <p:sp>
        <p:nvSpPr>
          <p:cNvPr id="3" name="Text Placeholder 2">
            <a:extLst>
              <a:ext uri="{FF2B5EF4-FFF2-40B4-BE49-F238E27FC236}">
                <a16:creationId xmlns:a16="http://schemas.microsoft.com/office/drawing/2014/main" id="{0C6B0A88-8773-FAB4-D19A-8D4B6BAFE221}"/>
              </a:ext>
            </a:extLst>
          </p:cNvPr>
          <p:cNvSpPr>
            <a:spLocks noGrp="1"/>
          </p:cNvSpPr>
          <p:nvPr>
            <p:ph type="body" sz="quarter" idx="14" hasCustomPrompt="1"/>
          </p:nvPr>
        </p:nvSpPr>
        <p:spPr>
          <a:xfrm>
            <a:off x="6608247" y="3580739"/>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5" name="Text Placeholder 2">
            <a:extLst>
              <a:ext uri="{FF2B5EF4-FFF2-40B4-BE49-F238E27FC236}">
                <a16:creationId xmlns:a16="http://schemas.microsoft.com/office/drawing/2014/main" id="{65CBA3EC-8ACD-68A3-2E6E-2B896E781D78}"/>
              </a:ext>
            </a:extLst>
          </p:cNvPr>
          <p:cNvSpPr>
            <a:spLocks noGrp="1"/>
          </p:cNvSpPr>
          <p:nvPr>
            <p:ph type="body" sz="quarter" idx="15" hasCustomPrompt="1"/>
          </p:nvPr>
        </p:nvSpPr>
        <p:spPr>
          <a:xfrm>
            <a:off x="6608247" y="3054046"/>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6" name="Text Placeholder 2">
            <a:extLst>
              <a:ext uri="{FF2B5EF4-FFF2-40B4-BE49-F238E27FC236}">
                <a16:creationId xmlns:a16="http://schemas.microsoft.com/office/drawing/2014/main" id="{FAF0F53F-889A-721B-B1C9-CA59E61375E5}"/>
              </a:ext>
            </a:extLst>
          </p:cNvPr>
          <p:cNvSpPr>
            <a:spLocks noGrp="1"/>
          </p:cNvSpPr>
          <p:nvPr>
            <p:ph type="body" sz="quarter" idx="16" hasCustomPrompt="1"/>
          </p:nvPr>
        </p:nvSpPr>
        <p:spPr>
          <a:xfrm>
            <a:off x="6608247" y="2527353"/>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7" name="Text Placeholder 2">
            <a:extLst>
              <a:ext uri="{FF2B5EF4-FFF2-40B4-BE49-F238E27FC236}">
                <a16:creationId xmlns:a16="http://schemas.microsoft.com/office/drawing/2014/main" id="{3A54923A-D9AD-5C05-E439-508237F91EB1}"/>
              </a:ext>
            </a:extLst>
          </p:cNvPr>
          <p:cNvSpPr>
            <a:spLocks noGrp="1"/>
          </p:cNvSpPr>
          <p:nvPr>
            <p:ph type="body" sz="quarter" idx="12" hasCustomPrompt="1"/>
          </p:nvPr>
        </p:nvSpPr>
        <p:spPr>
          <a:xfrm>
            <a:off x="6608247" y="2000660"/>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8" name="Text Placeholder 2">
            <a:extLst>
              <a:ext uri="{FF2B5EF4-FFF2-40B4-BE49-F238E27FC236}">
                <a16:creationId xmlns:a16="http://schemas.microsoft.com/office/drawing/2014/main" id="{E807E96C-7A2A-7702-5836-6082D73EC049}"/>
              </a:ext>
            </a:extLst>
          </p:cNvPr>
          <p:cNvSpPr>
            <a:spLocks noGrp="1"/>
          </p:cNvSpPr>
          <p:nvPr>
            <p:ph type="body" sz="quarter" idx="13" hasCustomPrompt="1"/>
          </p:nvPr>
        </p:nvSpPr>
        <p:spPr>
          <a:xfrm>
            <a:off x="6608247" y="1473967"/>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9" name="Text Placeholder 2">
            <a:extLst>
              <a:ext uri="{FF2B5EF4-FFF2-40B4-BE49-F238E27FC236}">
                <a16:creationId xmlns:a16="http://schemas.microsoft.com/office/drawing/2014/main" id="{7B192EA8-6B13-B0BC-9DBE-47014B681563}"/>
              </a:ext>
            </a:extLst>
          </p:cNvPr>
          <p:cNvSpPr>
            <a:spLocks noGrp="1"/>
          </p:cNvSpPr>
          <p:nvPr>
            <p:ph type="body" sz="quarter" idx="11" hasCustomPrompt="1"/>
          </p:nvPr>
        </p:nvSpPr>
        <p:spPr>
          <a:xfrm>
            <a:off x="6608247" y="947274"/>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12" name="Text Placeholder 2">
            <a:extLst>
              <a:ext uri="{FF2B5EF4-FFF2-40B4-BE49-F238E27FC236}">
                <a16:creationId xmlns:a16="http://schemas.microsoft.com/office/drawing/2014/main" id="{6AE7FAA7-F3F9-6232-8A5F-2EB6EFB69B03}"/>
              </a:ext>
            </a:extLst>
          </p:cNvPr>
          <p:cNvSpPr>
            <a:spLocks noGrp="1"/>
          </p:cNvSpPr>
          <p:nvPr>
            <p:ph type="body" sz="quarter" idx="18" hasCustomPrompt="1"/>
          </p:nvPr>
        </p:nvSpPr>
        <p:spPr>
          <a:xfrm>
            <a:off x="6608247" y="4634125"/>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13" name="Text Placeholder 2">
            <a:extLst>
              <a:ext uri="{FF2B5EF4-FFF2-40B4-BE49-F238E27FC236}">
                <a16:creationId xmlns:a16="http://schemas.microsoft.com/office/drawing/2014/main" id="{8728288B-DD1D-52F9-9C96-A048F7EC3ACD}"/>
              </a:ext>
            </a:extLst>
          </p:cNvPr>
          <p:cNvSpPr>
            <a:spLocks noGrp="1"/>
          </p:cNvSpPr>
          <p:nvPr>
            <p:ph type="body" sz="quarter" idx="19" hasCustomPrompt="1"/>
          </p:nvPr>
        </p:nvSpPr>
        <p:spPr>
          <a:xfrm>
            <a:off x="6608247" y="4107432"/>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34" name="Content Placeholder 23">
            <a:extLst>
              <a:ext uri="{FF2B5EF4-FFF2-40B4-BE49-F238E27FC236}">
                <a16:creationId xmlns:a16="http://schemas.microsoft.com/office/drawing/2014/main" id="{08250C8B-9AFE-1092-FA23-0BC051AE8E21}"/>
              </a:ext>
            </a:extLst>
          </p:cNvPr>
          <p:cNvSpPr>
            <a:spLocks noGrp="1"/>
          </p:cNvSpPr>
          <p:nvPr>
            <p:ph sz="quarter" idx="25" hasCustomPrompt="1"/>
          </p:nvPr>
        </p:nvSpPr>
        <p:spPr>
          <a:xfrm>
            <a:off x="4874396" y="886109"/>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35" name="Content Placeholder 23">
            <a:extLst>
              <a:ext uri="{FF2B5EF4-FFF2-40B4-BE49-F238E27FC236}">
                <a16:creationId xmlns:a16="http://schemas.microsoft.com/office/drawing/2014/main" id="{1A07EF63-2088-9EA0-EC20-98EE11B0CFED}"/>
              </a:ext>
            </a:extLst>
          </p:cNvPr>
          <p:cNvSpPr>
            <a:spLocks noGrp="1"/>
          </p:cNvSpPr>
          <p:nvPr>
            <p:ph sz="quarter" idx="26" hasCustomPrompt="1"/>
          </p:nvPr>
        </p:nvSpPr>
        <p:spPr>
          <a:xfrm>
            <a:off x="4874396" y="1413126"/>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36" name="Content Placeholder 23">
            <a:extLst>
              <a:ext uri="{FF2B5EF4-FFF2-40B4-BE49-F238E27FC236}">
                <a16:creationId xmlns:a16="http://schemas.microsoft.com/office/drawing/2014/main" id="{AF0DA902-6068-5700-F6EE-56565C11B296}"/>
              </a:ext>
            </a:extLst>
          </p:cNvPr>
          <p:cNvSpPr>
            <a:spLocks noGrp="1"/>
          </p:cNvSpPr>
          <p:nvPr>
            <p:ph sz="quarter" idx="27" hasCustomPrompt="1"/>
          </p:nvPr>
        </p:nvSpPr>
        <p:spPr>
          <a:xfrm>
            <a:off x="4874396" y="1940143"/>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37" name="Content Placeholder 23">
            <a:extLst>
              <a:ext uri="{FF2B5EF4-FFF2-40B4-BE49-F238E27FC236}">
                <a16:creationId xmlns:a16="http://schemas.microsoft.com/office/drawing/2014/main" id="{25E03AE6-16F6-41CA-0E00-924F69DF4912}"/>
              </a:ext>
            </a:extLst>
          </p:cNvPr>
          <p:cNvSpPr>
            <a:spLocks noGrp="1"/>
          </p:cNvSpPr>
          <p:nvPr>
            <p:ph sz="quarter" idx="28" hasCustomPrompt="1"/>
          </p:nvPr>
        </p:nvSpPr>
        <p:spPr>
          <a:xfrm>
            <a:off x="4874396" y="2467160"/>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38" name="Content Placeholder 23">
            <a:extLst>
              <a:ext uri="{FF2B5EF4-FFF2-40B4-BE49-F238E27FC236}">
                <a16:creationId xmlns:a16="http://schemas.microsoft.com/office/drawing/2014/main" id="{E72DCAC9-8695-0F0F-0D5B-3F8B3EE820E7}"/>
              </a:ext>
            </a:extLst>
          </p:cNvPr>
          <p:cNvSpPr>
            <a:spLocks noGrp="1"/>
          </p:cNvSpPr>
          <p:nvPr>
            <p:ph sz="quarter" idx="29" hasCustomPrompt="1"/>
          </p:nvPr>
        </p:nvSpPr>
        <p:spPr>
          <a:xfrm>
            <a:off x="4874396" y="2994177"/>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39" name="Content Placeholder 23">
            <a:extLst>
              <a:ext uri="{FF2B5EF4-FFF2-40B4-BE49-F238E27FC236}">
                <a16:creationId xmlns:a16="http://schemas.microsoft.com/office/drawing/2014/main" id="{CD4018D4-B3F4-77F3-C060-FFB77DE5F9AB}"/>
              </a:ext>
            </a:extLst>
          </p:cNvPr>
          <p:cNvSpPr>
            <a:spLocks noGrp="1"/>
          </p:cNvSpPr>
          <p:nvPr>
            <p:ph sz="quarter" idx="30" hasCustomPrompt="1"/>
          </p:nvPr>
        </p:nvSpPr>
        <p:spPr>
          <a:xfrm>
            <a:off x="4874396" y="3521194"/>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40" name="Content Placeholder 23">
            <a:extLst>
              <a:ext uri="{FF2B5EF4-FFF2-40B4-BE49-F238E27FC236}">
                <a16:creationId xmlns:a16="http://schemas.microsoft.com/office/drawing/2014/main" id="{5129D140-6B35-93B9-ECFD-9DD38DF9C9EE}"/>
              </a:ext>
            </a:extLst>
          </p:cNvPr>
          <p:cNvSpPr>
            <a:spLocks noGrp="1"/>
          </p:cNvSpPr>
          <p:nvPr>
            <p:ph sz="quarter" idx="31" hasCustomPrompt="1"/>
          </p:nvPr>
        </p:nvSpPr>
        <p:spPr>
          <a:xfrm>
            <a:off x="4874396" y="4048211"/>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41" name="Content Placeholder 23">
            <a:extLst>
              <a:ext uri="{FF2B5EF4-FFF2-40B4-BE49-F238E27FC236}">
                <a16:creationId xmlns:a16="http://schemas.microsoft.com/office/drawing/2014/main" id="{D484B4F0-E152-286D-3449-ED986EF2A5C3}"/>
              </a:ext>
            </a:extLst>
          </p:cNvPr>
          <p:cNvSpPr>
            <a:spLocks noGrp="1"/>
          </p:cNvSpPr>
          <p:nvPr>
            <p:ph sz="quarter" idx="32" hasCustomPrompt="1"/>
          </p:nvPr>
        </p:nvSpPr>
        <p:spPr>
          <a:xfrm>
            <a:off x="4874396" y="4575228"/>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47" name="Text Placeholder 2">
            <a:extLst>
              <a:ext uri="{FF2B5EF4-FFF2-40B4-BE49-F238E27FC236}">
                <a16:creationId xmlns:a16="http://schemas.microsoft.com/office/drawing/2014/main" id="{A6AEDD94-6081-10CA-C570-ECAD1902B72C}"/>
              </a:ext>
            </a:extLst>
          </p:cNvPr>
          <p:cNvSpPr>
            <a:spLocks noGrp="1"/>
          </p:cNvSpPr>
          <p:nvPr>
            <p:ph type="body" sz="quarter" idx="33" hasCustomPrompt="1"/>
          </p:nvPr>
        </p:nvSpPr>
        <p:spPr>
          <a:xfrm>
            <a:off x="6608247" y="5160817"/>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48" name="Content Placeholder 23">
            <a:extLst>
              <a:ext uri="{FF2B5EF4-FFF2-40B4-BE49-F238E27FC236}">
                <a16:creationId xmlns:a16="http://schemas.microsoft.com/office/drawing/2014/main" id="{E586D051-24CF-3ACC-52EE-567998A60C9B}"/>
              </a:ext>
            </a:extLst>
          </p:cNvPr>
          <p:cNvSpPr>
            <a:spLocks noGrp="1"/>
          </p:cNvSpPr>
          <p:nvPr>
            <p:ph sz="quarter" idx="34" hasCustomPrompt="1"/>
          </p:nvPr>
        </p:nvSpPr>
        <p:spPr>
          <a:xfrm>
            <a:off x="4874396" y="5102245"/>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Tree>
    <p:extLst>
      <p:ext uri="{BB962C8B-B14F-4D97-AF65-F5344CB8AC3E}">
        <p14:creationId xmlns:p14="http://schemas.microsoft.com/office/powerpoint/2010/main" val="347398851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Full Margi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CD0B-E043-57DD-198E-A4CFB624345D}"/>
              </a:ext>
            </a:extLst>
          </p:cNvPr>
          <p:cNvSpPr>
            <a:spLocks noGrp="1"/>
          </p:cNvSpPr>
          <p:nvPr>
            <p:ph type="title" hasCustomPrompt="1"/>
          </p:nvPr>
        </p:nvSpPr>
        <p:spPr/>
        <p:txBody>
          <a:bodyPr/>
          <a:lstStyle/>
          <a:p>
            <a:r>
              <a:rPr lang="en-US"/>
              <a:t>Click to Edit Title</a:t>
            </a:r>
          </a:p>
        </p:txBody>
      </p:sp>
      <p:sp>
        <p:nvSpPr>
          <p:cNvPr id="4" name="Content Placeholder 3">
            <a:extLst>
              <a:ext uri="{FF2B5EF4-FFF2-40B4-BE49-F238E27FC236}">
                <a16:creationId xmlns:a16="http://schemas.microsoft.com/office/drawing/2014/main" id="{FB3CAA8F-9897-3EA9-A04B-2572C12CC583}"/>
              </a:ext>
            </a:extLst>
          </p:cNvPr>
          <p:cNvSpPr>
            <a:spLocks noGrp="1"/>
          </p:cNvSpPr>
          <p:nvPr>
            <p:ph sz="quarter" idx="10"/>
          </p:nvPr>
        </p:nvSpPr>
        <p:spPr>
          <a:xfrm>
            <a:off x="723900" y="1630016"/>
            <a:ext cx="10728325" cy="442982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4074816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 Intro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CD0B-E043-57DD-198E-A4CFB624345D}"/>
              </a:ext>
            </a:extLst>
          </p:cNvPr>
          <p:cNvSpPr>
            <a:spLocks noGrp="1"/>
          </p:cNvSpPr>
          <p:nvPr>
            <p:ph type="title" hasCustomPrompt="1"/>
          </p:nvPr>
        </p:nvSpPr>
        <p:spPr/>
        <p:txBody>
          <a:bodyPr>
            <a:noAutofit/>
          </a:bodyPr>
          <a:lstStyle/>
          <a:p>
            <a:r>
              <a:rPr lang="en-US"/>
              <a:t>Click to Edit Title</a:t>
            </a:r>
          </a:p>
        </p:txBody>
      </p:sp>
      <p:sp>
        <p:nvSpPr>
          <p:cNvPr id="4" name="Content Placeholder 3">
            <a:extLst>
              <a:ext uri="{FF2B5EF4-FFF2-40B4-BE49-F238E27FC236}">
                <a16:creationId xmlns:a16="http://schemas.microsoft.com/office/drawing/2014/main" id="{FB3CAA8F-9897-3EA9-A04B-2572C12CC583}"/>
              </a:ext>
            </a:extLst>
          </p:cNvPr>
          <p:cNvSpPr>
            <a:spLocks noGrp="1"/>
          </p:cNvSpPr>
          <p:nvPr>
            <p:ph sz="quarter" idx="10"/>
          </p:nvPr>
        </p:nvSpPr>
        <p:spPr>
          <a:xfrm>
            <a:off x="723900" y="2491410"/>
            <a:ext cx="10744202" cy="3568428"/>
          </a:xfrm>
          <a:prstGeom prst="rect">
            <a:avLst/>
          </a:prstGeom>
        </p:spPr>
        <p:txBody>
          <a:bodyPr lIns="201168">
            <a:noAutofit/>
          </a:bodyPr>
          <a:lstStyle>
            <a:lvl1pPr>
              <a:defRPr sz="2000" baseline="0"/>
            </a:lvl1pPr>
            <a:lvl2pPr>
              <a:defRPr baseline="0"/>
            </a:lvl2pPr>
            <a:lvl3pPr>
              <a:defRPr baseline="0"/>
            </a:lvl3pPr>
            <a:lvl4pPr>
              <a:defRPr baseline="0"/>
            </a:lvl4pPr>
            <a:lvl5pPr>
              <a:defRPr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a:extLst>
              <a:ext uri="{FF2B5EF4-FFF2-40B4-BE49-F238E27FC236}">
                <a16:creationId xmlns:a16="http://schemas.microsoft.com/office/drawing/2014/main" id="{EF58F209-44F8-1944-A5D9-0DE8BAAC22F6}"/>
              </a:ext>
            </a:extLst>
          </p:cNvPr>
          <p:cNvSpPr>
            <a:spLocks noGrp="1"/>
          </p:cNvSpPr>
          <p:nvPr>
            <p:ph type="body" sz="quarter" idx="12" hasCustomPrompt="1"/>
          </p:nvPr>
        </p:nvSpPr>
        <p:spPr>
          <a:xfrm>
            <a:off x="722376" y="1630016"/>
            <a:ext cx="10745726" cy="725725"/>
          </a:xfrm>
          <a:prstGeom prst="rect">
            <a:avLst/>
          </a:prstGeom>
        </p:spPr>
        <p:txBody>
          <a:bodyPr lIns="201168" tIns="0">
            <a:noAutofit/>
          </a:bodyPr>
          <a:lstStyle>
            <a:lvl1pPr>
              <a:lnSpc>
                <a:spcPts val="2800"/>
              </a:lnSpc>
              <a:spcBef>
                <a:spcPts val="0"/>
              </a:spcBef>
              <a:spcAft>
                <a:spcPts val="0"/>
              </a:spcAft>
              <a:defRPr sz="2000" b="1" i="0">
                <a:latin typeface="Avenir Heavy" panose="02000503020000020003" pitchFamily="2" charset="0"/>
              </a:defRPr>
            </a:lvl1pPr>
          </a:lstStyle>
          <a:p>
            <a:pPr lvl="0"/>
            <a:r>
              <a:rPr lang="en-US"/>
              <a:t>Click to edit subtitle</a:t>
            </a:r>
          </a:p>
        </p:txBody>
      </p:sp>
    </p:spTree>
    <p:extLst>
      <p:ext uri="{BB962C8B-B14F-4D97-AF65-F5344CB8AC3E}">
        <p14:creationId xmlns:p14="http://schemas.microsoft.com/office/powerpoint/2010/main" val="158469857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CD0B-E043-57DD-198E-A4CFB624345D}"/>
              </a:ext>
            </a:extLst>
          </p:cNvPr>
          <p:cNvSpPr>
            <a:spLocks noGrp="1"/>
          </p:cNvSpPr>
          <p:nvPr>
            <p:ph type="title" hasCustomPrompt="1"/>
          </p:nvPr>
        </p:nvSpPr>
        <p:spPr/>
        <p:txBody>
          <a:bodyPr>
            <a:noAutofit/>
          </a:bodyPr>
          <a:lstStyle/>
          <a:p>
            <a:r>
              <a:rPr lang="en-US"/>
              <a:t>Click to Edit Title</a:t>
            </a:r>
          </a:p>
        </p:txBody>
      </p:sp>
      <p:sp>
        <p:nvSpPr>
          <p:cNvPr id="4" name="Content Placeholder 3">
            <a:extLst>
              <a:ext uri="{FF2B5EF4-FFF2-40B4-BE49-F238E27FC236}">
                <a16:creationId xmlns:a16="http://schemas.microsoft.com/office/drawing/2014/main" id="{FB3CAA8F-9897-3EA9-A04B-2572C12CC583}"/>
              </a:ext>
            </a:extLst>
          </p:cNvPr>
          <p:cNvSpPr>
            <a:spLocks noGrp="1"/>
          </p:cNvSpPr>
          <p:nvPr>
            <p:ph sz="quarter" idx="10" hasCustomPrompt="1"/>
          </p:nvPr>
        </p:nvSpPr>
        <p:spPr>
          <a:xfrm>
            <a:off x="723900" y="1630017"/>
            <a:ext cx="5189878" cy="4439479"/>
          </a:xfrm>
          <a:prstGeom prst="rect">
            <a:avLst/>
          </a:prstGeom>
        </p:spPr>
        <p:txBody>
          <a:bodyPr lIns="228600">
            <a:noAutofit/>
          </a:bodyPr>
          <a:lstStyle/>
          <a:p>
            <a:pPr lvl="0"/>
            <a:r>
              <a:rPr lang="en-US"/>
              <a:t>Click to edit first level</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842E74B6-B0B7-8C8C-6E21-66BE8A1FD403}"/>
              </a:ext>
            </a:extLst>
          </p:cNvPr>
          <p:cNvSpPr>
            <a:spLocks noGrp="1"/>
          </p:cNvSpPr>
          <p:nvPr>
            <p:ph sz="quarter" idx="11" hasCustomPrompt="1"/>
          </p:nvPr>
        </p:nvSpPr>
        <p:spPr>
          <a:xfrm>
            <a:off x="6278224" y="1630017"/>
            <a:ext cx="5189878" cy="4439479"/>
          </a:xfrm>
          <a:prstGeom prst="rect">
            <a:avLst/>
          </a:prstGeom>
        </p:spPr>
        <p:txBody>
          <a:bodyPr lIns="228600">
            <a:noAutofit/>
          </a:bodyPr>
          <a:lstStyle/>
          <a:p>
            <a:pPr lvl="0"/>
            <a:r>
              <a:rPr lang="en-US"/>
              <a:t>Click to edit first level</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028026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ext Column +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CD0B-E043-57DD-198E-A4CFB624345D}"/>
              </a:ext>
            </a:extLst>
          </p:cNvPr>
          <p:cNvSpPr>
            <a:spLocks noGrp="1"/>
          </p:cNvSpPr>
          <p:nvPr>
            <p:ph type="title" hasCustomPrompt="1"/>
          </p:nvPr>
        </p:nvSpPr>
        <p:spPr>
          <a:xfrm>
            <a:off x="724427" y="447124"/>
            <a:ext cx="5189352" cy="1051687"/>
          </a:xfrm>
        </p:spPr>
        <p:txBody>
          <a:bodyPr/>
          <a:lstStyle/>
          <a:p>
            <a:r>
              <a:rPr lang="en-US"/>
              <a:t>Click to Edit Title</a:t>
            </a:r>
          </a:p>
        </p:txBody>
      </p:sp>
      <p:sp>
        <p:nvSpPr>
          <p:cNvPr id="4" name="Content Placeholder 3">
            <a:extLst>
              <a:ext uri="{FF2B5EF4-FFF2-40B4-BE49-F238E27FC236}">
                <a16:creationId xmlns:a16="http://schemas.microsoft.com/office/drawing/2014/main" id="{FB3CAA8F-9897-3EA9-A04B-2572C12CC583}"/>
              </a:ext>
            </a:extLst>
          </p:cNvPr>
          <p:cNvSpPr>
            <a:spLocks noGrp="1"/>
          </p:cNvSpPr>
          <p:nvPr>
            <p:ph sz="quarter" idx="10" hasCustomPrompt="1"/>
          </p:nvPr>
        </p:nvSpPr>
        <p:spPr>
          <a:xfrm>
            <a:off x="723900" y="1630017"/>
            <a:ext cx="5189878" cy="4439479"/>
          </a:xfrm>
          <a:prstGeom prst="rect">
            <a:avLst/>
          </a:prstGeom>
        </p:spPr>
        <p:txBody>
          <a:bodyPr lIns="228600"/>
          <a:lstStyle>
            <a:lvl1pPr marL="0" marR="0" indent="0" algn="l" defTabSz="529849" rtl="0" eaLnBrk="1" fontAlgn="auto" latinLnBrk="0" hangingPunct="1">
              <a:lnSpc>
                <a:spcPct val="148000"/>
              </a:lnSpc>
              <a:spcBef>
                <a:spcPts val="100"/>
              </a:spcBef>
              <a:spcAft>
                <a:spcPts val="600"/>
              </a:spcAft>
              <a:buClr>
                <a:schemeClr val="accent2"/>
              </a:buClr>
              <a:buSzTx/>
              <a:buFont typeface="Arial" panose="020B0604020202020204" pitchFamily="34" charset="0"/>
              <a:buNone/>
              <a:tabLst/>
              <a:defRPr/>
            </a:lvl1pPr>
          </a:lstStyle>
          <a:p>
            <a:pPr marL="0" marR="0" lvl="0" indent="0" algn="l" defTabSz="529849" rtl="0" eaLnBrk="1" fontAlgn="auto" latinLnBrk="0" hangingPunct="1">
              <a:lnSpc>
                <a:spcPct val="148000"/>
              </a:lnSpc>
              <a:spcBef>
                <a:spcPts val="100"/>
              </a:spcBef>
              <a:spcAft>
                <a:spcPts val="600"/>
              </a:spcAft>
              <a:buClr>
                <a:schemeClr val="accent2"/>
              </a:buClr>
              <a:buSzTx/>
              <a:buFont typeface="Arial" panose="020B0604020202020204" pitchFamily="34" charset="0"/>
              <a:buNone/>
              <a:tabLst/>
              <a:defRPr/>
            </a:pPr>
            <a:r>
              <a:rPr lang="en-US"/>
              <a:t>Click to edit first level</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0C3FA70A-CDF4-85BB-A9DC-F04D72134D04}"/>
              </a:ext>
            </a:extLst>
          </p:cNvPr>
          <p:cNvSpPr>
            <a:spLocks noGrp="1"/>
          </p:cNvSpPr>
          <p:nvPr>
            <p:ph type="pic" sz="quarter" idx="11"/>
          </p:nvPr>
        </p:nvSpPr>
        <p:spPr>
          <a:xfrm>
            <a:off x="6197600" y="0"/>
            <a:ext cx="5994400" cy="6858000"/>
          </a:xfrm>
        </p:spPr>
        <p:txBody>
          <a:bodyPr/>
          <a:lstStyle/>
          <a:p>
            <a:r>
              <a:rPr lang="en-US"/>
              <a:t>Click icon to add picture</a:t>
            </a:r>
          </a:p>
        </p:txBody>
      </p:sp>
    </p:spTree>
    <p:extLst>
      <p:ext uri="{BB962C8B-B14F-4D97-AF65-F5344CB8AC3E}">
        <p14:creationId xmlns:p14="http://schemas.microsoft.com/office/powerpoint/2010/main" val="199686188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CD0B-E043-57DD-198E-A4CFB624345D}"/>
              </a:ext>
            </a:extLst>
          </p:cNvPr>
          <p:cNvSpPr>
            <a:spLocks noGrp="1"/>
          </p:cNvSpPr>
          <p:nvPr>
            <p:ph type="title" hasCustomPrompt="1"/>
          </p:nvPr>
        </p:nvSpPr>
        <p:spPr/>
        <p:txBody>
          <a:bodyPr>
            <a:noAutofit/>
          </a:bodyPr>
          <a:lstStyle/>
          <a:p>
            <a:r>
              <a:rPr lang="en-US"/>
              <a:t>Click to Edit Title</a:t>
            </a:r>
          </a:p>
        </p:txBody>
      </p:sp>
      <p:sp>
        <p:nvSpPr>
          <p:cNvPr id="4" name="Content Placeholder 3">
            <a:extLst>
              <a:ext uri="{FF2B5EF4-FFF2-40B4-BE49-F238E27FC236}">
                <a16:creationId xmlns:a16="http://schemas.microsoft.com/office/drawing/2014/main" id="{FB3CAA8F-9897-3EA9-A04B-2572C12CC583}"/>
              </a:ext>
            </a:extLst>
          </p:cNvPr>
          <p:cNvSpPr>
            <a:spLocks noGrp="1"/>
          </p:cNvSpPr>
          <p:nvPr>
            <p:ph sz="quarter" idx="10"/>
          </p:nvPr>
        </p:nvSpPr>
        <p:spPr>
          <a:xfrm>
            <a:off x="723900" y="2491410"/>
            <a:ext cx="5189878" cy="3568428"/>
          </a:xfrm>
          <a:prstGeom prst="rect">
            <a:avLst/>
          </a:prstGeom>
        </p:spPr>
        <p:txBody>
          <a:bodyPr lIns="201168">
            <a:noAutofit/>
          </a:bodyPr>
          <a:lstStyle>
            <a:lvl1pPr>
              <a:defRPr sz="2200" baseline="0"/>
            </a:lvl1pPr>
            <a:lvl2pPr>
              <a:defRPr baseline="0"/>
            </a:lvl2pPr>
            <a:lvl3pPr>
              <a:defRPr baseline="0"/>
            </a:lvl3pPr>
            <a:lvl4pPr>
              <a:defRPr baseline="0"/>
            </a:lvl4pPr>
            <a:lvl5pPr>
              <a:defRPr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842E74B6-B0B7-8C8C-6E21-66BE8A1FD403}"/>
              </a:ext>
            </a:extLst>
          </p:cNvPr>
          <p:cNvSpPr>
            <a:spLocks noGrp="1"/>
          </p:cNvSpPr>
          <p:nvPr>
            <p:ph sz="quarter" idx="11"/>
          </p:nvPr>
        </p:nvSpPr>
        <p:spPr>
          <a:xfrm>
            <a:off x="6278224" y="2491410"/>
            <a:ext cx="5189878" cy="3568428"/>
          </a:xfrm>
          <a:prstGeom prst="rect">
            <a:avLst/>
          </a:prstGeom>
        </p:spPr>
        <p:txBody>
          <a:bodyPr lIns="201168">
            <a:noAutofit/>
          </a:bodyPr>
          <a:lstStyle>
            <a:lvl1pPr>
              <a:defRPr sz="2200" baseline="0"/>
            </a:lvl1pPr>
            <a:lvl2pPr>
              <a:defRPr baseline="0"/>
            </a:lvl2pPr>
            <a:lvl3pPr>
              <a:defRPr baseline="0"/>
            </a:lvl3pPr>
            <a:lvl4pPr>
              <a:defRPr baseline="0"/>
            </a:lvl4pPr>
            <a:lvl5pPr>
              <a:defRPr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a:extLst>
              <a:ext uri="{FF2B5EF4-FFF2-40B4-BE49-F238E27FC236}">
                <a16:creationId xmlns:a16="http://schemas.microsoft.com/office/drawing/2014/main" id="{EF58F209-44F8-1944-A5D9-0DE8BAAC22F6}"/>
              </a:ext>
            </a:extLst>
          </p:cNvPr>
          <p:cNvSpPr>
            <a:spLocks noGrp="1"/>
          </p:cNvSpPr>
          <p:nvPr>
            <p:ph type="body" sz="quarter" idx="12" hasCustomPrompt="1"/>
          </p:nvPr>
        </p:nvSpPr>
        <p:spPr>
          <a:xfrm>
            <a:off x="722376" y="1630017"/>
            <a:ext cx="5189538" cy="621792"/>
          </a:xfrm>
          <a:prstGeom prst="rect">
            <a:avLst/>
          </a:prstGeom>
        </p:spPr>
        <p:txBody>
          <a:bodyPr lIns="201168" tIns="0">
            <a:noAutofit/>
          </a:bodyPr>
          <a:lstStyle>
            <a:lvl1pPr>
              <a:lnSpc>
                <a:spcPts val="2800"/>
              </a:lnSpc>
              <a:spcBef>
                <a:spcPts val="0"/>
              </a:spcBef>
              <a:spcAft>
                <a:spcPts val="0"/>
              </a:spcAft>
              <a:defRPr sz="2200" b="1" i="0" baseline="0">
                <a:latin typeface="Avenir Heavy" panose="02000503020000020003" pitchFamily="2" charset="0"/>
              </a:defRPr>
            </a:lvl1pPr>
          </a:lstStyle>
          <a:p>
            <a:pPr lvl="0"/>
            <a:r>
              <a:rPr lang="en-US"/>
              <a:t>Click to edit column intro</a:t>
            </a:r>
          </a:p>
        </p:txBody>
      </p:sp>
      <p:sp>
        <p:nvSpPr>
          <p:cNvPr id="11" name="Text Placeholder 10">
            <a:extLst>
              <a:ext uri="{FF2B5EF4-FFF2-40B4-BE49-F238E27FC236}">
                <a16:creationId xmlns:a16="http://schemas.microsoft.com/office/drawing/2014/main" id="{ECDC26AF-0857-143E-9DFD-3C8E94B70437}"/>
              </a:ext>
            </a:extLst>
          </p:cNvPr>
          <p:cNvSpPr>
            <a:spLocks noGrp="1"/>
          </p:cNvSpPr>
          <p:nvPr>
            <p:ph type="body" sz="quarter" idx="13" hasCustomPrompt="1"/>
          </p:nvPr>
        </p:nvSpPr>
        <p:spPr>
          <a:xfrm>
            <a:off x="6278564" y="1622425"/>
            <a:ext cx="5193792" cy="621792"/>
          </a:xfrm>
          <a:prstGeom prst="rect">
            <a:avLst/>
          </a:prstGeom>
        </p:spPr>
        <p:txBody>
          <a:bodyPr vert="horz" lIns="201168" tIns="0" rIns="91440" bIns="45720" rtlCol="0">
            <a:noAutofit/>
          </a:bodyPr>
          <a:lstStyle>
            <a:lvl1pPr marL="0" indent="0" algn="l" defTabSz="529849" rtl="0" eaLnBrk="1" latinLnBrk="0" hangingPunct="1">
              <a:lnSpc>
                <a:spcPts val="2800"/>
              </a:lnSpc>
              <a:spcBef>
                <a:spcPts val="0"/>
              </a:spcBef>
              <a:spcAft>
                <a:spcPts val="0"/>
              </a:spcAft>
              <a:buClr>
                <a:schemeClr val="accent2"/>
              </a:buClr>
              <a:buFont typeface="Arial" panose="020B0604020202020204" pitchFamily="34" charset="0"/>
              <a:buNone/>
              <a:defRPr lang="en-US" sz="2200" b="1" i="0" kern="1200" baseline="0" dirty="0">
                <a:solidFill>
                  <a:schemeClr val="tx1"/>
                </a:solidFill>
                <a:latin typeface="Avenir Heavy" panose="02000503020000020003" pitchFamily="2" charset="0"/>
                <a:ea typeface="+mn-ea"/>
                <a:cs typeface="Arial"/>
              </a:defRPr>
            </a:lvl1pPr>
          </a:lstStyle>
          <a:p>
            <a:pPr marL="0" lvl="0" indent="0" algn="l" defTabSz="529849" rtl="0" eaLnBrk="1" latinLnBrk="0" hangingPunct="1">
              <a:lnSpc>
                <a:spcPts val="2800"/>
              </a:lnSpc>
              <a:spcBef>
                <a:spcPts val="0"/>
              </a:spcBef>
              <a:spcAft>
                <a:spcPts val="0"/>
              </a:spcAft>
              <a:buClr>
                <a:schemeClr val="accent2"/>
              </a:buClr>
              <a:buFont typeface="Arial" panose="020B0604020202020204" pitchFamily="34" charset="0"/>
              <a:buNone/>
            </a:pPr>
            <a:r>
              <a:rPr lang="en-US"/>
              <a:t>Click to edit column intro</a:t>
            </a:r>
          </a:p>
        </p:txBody>
      </p:sp>
    </p:spTree>
    <p:extLst>
      <p:ext uri="{BB962C8B-B14F-4D97-AF65-F5344CB8AC3E}">
        <p14:creationId xmlns:p14="http://schemas.microsoft.com/office/powerpoint/2010/main" val="93287271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cxnSp>
        <p:nvCxnSpPr>
          <p:cNvPr id="7" name="Straight Connector 6">
            <a:extLst>
              <a:ext uri="{FF2B5EF4-FFF2-40B4-BE49-F238E27FC236}">
                <a16:creationId xmlns:a16="http://schemas.microsoft.com/office/drawing/2014/main" id="{4F8E2DDF-5A93-3A8D-50CB-22D9B899DC27}"/>
              </a:ext>
            </a:extLst>
          </p:cNvPr>
          <p:cNvCxnSpPr>
            <a:cxnSpLocks/>
          </p:cNvCxnSpPr>
          <p:nvPr userDrawn="1"/>
        </p:nvCxnSpPr>
        <p:spPr>
          <a:xfrm>
            <a:off x="724421" y="1508912"/>
            <a:ext cx="10730366" cy="0"/>
          </a:xfrm>
          <a:prstGeom prst="line">
            <a:avLst/>
          </a:prstGeom>
          <a:ln w="3175">
            <a:solidFill>
              <a:srgbClr val="706F7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222459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453182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3-Column Image">
    <p:spTree>
      <p:nvGrpSpPr>
        <p:cNvPr id="1" name=""/>
        <p:cNvGrpSpPr/>
        <p:nvPr/>
      </p:nvGrpSpPr>
      <p:grpSpPr>
        <a:xfrm>
          <a:off x="0" y="0"/>
          <a:ext cx="0" cy="0"/>
          <a:chOff x="0" y="0"/>
          <a:chExt cx="0" cy="0"/>
        </a:xfrm>
      </p:grpSpPr>
      <p:sp>
        <p:nvSpPr>
          <p:cNvPr id="2" name="Picture Placeholder 2"/>
          <p:cNvSpPr>
            <a:spLocks noGrp="1"/>
          </p:cNvSpPr>
          <p:nvPr>
            <p:ph type="pic" sz="quarter" idx="10"/>
          </p:nvPr>
        </p:nvSpPr>
        <p:spPr>
          <a:xfrm>
            <a:off x="8335619" y="1076183"/>
            <a:ext cx="3856383" cy="3807248"/>
          </a:xfrm>
          <a:prstGeom prst="rect">
            <a:avLst/>
          </a:prstGeom>
        </p:spPr>
        <p:txBody>
          <a:bodyPr/>
          <a:lstStyle/>
          <a:p>
            <a:r>
              <a:rPr lang="en-US"/>
              <a:t>Click icon to add picture</a:t>
            </a:r>
            <a:endParaRPr lang="id-ID"/>
          </a:p>
        </p:txBody>
      </p:sp>
      <p:sp>
        <p:nvSpPr>
          <p:cNvPr id="3" name="Picture Placeholder 2"/>
          <p:cNvSpPr>
            <a:spLocks noGrp="1"/>
          </p:cNvSpPr>
          <p:nvPr>
            <p:ph type="pic" sz="quarter" idx="11"/>
          </p:nvPr>
        </p:nvSpPr>
        <p:spPr>
          <a:xfrm>
            <a:off x="4" y="1076183"/>
            <a:ext cx="3935897" cy="3807248"/>
          </a:xfrm>
          <a:prstGeom prst="rect">
            <a:avLst/>
          </a:prstGeom>
        </p:spPr>
        <p:txBody>
          <a:bodyPr/>
          <a:lstStyle/>
          <a:p>
            <a:r>
              <a:rPr lang="en-US"/>
              <a:t>Click icon to add picture</a:t>
            </a:r>
            <a:endParaRPr lang="id-ID"/>
          </a:p>
        </p:txBody>
      </p:sp>
      <p:sp>
        <p:nvSpPr>
          <p:cNvPr id="4" name="Picture Placeholder 2"/>
          <p:cNvSpPr>
            <a:spLocks noGrp="1"/>
          </p:cNvSpPr>
          <p:nvPr>
            <p:ph type="pic" sz="quarter" idx="12"/>
          </p:nvPr>
        </p:nvSpPr>
        <p:spPr>
          <a:xfrm>
            <a:off x="4108174" y="1076183"/>
            <a:ext cx="4055164" cy="3807248"/>
          </a:xfrm>
          <a:prstGeom prst="rect">
            <a:avLst/>
          </a:prstGeom>
        </p:spPr>
        <p:txBody>
          <a:bodyPr/>
          <a:lstStyle/>
          <a:p>
            <a:r>
              <a:rPr lang="en-US"/>
              <a:t>Click icon to add picture</a:t>
            </a:r>
            <a:endParaRPr lang="id-ID"/>
          </a:p>
        </p:txBody>
      </p:sp>
      <p:sp>
        <p:nvSpPr>
          <p:cNvPr id="7" name="Title 1">
            <a:extLst>
              <a:ext uri="{FF2B5EF4-FFF2-40B4-BE49-F238E27FC236}">
                <a16:creationId xmlns:a16="http://schemas.microsoft.com/office/drawing/2014/main" id="{C21FE345-07CF-C480-9E48-D7AA049A470B}"/>
              </a:ext>
            </a:extLst>
          </p:cNvPr>
          <p:cNvSpPr>
            <a:spLocks noGrp="1"/>
          </p:cNvSpPr>
          <p:nvPr>
            <p:ph type="title" hasCustomPrompt="1"/>
          </p:nvPr>
        </p:nvSpPr>
        <p:spPr>
          <a:xfrm>
            <a:off x="724426" y="4892333"/>
            <a:ext cx="10751957" cy="1051687"/>
          </a:xfrm>
        </p:spPr>
        <p:txBody>
          <a:bodyPr/>
          <a:lstStyle/>
          <a:p>
            <a:r>
              <a:rPr lang="en-US"/>
              <a:t>Click to Edit Title</a:t>
            </a:r>
          </a:p>
        </p:txBody>
      </p:sp>
    </p:spTree>
    <p:extLst>
      <p:ext uri="{BB962C8B-B14F-4D97-AF65-F5344CB8AC3E}">
        <p14:creationId xmlns:p14="http://schemas.microsoft.com/office/powerpoint/2010/main" val="265316221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op Imag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724425" y="1090670"/>
            <a:ext cx="10725450" cy="3455801"/>
          </a:xfrm>
          <a:prstGeom prst="rect">
            <a:avLst/>
          </a:prstGeom>
        </p:spPr>
        <p:txBody>
          <a:bodyPr>
            <a:noAutofit/>
          </a:bodyPr>
          <a:lstStyle/>
          <a:p>
            <a:r>
              <a:rPr lang="en-US"/>
              <a:t>Click icon to add picture</a:t>
            </a:r>
          </a:p>
        </p:txBody>
      </p:sp>
      <p:sp>
        <p:nvSpPr>
          <p:cNvPr id="5" name="Title 21">
            <a:extLst>
              <a:ext uri="{FF2B5EF4-FFF2-40B4-BE49-F238E27FC236}">
                <a16:creationId xmlns:a16="http://schemas.microsoft.com/office/drawing/2014/main" id="{D89DDDC0-7044-0206-0041-814FB4CD0484}"/>
              </a:ext>
            </a:extLst>
          </p:cNvPr>
          <p:cNvSpPr>
            <a:spLocks noGrp="1"/>
          </p:cNvSpPr>
          <p:nvPr>
            <p:ph type="title" hasCustomPrompt="1"/>
          </p:nvPr>
        </p:nvSpPr>
        <p:spPr>
          <a:xfrm>
            <a:off x="724427" y="4892333"/>
            <a:ext cx="10725450" cy="1051687"/>
          </a:xfrm>
        </p:spPr>
        <p:txBody>
          <a:bodyPr>
            <a:noAutofit/>
          </a:bodyPr>
          <a:lstStyle>
            <a:lvl1pPr>
              <a:defRPr sz="2800" baseline="0"/>
            </a:lvl1pPr>
          </a:lstStyle>
          <a:p>
            <a:r>
              <a:rPr lang="en-US"/>
              <a:t>Click to Edit Title</a:t>
            </a:r>
          </a:p>
        </p:txBody>
      </p:sp>
    </p:spTree>
    <p:extLst>
      <p:ext uri="{BB962C8B-B14F-4D97-AF65-F5344CB8AC3E}">
        <p14:creationId xmlns:p14="http://schemas.microsoft.com/office/powerpoint/2010/main" val="257394129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Cover_Back + Contact Inf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descr="Document Title"/>
          <p:cNvSpPr>
            <a:spLocks noGrp="1"/>
          </p:cNvSpPr>
          <p:nvPr>
            <p:ph type="ctrTitle" hasCustomPrompt="1"/>
          </p:nvPr>
        </p:nvSpPr>
        <p:spPr>
          <a:xfrm>
            <a:off x="1749999" y="1728409"/>
            <a:ext cx="6479601" cy="2387599"/>
          </a:xfrm>
        </p:spPr>
        <p:txBody>
          <a:bodyPr anchor="b">
            <a:noAutofit/>
          </a:bodyPr>
          <a:lstStyle>
            <a:lvl1pPr marL="411480" indent="-411480" algn="l">
              <a:lnSpc>
                <a:spcPct val="100000"/>
              </a:lnSpc>
              <a:spcBef>
                <a:spcPts val="600"/>
              </a:spcBef>
              <a:spcAft>
                <a:spcPts val="600"/>
              </a:spcAft>
              <a:buSzPct val="100000"/>
              <a:defRPr sz="4400" cap="none" baseline="0"/>
            </a:lvl1pPr>
          </a:lstStyle>
          <a:p>
            <a:r>
              <a:rPr lang="en-US"/>
              <a:t>Click to Edit Message</a:t>
            </a:r>
          </a:p>
        </p:txBody>
      </p:sp>
      <p:sp>
        <p:nvSpPr>
          <p:cNvPr id="4" name="Subtitle 2">
            <a:extLst>
              <a:ext uri="{FF2B5EF4-FFF2-40B4-BE49-F238E27FC236}">
                <a16:creationId xmlns:a16="http://schemas.microsoft.com/office/drawing/2014/main" id="{6B01209D-2F6A-571A-6F3B-00B31DEC6A49}"/>
              </a:ext>
            </a:extLst>
          </p:cNvPr>
          <p:cNvSpPr>
            <a:spLocks noGrp="1"/>
          </p:cNvSpPr>
          <p:nvPr>
            <p:ph type="subTitle" idx="1" hasCustomPrompt="1"/>
          </p:nvPr>
        </p:nvSpPr>
        <p:spPr>
          <a:xfrm>
            <a:off x="6294782" y="4952411"/>
            <a:ext cx="4664766" cy="344071"/>
          </a:xfrm>
          <a:prstGeom prst="rect">
            <a:avLst/>
          </a:prstGeom>
        </p:spPr>
        <p:txBody>
          <a:bodyPr lIns="411480">
            <a:noAutofit/>
          </a:bodyPr>
          <a:lstStyle>
            <a:lvl1pPr marL="0" indent="0" algn="l">
              <a:lnSpc>
                <a:spcPct val="100000"/>
              </a:lnSpc>
              <a:spcBef>
                <a:spcPts val="88"/>
              </a:spcBef>
              <a:spcAft>
                <a:spcPts val="529"/>
              </a:spcAft>
              <a:buNone/>
              <a:defRPr sz="1400" b="1" i="0" cap="all" spc="34" baseline="0">
                <a:solidFill>
                  <a:schemeClr val="accent6"/>
                </a:solidFill>
                <a:latin typeface="Avenir Heavy" panose="02000503020000020003" pitchFamily="2" charset="0"/>
              </a:defRPr>
            </a:lvl1pPr>
            <a:lvl2pPr marL="264925" indent="0" algn="ctr">
              <a:buNone/>
              <a:defRPr sz="1159"/>
            </a:lvl2pPr>
            <a:lvl3pPr marL="529849" indent="0" algn="ctr">
              <a:buNone/>
              <a:defRPr sz="1043"/>
            </a:lvl3pPr>
            <a:lvl4pPr marL="794774" indent="0" algn="ctr">
              <a:buNone/>
              <a:defRPr sz="927"/>
            </a:lvl4pPr>
            <a:lvl5pPr marL="1059700" indent="0" algn="ctr">
              <a:buNone/>
              <a:defRPr sz="927"/>
            </a:lvl5pPr>
            <a:lvl6pPr marL="1324624" indent="0" algn="ctr">
              <a:buNone/>
              <a:defRPr sz="927"/>
            </a:lvl6pPr>
            <a:lvl7pPr marL="1589549" indent="0" algn="ctr">
              <a:buNone/>
              <a:defRPr sz="927"/>
            </a:lvl7pPr>
            <a:lvl8pPr marL="1854474" indent="0" algn="ctr">
              <a:buNone/>
              <a:defRPr sz="927"/>
            </a:lvl8pPr>
            <a:lvl9pPr marL="2119399" indent="0" algn="ctr">
              <a:buNone/>
              <a:defRPr sz="927"/>
            </a:lvl9pPr>
          </a:lstStyle>
          <a:p>
            <a:r>
              <a:rPr lang="en-US"/>
              <a:t>Contact Name</a:t>
            </a:r>
          </a:p>
        </p:txBody>
      </p:sp>
      <p:sp>
        <p:nvSpPr>
          <p:cNvPr id="5" name="Text Placeholder 7">
            <a:extLst>
              <a:ext uri="{FF2B5EF4-FFF2-40B4-BE49-F238E27FC236}">
                <a16:creationId xmlns:a16="http://schemas.microsoft.com/office/drawing/2014/main" id="{C1F01649-406F-8EAF-4493-07106BD61A94}"/>
              </a:ext>
            </a:extLst>
          </p:cNvPr>
          <p:cNvSpPr>
            <a:spLocks noGrp="1"/>
          </p:cNvSpPr>
          <p:nvPr>
            <p:ph type="body" sz="quarter" idx="10" hasCustomPrompt="1"/>
          </p:nvPr>
        </p:nvSpPr>
        <p:spPr>
          <a:xfrm>
            <a:off x="6294782" y="5313349"/>
            <a:ext cx="4664766" cy="344071"/>
          </a:xfrm>
          <a:prstGeom prst="rect">
            <a:avLst/>
          </a:prstGeom>
        </p:spPr>
        <p:txBody>
          <a:bodyPr lIns="411480">
            <a:noAutofit/>
          </a:bodyPr>
          <a:lstStyle>
            <a:lvl1pPr marL="0" indent="0" algn="l" defTabSz="529849" rtl="0" eaLnBrk="1" latinLnBrk="0" hangingPunct="1">
              <a:lnSpc>
                <a:spcPct val="100000"/>
              </a:lnSpc>
              <a:spcBef>
                <a:spcPts val="88"/>
              </a:spcBef>
              <a:spcAft>
                <a:spcPts val="529"/>
              </a:spcAft>
              <a:buClr>
                <a:schemeClr val="accent2"/>
              </a:buClr>
              <a:buFont typeface="Arial" panose="020B0604020202020204" pitchFamily="34" charset="0"/>
              <a:buNone/>
              <a:defRPr lang="en-US" sz="1400" b="0" i="0" kern="1200" cap="none" spc="34" baseline="0" dirty="0">
                <a:solidFill>
                  <a:schemeClr val="accent6"/>
                </a:solidFill>
                <a:latin typeface="Avenir Book" panose="02000503020000020003" pitchFamily="2" charset="0"/>
                <a:ea typeface="+mn-ea"/>
                <a:cs typeface="Arial"/>
              </a:defRPr>
            </a:lvl1pPr>
          </a:lstStyle>
          <a:p>
            <a:pPr marL="0" lvl="0" indent="0" algn="l" defTabSz="529849" rtl="0" eaLnBrk="1" latinLnBrk="0" hangingPunct="1">
              <a:lnSpc>
                <a:spcPct val="100000"/>
              </a:lnSpc>
              <a:spcBef>
                <a:spcPts val="88"/>
              </a:spcBef>
              <a:spcAft>
                <a:spcPts val="529"/>
              </a:spcAft>
              <a:buClr>
                <a:schemeClr val="accent2"/>
              </a:buClr>
              <a:buFont typeface="Arial" panose="020B0604020202020204" pitchFamily="34" charset="0"/>
              <a:buNone/>
            </a:pPr>
            <a:r>
              <a:rPr lang="en-US"/>
              <a:t>(***) ***-****</a:t>
            </a:r>
          </a:p>
        </p:txBody>
      </p:sp>
      <p:sp>
        <p:nvSpPr>
          <p:cNvPr id="6" name="Text Placeholder 9">
            <a:extLst>
              <a:ext uri="{FF2B5EF4-FFF2-40B4-BE49-F238E27FC236}">
                <a16:creationId xmlns:a16="http://schemas.microsoft.com/office/drawing/2014/main" id="{E62AA295-2C94-98C5-CDC1-230C8A5DB459}"/>
              </a:ext>
            </a:extLst>
          </p:cNvPr>
          <p:cNvSpPr>
            <a:spLocks noGrp="1"/>
          </p:cNvSpPr>
          <p:nvPr>
            <p:ph type="body" sz="quarter" idx="11" hasCustomPrompt="1"/>
          </p:nvPr>
        </p:nvSpPr>
        <p:spPr>
          <a:xfrm>
            <a:off x="6294782" y="5684071"/>
            <a:ext cx="4664766" cy="344073"/>
          </a:xfrm>
          <a:prstGeom prst="rect">
            <a:avLst/>
          </a:prstGeom>
        </p:spPr>
        <p:txBody>
          <a:bodyPr lIns="411480">
            <a:noAutofit/>
          </a:bodyPr>
          <a:lstStyle>
            <a:lvl1pPr marL="0" indent="0" algn="l" defTabSz="529849" rtl="0" eaLnBrk="1" latinLnBrk="0" hangingPunct="1">
              <a:lnSpc>
                <a:spcPct val="100000"/>
              </a:lnSpc>
              <a:spcBef>
                <a:spcPts val="88"/>
              </a:spcBef>
              <a:spcAft>
                <a:spcPts val="529"/>
              </a:spcAft>
              <a:buClr>
                <a:schemeClr val="accent2"/>
              </a:buClr>
              <a:buFont typeface="Arial" panose="020B0604020202020204" pitchFamily="34" charset="0"/>
              <a:buNone/>
              <a:defRPr lang="en-US" sz="1400" b="0" i="0" kern="1200" cap="none" spc="34" baseline="0" dirty="0">
                <a:solidFill>
                  <a:schemeClr val="accent6"/>
                </a:solidFill>
                <a:latin typeface="Avenir Book" panose="02000503020000020003" pitchFamily="2" charset="0"/>
                <a:ea typeface="+mn-ea"/>
                <a:cs typeface="Arial"/>
              </a:defRPr>
            </a:lvl1pPr>
          </a:lstStyle>
          <a:p>
            <a:pPr lvl="0"/>
            <a:r>
              <a:rPr lang="en-US" err="1"/>
              <a:t>firstname.lastname@cyderes.com</a:t>
            </a:r>
            <a:endParaRPr lang="en-US"/>
          </a:p>
        </p:txBody>
      </p:sp>
      <p:sp>
        <p:nvSpPr>
          <p:cNvPr id="7" name="Rectangle 6">
            <a:extLst>
              <a:ext uri="{FF2B5EF4-FFF2-40B4-BE49-F238E27FC236}">
                <a16:creationId xmlns:a16="http://schemas.microsoft.com/office/drawing/2014/main" id="{DE01ABD5-C477-07E4-4BC9-82991B6844DE}"/>
              </a:ext>
            </a:extLst>
          </p:cNvPr>
          <p:cNvSpPr/>
          <p:nvPr userDrawn="1"/>
        </p:nvSpPr>
        <p:spPr>
          <a:xfrm>
            <a:off x="6193899" y="0"/>
            <a:ext cx="5257800" cy="91440"/>
          </a:xfrm>
          <a:prstGeom prst="rect">
            <a:avLst/>
          </a:prstGeom>
          <a:solidFill>
            <a:srgbClr val="E89C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7" b="0" i="0">
              <a:latin typeface="Avenir Book" panose="02000503020000020003" pitchFamily="2" charset="0"/>
            </a:endParaRPr>
          </a:p>
        </p:txBody>
      </p:sp>
    </p:spTree>
    <p:extLst>
      <p:ext uri="{BB962C8B-B14F-4D97-AF65-F5344CB8AC3E}">
        <p14:creationId xmlns:p14="http://schemas.microsoft.com/office/powerpoint/2010/main" val="233269694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Cover_Fro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descr="Document Title"/>
          <p:cNvSpPr>
            <a:spLocks noGrp="1"/>
          </p:cNvSpPr>
          <p:nvPr>
            <p:ph type="ctrTitle" hasCustomPrompt="1"/>
          </p:nvPr>
        </p:nvSpPr>
        <p:spPr>
          <a:xfrm>
            <a:off x="1749999" y="2763595"/>
            <a:ext cx="7765062" cy="2387599"/>
          </a:xfrm>
        </p:spPr>
        <p:txBody>
          <a:bodyPr anchor="b">
            <a:noAutofit/>
          </a:bodyPr>
          <a:lstStyle>
            <a:lvl1pPr marL="411480" indent="-411480" algn="l">
              <a:lnSpc>
                <a:spcPct val="100000"/>
              </a:lnSpc>
              <a:spcBef>
                <a:spcPts val="600"/>
              </a:spcBef>
              <a:spcAft>
                <a:spcPts val="600"/>
              </a:spcAft>
              <a:buSzPct val="100000"/>
              <a:defRPr sz="4400" cap="none" baseline="0"/>
            </a:lvl1pPr>
          </a:lstStyle>
          <a:p>
            <a:r>
              <a:rPr lang="en-US"/>
              <a:t>Click to Edit Presentation Title</a:t>
            </a:r>
          </a:p>
        </p:txBody>
      </p:sp>
      <p:sp>
        <p:nvSpPr>
          <p:cNvPr id="3" name="Subtitle 2"/>
          <p:cNvSpPr>
            <a:spLocks noGrp="1"/>
          </p:cNvSpPr>
          <p:nvPr>
            <p:ph type="subTitle" idx="1"/>
          </p:nvPr>
        </p:nvSpPr>
        <p:spPr>
          <a:xfrm>
            <a:off x="1749999" y="5243270"/>
            <a:ext cx="7765062" cy="914400"/>
          </a:xfrm>
          <a:prstGeom prst="rect">
            <a:avLst/>
          </a:prstGeom>
        </p:spPr>
        <p:txBody>
          <a:bodyPr lIns="411480">
            <a:noAutofit/>
          </a:bodyPr>
          <a:lstStyle>
            <a:lvl1pPr marL="0" indent="0" algn="l">
              <a:lnSpc>
                <a:spcPct val="100000"/>
              </a:lnSpc>
              <a:spcBef>
                <a:spcPts val="600"/>
              </a:spcBef>
              <a:spcAft>
                <a:spcPts val="600"/>
              </a:spcAft>
              <a:buNone/>
              <a:defRPr sz="2400" b="0" i="0" cap="none" spc="34" baseline="0">
                <a:solidFill>
                  <a:schemeClr val="accent6"/>
                </a:solidFill>
                <a:latin typeface="Avenir" panose="02000503020000020003" pitchFamily="2" charset="0"/>
              </a:defRPr>
            </a:lvl1pPr>
            <a:lvl2pPr marL="264925" indent="0" algn="ctr">
              <a:buNone/>
              <a:defRPr sz="1159"/>
            </a:lvl2pPr>
            <a:lvl3pPr marL="529849" indent="0" algn="ctr">
              <a:buNone/>
              <a:defRPr sz="1043"/>
            </a:lvl3pPr>
            <a:lvl4pPr marL="794774" indent="0" algn="ctr">
              <a:buNone/>
              <a:defRPr sz="927"/>
            </a:lvl4pPr>
            <a:lvl5pPr marL="1059700" indent="0" algn="ctr">
              <a:buNone/>
              <a:defRPr sz="927"/>
            </a:lvl5pPr>
            <a:lvl6pPr marL="1324624" indent="0" algn="ctr">
              <a:buNone/>
              <a:defRPr sz="927"/>
            </a:lvl6pPr>
            <a:lvl7pPr marL="1589549" indent="0" algn="ctr">
              <a:buNone/>
              <a:defRPr sz="927"/>
            </a:lvl7pPr>
            <a:lvl8pPr marL="1854474" indent="0" algn="ctr">
              <a:buNone/>
              <a:defRPr sz="927"/>
            </a:lvl8pPr>
            <a:lvl9pPr marL="2119399" indent="0" algn="ctr">
              <a:buNone/>
              <a:defRPr sz="927"/>
            </a:lvl9pPr>
          </a:lstStyle>
          <a:p>
            <a:r>
              <a:rPr lang="en-US"/>
              <a:t>Click to edit Master subtitle style</a:t>
            </a:r>
          </a:p>
        </p:txBody>
      </p:sp>
      <p:sp>
        <p:nvSpPr>
          <p:cNvPr id="10" name="Rectangle 9">
            <a:extLst>
              <a:ext uri="{FF2B5EF4-FFF2-40B4-BE49-F238E27FC236}">
                <a16:creationId xmlns:a16="http://schemas.microsoft.com/office/drawing/2014/main" id="{2D8E201D-721F-3A98-EFE1-D88BFE634EC2}"/>
              </a:ext>
            </a:extLst>
          </p:cNvPr>
          <p:cNvSpPr/>
          <p:nvPr userDrawn="1"/>
        </p:nvSpPr>
        <p:spPr>
          <a:xfrm>
            <a:off x="6193899" y="0"/>
            <a:ext cx="5257800" cy="91440"/>
          </a:xfrm>
          <a:prstGeom prst="rect">
            <a:avLst/>
          </a:prstGeom>
          <a:solidFill>
            <a:srgbClr val="E89C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7" b="0" i="0">
              <a:latin typeface="Avenir Book" panose="02000503020000020003" pitchFamily="2" charset="0"/>
            </a:endParaRPr>
          </a:p>
        </p:txBody>
      </p:sp>
    </p:spTree>
    <p:extLst>
      <p:ext uri="{BB962C8B-B14F-4D97-AF65-F5344CB8AC3E}">
        <p14:creationId xmlns:p14="http://schemas.microsoft.com/office/powerpoint/2010/main" val="110955355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40E2E-6242-B4A1-7B63-2B6DC7B18D77}"/>
              </a:ext>
            </a:extLst>
          </p:cNvPr>
          <p:cNvSpPr>
            <a:spLocks noGrp="1"/>
          </p:cNvSpPr>
          <p:nvPr>
            <p:ph type="title" hasCustomPrompt="1"/>
          </p:nvPr>
        </p:nvSpPr>
        <p:spPr>
          <a:xfrm>
            <a:off x="1749999" y="2176012"/>
            <a:ext cx="6092143" cy="2505976"/>
          </a:xfrm>
        </p:spPr>
        <p:txBody>
          <a:bodyPr anchor="b">
            <a:noAutofit/>
          </a:bodyPr>
          <a:lstStyle>
            <a:lvl1pPr marL="411480" indent="-411480" algn="l" defTabSz="529849" rtl="0" eaLnBrk="1" latinLnBrk="0" hangingPunct="1">
              <a:lnSpc>
                <a:spcPct val="100000"/>
              </a:lnSpc>
              <a:spcBef>
                <a:spcPts val="600"/>
              </a:spcBef>
              <a:spcAft>
                <a:spcPts val="600"/>
              </a:spcAft>
              <a:buSzPct val="100000"/>
              <a:buFontTx/>
              <a:buBlip>
                <a:blip r:embed="rId3"/>
              </a:buBlip>
              <a:tabLst/>
              <a:defRPr lang="en-US" sz="4400" b="1" i="0" kern="1200" cap="none" baseline="0" dirty="0">
                <a:solidFill>
                  <a:schemeClr val="bg1"/>
                </a:solidFill>
                <a:latin typeface="Avenir Heavy" panose="02000503020000020003" pitchFamily="2" charset="0"/>
                <a:ea typeface="+mj-ea"/>
                <a:cs typeface="+mj-cs"/>
              </a:defRPr>
            </a:lvl1pPr>
          </a:lstStyle>
          <a:p>
            <a:r>
              <a:rPr lang="en-US"/>
              <a:t>Click To Edit Divider Title</a:t>
            </a:r>
          </a:p>
        </p:txBody>
      </p:sp>
    </p:spTree>
    <p:extLst>
      <p:ext uri="{BB962C8B-B14F-4D97-AF65-F5344CB8AC3E}">
        <p14:creationId xmlns:p14="http://schemas.microsoft.com/office/powerpoint/2010/main" val="171025576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Legal Notic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4426" y="447124"/>
            <a:ext cx="10727799" cy="1051687"/>
          </a:xfrm>
        </p:spPr>
        <p:txBody>
          <a:bodyPr/>
          <a:lstStyle/>
          <a:p>
            <a:r>
              <a:rPr lang="en-US"/>
              <a:t>Disclaimers &amp; Disclosures</a:t>
            </a:r>
          </a:p>
        </p:txBody>
      </p:sp>
      <p:sp>
        <p:nvSpPr>
          <p:cNvPr id="8" name="Text Placeholder 11">
            <a:extLst>
              <a:ext uri="{FF2B5EF4-FFF2-40B4-BE49-F238E27FC236}">
                <a16:creationId xmlns:a16="http://schemas.microsoft.com/office/drawing/2014/main" id="{3B33DFC0-6AB1-B992-7323-C9BB594058E6}"/>
              </a:ext>
            </a:extLst>
          </p:cNvPr>
          <p:cNvSpPr>
            <a:spLocks noGrp="1"/>
          </p:cNvSpPr>
          <p:nvPr>
            <p:ph sz="quarter" idx="12" hasCustomPrompt="1"/>
          </p:nvPr>
        </p:nvSpPr>
        <p:spPr>
          <a:xfrm>
            <a:off x="724426" y="1498811"/>
            <a:ext cx="10743148" cy="358313"/>
          </a:xfrm>
        </p:spPr>
        <p:txBody>
          <a:bodyPr tIns="0" rIns="0"/>
          <a:lstStyle>
            <a:lvl1pPr>
              <a:defRPr sz="1800" b="1">
                <a:latin typeface="+mj-lt"/>
              </a:defRPr>
            </a:lvl1pPr>
          </a:lstStyle>
          <a:p>
            <a:r>
              <a:rPr lang="en-US"/>
              <a:t>Confidentiality &amp; non-distribution</a:t>
            </a:r>
          </a:p>
        </p:txBody>
      </p:sp>
      <p:grpSp>
        <p:nvGrpSpPr>
          <p:cNvPr id="10" name="Group 9">
            <a:extLst>
              <a:ext uri="{FF2B5EF4-FFF2-40B4-BE49-F238E27FC236}">
                <a16:creationId xmlns:a16="http://schemas.microsoft.com/office/drawing/2014/main" id="{413CD60A-3B69-7AA9-DBFD-5A2E56DE6C5E}"/>
              </a:ext>
            </a:extLst>
          </p:cNvPr>
          <p:cNvGrpSpPr/>
          <p:nvPr userDrawn="1"/>
        </p:nvGrpSpPr>
        <p:grpSpPr>
          <a:xfrm>
            <a:off x="9630136" y="2135537"/>
            <a:ext cx="1988552" cy="2306408"/>
            <a:chOff x="-451327" y="4742033"/>
            <a:chExt cx="2064285" cy="2801766"/>
          </a:xfrm>
        </p:grpSpPr>
        <p:sp>
          <p:nvSpPr>
            <p:cNvPr id="11" name="object 91">
              <a:extLst>
                <a:ext uri="{FF2B5EF4-FFF2-40B4-BE49-F238E27FC236}">
                  <a16:creationId xmlns:a16="http://schemas.microsoft.com/office/drawing/2014/main" id="{BC5D6472-52EB-701D-E314-107C31B51FAB}"/>
                </a:ext>
              </a:extLst>
            </p:cNvPr>
            <p:cNvSpPr/>
            <p:nvPr/>
          </p:nvSpPr>
          <p:spPr>
            <a:xfrm>
              <a:off x="-434528" y="4742033"/>
              <a:ext cx="1893665" cy="55538"/>
            </a:xfrm>
            <a:custGeom>
              <a:avLst/>
              <a:gdLst/>
              <a:ahLst/>
              <a:cxnLst/>
              <a:rect l="l" t="t" r="r" b="b"/>
              <a:pathLst>
                <a:path w="1023619">
                  <a:moveTo>
                    <a:pt x="0" y="0"/>
                  </a:moveTo>
                  <a:lnTo>
                    <a:pt x="1023619" y="0"/>
                  </a:lnTo>
                </a:path>
              </a:pathLst>
            </a:custGeom>
            <a:ln w="6350">
              <a:solidFill>
                <a:schemeClr val="accent1"/>
              </a:solidFill>
            </a:ln>
          </p:spPr>
          <p:txBody>
            <a:bodyPr wrap="square" lIns="0" tIns="0" rIns="0" bIns="0" rtlCol="0"/>
            <a:lstStyle/>
            <a:p>
              <a:endParaRPr sz="1227">
                <a:solidFill>
                  <a:schemeClr val="bg2"/>
                </a:solidFill>
                <a:latin typeface="Avenir Book" panose="02000503020000020003" pitchFamily="2" charset="0"/>
              </a:endParaRPr>
            </a:p>
          </p:txBody>
        </p:sp>
        <p:sp>
          <p:nvSpPr>
            <p:cNvPr id="12" name="Text Placeholder 13" descr="FIGURE">
              <a:extLst>
                <a:ext uri="{FF2B5EF4-FFF2-40B4-BE49-F238E27FC236}">
                  <a16:creationId xmlns:a16="http://schemas.microsoft.com/office/drawing/2014/main" id="{0CB2A227-10CF-DAE3-A995-9233184E76BA}"/>
                </a:ext>
              </a:extLst>
            </p:cNvPr>
            <p:cNvSpPr txBox="1">
              <a:spLocks/>
            </p:cNvSpPr>
            <p:nvPr/>
          </p:nvSpPr>
          <p:spPr>
            <a:xfrm>
              <a:off x="-451327" y="4899196"/>
              <a:ext cx="2064285" cy="2644603"/>
            </a:xfrm>
            <a:prstGeom prst="rect">
              <a:avLst/>
            </a:prstGeom>
          </p:spPr>
          <p:txBody>
            <a:bodyPr vert="horz" wrap="square" lIns="0" tIns="0" rIns="0" bIns="0" rtlCol="0">
              <a:noAutofit/>
            </a:bodyPr>
            <a:lstStyle>
              <a:lvl1pPr marL="0" indent="0" algn="r" defTabSz="777240" rtl="0" eaLnBrk="1" latinLnBrk="0" hangingPunct="1">
                <a:lnSpc>
                  <a:spcPts val="1080"/>
                </a:lnSpc>
                <a:spcBef>
                  <a:spcPts val="0"/>
                </a:spcBef>
                <a:spcAft>
                  <a:spcPts val="0"/>
                </a:spcAft>
                <a:buClr>
                  <a:schemeClr val="accent2"/>
                </a:buClr>
                <a:buFont typeface="Arial" panose="020B0604020202020204" pitchFamily="34" charset="0"/>
                <a:buNone/>
                <a:defRPr lang="en-US" sz="900" b="1" i="0" kern="1200" spc="0" baseline="0" dirty="0">
                  <a:solidFill>
                    <a:schemeClr val="accent3"/>
                  </a:solidFill>
                  <a:latin typeface="Avenir Black" panose="02000503020000020003" pitchFamily="2" charset="0"/>
                  <a:ea typeface="+mn-ea"/>
                  <a:cs typeface="Arial"/>
                </a:defRPr>
              </a:lvl1pPr>
              <a:lvl2pPr marL="320040" indent="-320040" algn="l" defTabSz="777240" rtl="0" eaLnBrk="1" latinLnBrk="0" hangingPunct="1">
                <a:lnSpc>
                  <a:spcPts val="2700"/>
                </a:lnSpc>
                <a:spcBef>
                  <a:spcPts val="600"/>
                </a:spcBef>
                <a:spcAft>
                  <a:spcPts val="600"/>
                </a:spcAft>
                <a:buClr>
                  <a:schemeClr val="accent2"/>
                </a:buClr>
                <a:buFont typeface="Arial" panose="020B0604020202020204" pitchFamily="34" charset="0"/>
                <a:buChar char="•"/>
                <a:defRPr sz="1900" b="0" i="0" kern="1200">
                  <a:solidFill>
                    <a:schemeClr val="accent4">
                      <a:lumMod val="50000"/>
                    </a:schemeClr>
                  </a:solidFill>
                  <a:latin typeface="Avenir Book" panose="02000503020000020003" pitchFamily="2" charset="0"/>
                  <a:ea typeface="+mn-ea"/>
                  <a:cs typeface="+mn-cs"/>
                </a:defRPr>
              </a:lvl2pPr>
              <a:lvl3pPr marL="685800" indent="-320040" algn="l" defTabSz="777240" rtl="0" eaLnBrk="1" latinLnBrk="0" hangingPunct="1">
                <a:lnSpc>
                  <a:spcPts val="2700"/>
                </a:lnSpc>
                <a:spcBef>
                  <a:spcPts val="600"/>
                </a:spcBef>
                <a:spcAft>
                  <a:spcPts val="600"/>
                </a:spcAft>
                <a:buClr>
                  <a:schemeClr val="accent2"/>
                </a:buClr>
                <a:buFont typeface="System Font Regular"/>
                <a:buChar char="–"/>
                <a:defRPr sz="1700" b="0" i="0" kern="1200">
                  <a:solidFill>
                    <a:schemeClr val="accent4"/>
                  </a:solidFill>
                  <a:latin typeface="Avenir Book" panose="02000503020000020003" pitchFamily="2" charset="0"/>
                  <a:ea typeface="+mn-ea"/>
                  <a:cs typeface="+mn-cs"/>
                </a:defRPr>
              </a:lvl3pPr>
              <a:lvl4pPr marL="1097280" indent="-320040" algn="l" defTabSz="777240" rtl="0" eaLnBrk="1" latinLnBrk="0" hangingPunct="1">
                <a:lnSpc>
                  <a:spcPts val="2700"/>
                </a:lnSpc>
                <a:spcBef>
                  <a:spcPts val="600"/>
                </a:spcBef>
                <a:spcAft>
                  <a:spcPts val="600"/>
                </a:spcAft>
                <a:buClr>
                  <a:schemeClr val="accent5"/>
                </a:buClr>
                <a:buSzPct val="90000"/>
                <a:buFont typeface="Arial" panose="020B0604020202020204" pitchFamily="34" charset="0"/>
                <a:buChar char="•"/>
                <a:defRPr sz="1530" b="0" i="0" kern="1200">
                  <a:solidFill>
                    <a:schemeClr val="accent5"/>
                  </a:solidFill>
                  <a:latin typeface="Avenir Book" panose="02000503020000020003" pitchFamily="2" charset="0"/>
                  <a:ea typeface="+mn-ea"/>
                  <a:cs typeface="+mn-cs"/>
                </a:defRPr>
              </a:lvl4pPr>
              <a:lvl5pPr marL="1417320" indent="-320040" algn="l" defTabSz="777240" rtl="0" eaLnBrk="1" latinLnBrk="0" hangingPunct="1">
                <a:lnSpc>
                  <a:spcPts val="2700"/>
                </a:lnSpc>
                <a:spcBef>
                  <a:spcPts val="600"/>
                </a:spcBef>
                <a:spcAft>
                  <a:spcPts val="600"/>
                </a:spcAft>
                <a:buSzPct val="90000"/>
                <a:buFont typeface="System Font Regular"/>
                <a:buChar char="–"/>
                <a:defRPr sz="1530" b="0" i="0" kern="1200">
                  <a:solidFill>
                    <a:schemeClr val="accent5"/>
                  </a:solidFill>
                  <a:latin typeface="Avenir Book" panose="02000503020000020003" pitchFamily="2" charset="0"/>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a:lstStyle>
            <a:p>
              <a:pPr algn="l">
                <a:lnSpc>
                  <a:spcPts val="2045"/>
                </a:lnSpc>
              </a:pPr>
              <a:r>
                <a:rPr lang="en-US" sz="1200" b="0" spc="-34">
                  <a:solidFill>
                    <a:schemeClr val="accent1"/>
                  </a:solidFill>
                  <a:latin typeface="Avenir Heavy" panose="02000503020000020003" pitchFamily="2" charset="0"/>
                </a:rPr>
                <a:t>Receipt and review of </a:t>
              </a:r>
              <a:br>
                <a:rPr lang="en-US" sz="1200" b="0" spc="-34">
                  <a:solidFill>
                    <a:schemeClr val="accent1"/>
                  </a:solidFill>
                  <a:latin typeface="Avenir Heavy" panose="02000503020000020003" pitchFamily="2" charset="0"/>
                </a:rPr>
              </a:br>
              <a:r>
                <a:rPr lang="en-US" sz="1200" b="0" spc="-34">
                  <a:solidFill>
                    <a:schemeClr val="accent1"/>
                  </a:solidFill>
                  <a:latin typeface="Avenir Heavy" panose="02000503020000020003" pitchFamily="2" charset="0"/>
                </a:rPr>
                <a:t>these materials constitutes acceptance of the terms </a:t>
              </a:r>
              <a:br>
                <a:rPr lang="en-US" sz="1200" b="0" spc="-34">
                  <a:solidFill>
                    <a:schemeClr val="accent1"/>
                  </a:solidFill>
                  <a:latin typeface="Avenir Heavy" panose="02000503020000020003" pitchFamily="2" charset="0"/>
                </a:rPr>
              </a:br>
              <a:r>
                <a:rPr lang="en-US" sz="1200" b="0" spc="-34">
                  <a:solidFill>
                    <a:schemeClr val="accent1"/>
                  </a:solidFill>
                  <a:latin typeface="Avenir Heavy" panose="02000503020000020003" pitchFamily="2" charset="0"/>
                </a:rPr>
                <a:t>and conditions of the Confidentiality Agreement. </a:t>
              </a:r>
            </a:p>
          </p:txBody>
        </p:sp>
      </p:grpSp>
      <p:pic>
        <p:nvPicPr>
          <p:cNvPr id="13" name="Picture 12">
            <a:extLst>
              <a:ext uri="{FF2B5EF4-FFF2-40B4-BE49-F238E27FC236}">
                <a16:creationId xmlns:a16="http://schemas.microsoft.com/office/drawing/2014/main" id="{5A7541D3-EC8D-08CA-D8CC-7A1E51C30D89}"/>
              </a:ext>
            </a:extLst>
          </p:cNvPr>
          <p:cNvPicPr>
            <a:picLocks noChangeAspect="1"/>
          </p:cNvPicPr>
          <p:nvPr userDrawn="1"/>
        </p:nvPicPr>
        <p:blipFill>
          <a:blip r:embed="rId2"/>
          <a:stretch>
            <a:fillRect/>
          </a:stretch>
        </p:blipFill>
        <p:spPr>
          <a:xfrm>
            <a:off x="698339" y="2036180"/>
            <a:ext cx="8623300" cy="4267200"/>
          </a:xfrm>
          <a:prstGeom prst="rect">
            <a:avLst/>
          </a:prstGeom>
        </p:spPr>
      </p:pic>
    </p:spTree>
    <p:extLst>
      <p:ext uri="{BB962C8B-B14F-4D97-AF65-F5344CB8AC3E}">
        <p14:creationId xmlns:p14="http://schemas.microsoft.com/office/powerpoint/2010/main" val="69858109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B02B953E-664F-D780-3967-9D0548A5D28F}"/>
              </a:ext>
            </a:extLst>
          </p:cNvPr>
          <p:cNvSpPr>
            <a:spLocks noGrp="1"/>
          </p:cNvSpPr>
          <p:nvPr>
            <p:ph type="title" hasCustomPrompt="1"/>
          </p:nvPr>
        </p:nvSpPr>
        <p:spPr>
          <a:xfrm>
            <a:off x="724427" y="447124"/>
            <a:ext cx="10734084" cy="1051687"/>
          </a:xfrm>
        </p:spPr>
        <p:txBody>
          <a:bodyPr/>
          <a:lstStyle/>
          <a:p>
            <a:r>
              <a:rPr lang="en-US"/>
              <a:t>Click to Edit Title</a:t>
            </a:r>
          </a:p>
        </p:txBody>
      </p:sp>
      <p:sp>
        <p:nvSpPr>
          <p:cNvPr id="3" name="Text Placeholder 2">
            <a:extLst>
              <a:ext uri="{FF2B5EF4-FFF2-40B4-BE49-F238E27FC236}">
                <a16:creationId xmlns:a16="http://schemas.microsoft.com/office/drawing/2014/main" id="{0C6B0A88-8773-FAB4-D19A-8D4B6BAFE221}"/>
              </a:ext>
            </a:extLst>
          </p:cNvPr>
          <p:cNvSpPr>
            <a:spLocks noGrp="1"/>
          </p:cNvSpPr>
          <p:nvPr>
            <p:ph type="body" sz="quarter" idx="14" hasCustomPrompt="1"/>
          </p:nvPr>
        </p:nvSpPr>
        <p:spPr>
          <a:xfrm>
            <a:off x="8097079" y="4435919"/>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5" name="Text Placeholder 2">
            <a:extLst>
              <a:ext uri="{FF2B5EF4-FFF2-40B4-BE49-F238E27FC236}">
                <a16:creationId xmlns:a16="http://schemas.microsoft.com/office/drawing/2014/main" id="{65CBA3EC-8ACD-68A3-2E6E-2B896E781D78}"/>
              </a:ext>
            </a:extLst>
          </p:cNvPr>
          <p:cNvSpPr>
            <a:spLocks noGrp="1"/>
          </p:cNvSpPr>
          <p:nvPr>
            <p:ph type="body" sz="quarter" idx="15" hasCustomPrompt="1"/>
          </p:nvPr>
        </p:nvSpPr>
        <p:spPr>
          <a:xfrm>
            <a:off x="8097079" y="3909347"/>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6" name="Text Placeholder 2">
            <a:extLst>
              <a:ext uri="{FF2B5EF4-FFF2-40B4-BE49-F238E27FC236}">
                <a16:creationId xmlns:a16="http://schemas.microsoft.com/office/drawing/2014/main" id="{FAF0F53F-889A-721B-B1C9-CA59E61375E5}"/>
              </a:ext>
            </a:extLst>
          </p:cNvPr>
          <p:cNvSpPr>
            <a:spLocks noGrp="1"/>
          </p:cNvSpPr>
          <p:nvPr>
            <p:ph type="body" sz="quarter" idx="16" hasCustomPrompt="1"/>
          </p:nvPr>
        </p:nvSpPr>
        <p:spPr>
          <a:xfrm>
            <a:off x="8097079" y="3382775"/>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7" name="Text Placeholder 2">
            <a:extLst>
              <a:ext uri="{FF2B5EF4-FFF2-40B4-BE49-F238E27FC236}">
                <a16:creationId xmlns:a16="http://schemas.microsoft.com/office/drawing/2014/main" id="{3A54923A-D9AD-5C05-E439-508237F91EB1}"/>
              </a:ext>
            </a:extLst>
          </p:cNvPr>
          <p:cNvSpPr>
            <a:spLocks noGrp="1"/>
          </p:cNvSpPr>
          <p:nvPr>
            <p:ph type="body" sz="quarter" idx="12" hasCustomPrompt="1"/>
          </p:nvPr>
        </p:nvSpPr>
        <p:spPr>
          <a:xfrm>
            <a:off x="8097079" y="2856203"/>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8" name="Text Placeholder 2">
            <a:extLst>
              <a:ext uri="{FF2B5EF4-FFF2-40B4-BE49-F238E27FC236}">
                <a16:creationId xmlns:a16="http://schemas.microsoft.com/office/drawing/2014/main" id="{E807E96C-7A2A-7702-5836-6082D73EC049}"/>
              </a:ext>
            </a:extLst>
          </p:cNvPr>
          <p:cNvSpPr>
            <a:spLocks noGrp="1"/>
          </p:cNvSpPr>
          <p:nvPr>
            <p:ph type="body" sz="quarter" idx="13" hasCustomPrompt="1"/>
          </p:nvPr>
        </p:nvSpPr>
        <p:spPr>
          <a:xfrm>
            <a:off x="8097079" y="2329631"/>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9" name="Text Placeholder 2">
            <a:extLst>
              <a:ext uri="{FF2B5EF4-FFF2-40B4-BE49-F238E27FC236}">
                <a16:creationId xmlns:a16="http://schemas.microsoft.com/office/drawing/2014/main" id="{7B192EA8-6B13-B0BC-9DBE-47014B681563}"/>
              </a:ext>
            </a:extLst>
          </p:cNvPr>
          <p:cNvSpPr>
            <a:spLocks noGrp="1"/>
          </p:cNvSpPr>
          <p:nvPr>
            <p:ph type="body" sz="quarter" idx="11" hasCustomPrompt="1"/>
          </p:nvPr>
        </p:nvSpPr>
        <p:spPr>
          <a:xfrm>
            <a:off x="8097079" y="1803059"/>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12" name="Text Placeholder 2">
            <a:extLst>
              <a:ext uri="{FF2B5EF4-FFF2-40B4-BE49-F238E27FC236}">
                <a16:creationId xmlns:a16="http://schemas.microsoft.com/office/drawing/2014/main" id="{6AE7FAA7-F3F9-6232-8A5F-2EB6EFB69B03}"/>
              </a:ext>
            </a:extLst>
          </p:cNvPr>
          <p:cNvSpPr>
            <a:spLocks noGrp="1"/>
          </p:cNvSpPr>
          <p:nvPr>
            <p:ph type="body" sz="quarter" idx="18" hasCustomPrompt="1"/>
          </p:nvPr>
        </p:nvSpPr>
        <p:spPr>
          <a:xfrm>
            <a:off x="8097079" y="5489063"/>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13" name="Text Placeholder 2">
            <a:extLst>
              <a:ext uri="{FF2B5EF4-FFF2-40B4-BE49-F238E27FC236}">
                <a16:creationId xmlns:a16="http://schemas.microsoft.com/office/drawing/2014/main" id="{8728288B-DD1D-52F9-9C96-A048F7EC3ACD}"/>
              </a:ext>
            </a:extLst>
          </p:cNvPr>
          <p:cNvSpPr>
            <a:spLocks noGrp="1"/>
          </p:cNvSpPr>
          <p:nvPr>
            <p:ph type="body" sz="quarter" idx="19" hasCustomPrompt="1"/>
          </p:nvPr>
        </p:nvSpPr>
        <p:spPr>
          <a:xfrm>
            <a:off x="8097079" y="4962491"/>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28" name="Content Placeholder 23">
            <a:extLst>
              <a:ext uri="{FF2B5EF4-FFF2-40B4-BE49-F238E27FC236}">
                <a16:creationId xmlns:a16="http://schemas.microsoft.com/office/drawing/2014/main" id="{5566A3BF-E125-8653-D6A2-6E0FAB447F6D}"/>
              </a:ext>
            </a:extLst>
          </p:cNvPr>
          <p:cNvSpPr>
            <a:spLocks noGrp="1"/>
          </p:cNvSpPr>
          <p:nvPr>
            <p:ph sz="quarter" idx="24" hasCustomPrompt="1"/>
          </p:nvPr>
        </p:nvSpPr>
        <p:spPr>
          <a:xfrm>
            <a:off x="4478216" y="1226675"/>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4" name="Content Placeholder 23">
            <a:extLst>
              <a:ext uri="{FF2B5EF4-FFF2-40B4-BE49-F238E27FC236}">
                <a16:creationId xmlns:a16="http://schemas.microsoft.com/office/drawing/2014/main" id="{08250C8B-9AFE-1092-FA23-0BC051AE8E21}"/>
              </a:ext>
            </a:extLst>
          </p:cNvPr>
          <p:cNvSpPr>
            <a:spLocks noGrp="1"/>
          </p:cNvSpPr>
          <p:nvPr>
            <p:ph sz="quarter" idx="25" hasCustomPrompt="1"/>
          </p:nvPr>
        </p:nvSpPr>
        <p:spPr>
          <a:xfrm>
            <a:off x="4478216" y="1753617"/>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5" name="Content Placeholder 23">
            <a:extLst>
              <a:ext uri="{FF2B5EF4-FFF2-40B4-BE49-F238E27FC236}">
                <a16:creationId xmlns:a16="http://schemas.microsoft.com/office/drawing/2014/main" id="{1A07EF63-2088-9EA0-EC20-98EE11B0CFED}"/>
              </a:ext>
            </a:extLst>
          </p:cNvPr>
          <p:cNvSpPr>
            <a:spLocks noGrp="1"/>
          </p:cNvSpPr>
          <p:nvPr>
            <p:ph sz="quarter" idx="26" hasCustomPrompt="1"/>
          </p:nvPr>
        </p:nvSpPr>
        <p:spPr>
          <a:xfrm>
            <a:off x="4478216" y="2280559"/>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6" name="Content Placeholder 23">
            <a:extLst>
              <a:ext uri="{FF2B5EF4-FFF2-40B4-BE49-F238E27FC236}">
                <a16:creationId xmlns:a16="http://schemas.microsoft.com/office/drawing/2014/main" id="{AF0DA902-6068-5700-F6EE-56565C11B296}"/>
              </a:ext>
            </a:extLst>
          </p:cNvPr>
          <p:cNvSpPr>
            <a:spLocks noGrp="1"/>
          </p:cNvSpPr>
          <p:nvPr>
            <p:ph sz="quarter" idx="27" hasCustomPrompt="1"/>
          </p:nvPr>
        </p:nvSpPr>
        <p:spPr>
          <a:xfrm>
            <a:off x="4478216" y="2807501"/>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7" name="Content Placeholder 23">
            <a:extLst>
              <a:ext uri="{FF2B5EF4-FFF2-40B4-BE49-F238E27FC236}">
                <a16:creationId xmlns:a16="http://schemas.microsoft.com/office/drawing/2014/main" id="{25E03AE6-16F6-41CA-0E00-924F69DF4912}"/>
              </a:ext>
            </a:extLst>
          </p:cNvPr>
          <p:cNvSpPr>
            <a:spLocks noGrp="1"/>
          </p:cNvSpPr>
          <p:nvPr>
            <p:ph sz="quarter" idx="28" hasCustomPrompt="1"/>
          </p:nvPr>
        </p:nvSpPr>
        <p:spPr>
          <a:xfrm>
            <a:off x="4478216" y="3334443"/>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8" name="Content Placeholder 23">
            <a:extLst>
              <a:ext uri="{FF2B5EF4-FFF2-40B4-BE49-F238E27FC236}">
                <a16:creationId xmlns:a16="http://schemas.microsoft.com/office/drawing/2014/main" id="{E72DCAC9-8695-0F0F-0D5B-3F8B3EE820E7}"/>
              </a:ext>
            </a:extLst>
          </p:cNvPr>
          <p:cNvSpPr>
            <a:spLocks noGrp="1"/>
          </p:cNvSpPr>
          <p:nvPr>
            <p:ph sz="quarter" idx="29" hasCustomPrompt="1"/>
          </p:nvPr>
        </p:nvSpPr>
        <p:spPr>
          <a:xfrm>
            <a:off x="4478216" y="3861385"/>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9" name="Content Placeholder 23">
            <a:extLst>
              <a:ext uri="{FF2B5EF4-FFF2-40B4-BE49-F238E27FC236}">
                <a16:creationId xmlns:a16="http://schemas.microsoft.com/office/drawing/2014/main" id="{CD4018D4-B3F4-77F3-C060-FFB77DE5F9AB}"/>
              </a:ext>
            </a:extLst>
          </p:cNvPr>
          <p:cNvSpPr>
            <a:spLocks noGrp="1"/>
          </p:cNvSpPr>
          <p:nvPr>
            <p:ph sz="quarter" idx="30" hasCustomPrompt="1"/>
          </p:nvPr>
        </p:nvSpPr>
        <p:spPr>
          <a:xfrm>
            <a:off x="4478216" y="4388327"/>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40" name="Content Placeholder 23">
            <a:extLst>
              <a:ext uri="{FF2B5EF4-FFF2-40B4-BE49-F238E27FC236}">
                <a16:creationId xmlns:a16="http://schemas.microsoft.com/office/drawing/2014/main" id="{5129D140-6B35-93B9-ECFD-9DD38DF9C9EE}"/>
              </a:ext>
            </a:extLst>
          </p:cNvPr>
          <p:cNvSpPr>
            <a:spLocks noGrp="1"/>
          </p:cNvSpPr>
          <p:nvPr>
            <p:ph sz="quarter" idx="31" hasCustomPrompt="1"/>
          </p:nvPr>
        </p:nvSpPr>
        <p:spPr>
          <a:xfrm>
            <a:off x="4478216" y="4915269"/>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41" name="Content Placeholder 23">
            <a:extLst>
              <a:ext uri="{FF2B5EF4-FFF2-40B4-BE49-F238E27FC236}">
                <a16:creationId xmlns:a16="http://schemas.microsoft.com/office/drawing/2014/main" id="{D484B4F0-E152-286D-3449-ED986EF2A5C3}"/>
              </a:ext>
            </a:extLst>
          </p:cNvPr>
          <p:cNvSpPr>
            <a:spLocks noGrp="1"/>
          </p:cNvSpPr>
          <p:nvPr>
            <p:ph sz="quarter" idx="32" hasCustomPrompt="1"/>
          </p:nvPr>
        </p:nvSpPr>
        <p:spPr>
          <a:xfrm>
            <a:off x="4478216" y="5442214"/>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10" name="Text Placeholder 2">
            <a:extLst>
              <a:ext uri="{FF2B5EF4-FFF2-40B4-BE49-F238E27FC236}">
                <a16:creationId xmlns:a16="http://schemas.microsoft.com/office/drawing/2014/main" id="{79EB0B7C-0884-C0EA-892D-5C6FE679FCA0}"/>
              </a:ext>
            </a:extLst>
          </p:cNvPr>
          <p:cNvSpPr>
            <a:spLocks noGrp="1"/>
          </p:cNvSpPr>
          <p:nvPr>
            <p:ph type="body" sz="quarter" idx="10" hasCustomPrompt="1"/>
          </p:nvPr>
        </p:nvSpPr>
        <p:spPr>
          <a:xfrm>
            <a:off x="8097079" y="1276487"/>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Tree>
    <p:extLst>
      <p:ext uri="{BB962C8B-B14F-4D97-AF65-F5344CB8AC3E}">
        <p14:creationId xmlns:p14="http://schemas.microsoft.com/office/powerpoint/2010/main" val="338266696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B02B953E-664F-D780-3967-9D0548A5D28F}"/>
              </a:ext>
            </a:extLst>
          </p:cNvPr>
          <p:cNvSpPr>
            <a:spLocks noGrp="1"/>
          </p:cNvSpPr>
          <p:nvPr>
            <p:ph type="title" hasCustomPrompt="1"/>
          </p:nvPr>
        </p:nvSpPr>
        <p:spPr>
          <a:xfrm>
            <a:off x="724427" y="447124"/>
            <a:ext cx="3883907" cy="1051687"/>
          </a:xfrm>
        </p:spPr>
        <p:txBody>
          <a:bodyPr/>
          <a:lstStyle/>
          <a:p>
            <a:r>
              <a:rPr lang="en-US"/>
              <a:t>Click to Edit Title</a:t>
            </a:r>
          </a:p>
        </p:txBody>
      </p:sp>
      <p:sp>
        <p:nvSpPr>
          <p:cNvPr id="3" name="Text Placeholder 2">
            <a:extLst>
              <a:ext uri="{FF2B5EF4-FFF2-40B4-BE49-F238E27FC236}">
                <a16:creationId xmlns:a16="http://schemas.microsoft.com/office/drawing/2014/main" id="{0C6B0A88-8773-FAB4-D19A-8D4B6BAFE221}"/>
              </a:ext>
            </a:extLst>
          </p:cNvPr>
          <p:cNvSpPr>
            <a:spLocks noGrp="1"/>
          </p:cNvSpPr>
          <p:nvPr>
            <p:ph type="body" sz="quarter" idx="14" hasCustomPrompt="1"/>
          </p:nvPr>
        </p:nvSpPr>
        <p:spPr>
          <a:xfrm>
            <a:off x="6608247" y="3580739"/>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5" name="Text Placeholder 2">
            <a:extLst>
              <a:ext uri="{FF2B5EF4-FFF2-40B4-BE49-F238E27FC236}">
                <a16:creationId xmlns:a16="http://schemas.microsoft.com/office/drawing/2014/main" id="{65CBA3EC-8ACD-68A3-2E6E-2B896E781D78}"/>
              </a:ext>
            </a:extLst>
          </p:cNvPr>
          <p:cNvSpPr>
            <a:spLocks noGrp="1"/>
          </p:cNvSpPr>
          <p:nvPr>
            <p:ph type="body" sz="quarter" idx="15" hasCustomPrompt="1"/>
          </p:nvPr>
        </p:nvSpPr>
        <p:spPr>
          <a:xfrm>
            <a:off x="6608247" y="3054046"/>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6" name="Text Placeholder 2">
            <a:extLst>
              <a:ext uri="{FF2B5EF4-FFF2-40B4-BE49-F238E27FC236}">
                <a16:creationId xmlns:a16="http://schemas.microsoft.com/office/drawing/2014/main" id="{FAF0F53F-889A-721B-B1C9-CA59E61375E5}"/>
              </a:ext>
            </a:extLst>
          </p:cNvPr>
          <p:cNvSpPr>
            <a:spLocks noGrp="1"/>
          </p:cNvSpPr>
          <p:nvPr>
            <p:ph type="body" sz="quarter" idx="16" hasCustomPrompt="1"/>
          </p:nvPr>
        </p:nvSpPr>
        <p:spPr>
          <a:xfrm>
            <a:off x="6608247" y="2527353"/>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7" name="Text Placeholder 2">
            <a:extLst>
              <a:ext uri="{FF2B5EF4-FFF2-40B4-BE49-F238E27FC236}">
                <a16:creationId xmlns:a16="http://schemas.microsoft.com/office/drawing/2014/main" id="{3A54923A-D9AD-5C05-E439-508237F91EB1}"/>
              </a:ext>
            </a:extLst>
          </p:cNvPr>
          <p:cNvSpPr>
            <a:spLocks noGrp="1"/>
          </p:cNvSpPr>
          <p:nvPr>
            <p:ph type="body" sz="quarter" idx="12" hasCustomPrompt="1"/>
          </p:nvPr>
        </p:nvSpPr>
        <p:spPr>
          <a:xfrm>
            <a:off x="6608247" y="2000660"/>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8" name="Text Placeholder 2">
            <a:extLst>
              <a:ext uri="{FF2B5EF4-FFF2-40B4-BE49-F238E27FC236}">
                <a16:creationId xmlns:a16="http://schemas.microsoft.com/office/drawing/2014/main" id="{E807E96C-7A2A-7702-5836-6082D73EC049}"/>
              </a:ext>
            </a:extLst>
          </p:cNvPr>
          <p:cNvSpPr>
            <a:spLocks noGrp="1"/>
          </p:cNvSpPr>
          <p:nvPr>
            <p:ph type="body" sz="quarter" idx="13" hasCustomPrompt="1"/>
          </p:nvPr>
        </p:nvSpPr>
        <p:spPr>
          <a:xfrm>
            <a:off x="6608247" y="1473967"/>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9" name="Text Placeholder 2">
            <a:extLst>
              <a:ext uri="{FF2B5EF4-FFF2-40B4-BE49-F238E27FC236}">
                <a16:creationId xmlns:a16="http://schemas.microsoft.com/office/drawing/2014/main" id="{7B192EA8-6B13-B0BC-9DBE-47014B681563}"/>
              </a:ext>
            </a:extLst>
          </p:cNvPr>
          <p:cNvSpPr>
            <a:spLocks noGrp="1"/>
          </p:cNvSpPr>
          <p:nvPr>
            <p:ph type="body" sz="quarter" idx="11" hasCustomPrompt="1"/>
          </p:nvPr>
        </p:nvSpPr>
        <p:spPr>
          <a:xfrm>
            <a:off x="6608247" y="947274"/>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12" name="Text Placeholder 2">
            <a:extLst>
              <a:ext uri="{FF2B5EF4-FFF2-40B4-BE49-F238E27FC236}">
                <a16:creationId xmlns:a16="http://schemas.microsoft.com/office/drawing/2014/main" id="{6AE7FAA7-F3F9-6232-8A5F-2EB6EFB69B03}"/>
              </a:ext>
            </a:extLst>
          </p:cNvPr>
          <p:cNvSpPr>
            <a:spLocks noGrp="1"/>
          </p:cNvSpPr>
          <p:nvPr>
            <p:ph type="body" sz="quarter" idx="18" hasCustomPrompt="1"/>
          </p:nvPr>
        </p:nvSpPr>
        <p:spPr>
          <a:xfrm>
            <a:off x="6608247" y="4634125"/>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13" name="Text Placeholder 2">
            <a:extLst>
              <a:ext uri="{FF2B5EF4-FFF2-40B4-BE49-F238E27FC236}">
                <a16:creationId xmlns:a16="http://schemas.microsoft.com/office/drawing/2014/main" id="{8728288B-DD1D-52F9-9C96-A048F7EC3ACD}"/>
              </a:ext>
            </a:extLst>
          </p:cNvPr>
          <p:cNvSpPr>
            <a:spLocks noGrp="1"/>
          </p:cNvSpPr>
          <p:nvPr>
            <p:ph type="body" sz="quarter" idx="19" hasCustomPrompt="1"/>
          </p:nvPr>
        </p:nvSpPr>
        <p:spPr>
          <a:xfrm>
            <a:off x="6608247" y="4107432"/>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34" name="Content Placeholder 23">
            <a:extLst>
              <a:ext uri="{FF2B5EF4-FFF2-40B4-BE49-F238E27FC236}">
                <a16:creationId xmlns:a16="http://schemas.microsoft.com/office/drawing/2014/main" id="{08250C8B-9AFE-1092-FA23-0BC051AE8E21}"/>
              </a:ext>
            </a:extLst>
          </p:cNvPr>
          <p:cNvSpPr>
            <a:spLocks noGrp="1"/>
          </p:cNvSpPr>
          <p:nvPr>
            <p:ph sz="quarter" idx="25" hasCustomPrompt="1"/>
          </p:nvPr>
        </p:nvSpPr>
        <p:spPr>
          <a:xfrm>
            <a:off x="4874396" y="886109"/>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35" name="Content Placeholder 23">
            <a:extLst>
              <a:ext uri="{FF2B5EF4-FFF2-40B4-BE49-F238E27FC236}">
                <a16:creationId xmlns:a16="http://schemas.microsoft.com/office/drawing/2014/main" id="{1A07EF63-2088-9EA0-EC20-98EE11B0CFED}"/>
              </a:ext>
            </a:extLst>
          </p:cNvPr>
          <p:cNvSpPr>
            <a:spLocks noGrp="1"/>
          </p:cNvSpPr>
          <p:nvPr>
            <p:ph sz="quarter" idx="26" hasCustomPrompt="1"/>
          </p:nvPr>
        </p:nvSpPr>
        <p:spPr>
          <a:xfrm>
            <a:off x="4874396" y="1413126"/>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36" name="Content Placeholder 23">
            <a:extLst>
              <a:ext uri="{FF2B5EF4-FFF2-40B4-BE49-F238E27FC236}">
                <a16:creationId xmlns:a16="http://schemas.microsoft.com/office/drawing/2014/main" id="{AF0DA902-6068-5700-F6EE-56565C11B296}"/>
              </a:ext>
            </a:extLst>
          </p:cNvPr>
          <p:cNvSpPr>
            <a:spLocks noGrp="1"/>
          </p:cNvSpPr>
          <p:nvPr>
            <p:ph sz="quarter" idx="27" hasCustomPrompt="1"/>
          </p:nvPr>
        </p:nvSpPr>
        <p:spPr>
          <a:xfrm>
            <a:off x="4874396" y="1940143"/>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37" name="Content Placeholder 23">
            <a:extLst>
              <a:ext uri="{FF2B5EF4-FFF2-40B4-BE49-F238E27FC236}">
                <a16:creationId xmlns:a16="http://schemas.microsoft.com/office/drawing/2014/main" id="{25E03AE6-16F6-41CA-0E00-924F69DF4912}"/>
              </a:ext>
            </a:extLst>
          </p:cNvPr>
          <p:cNvSpPr>
            <a:spLocks noGrp="1"/>
          </p:cNvSpPr>
          <p:nvPr>
            <p:ph sz="quarter" idx="28" hasCustomPrompt="1"/>
          </p:nvPr>
        </p:nvSpPr>
        <p:spPr>
          <a:xfrm>
            <a:off x="4874396" y="2467160"/>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38" name="Content Placeholder 23">
            <a:extLst>
              <a:ext uri="{FF2B5EF4-FFF2-40B4-BE49-F238E27FC236}">
                <a16:creationId xmlns:a16="http://schemas.microsoft.com/office/drawing/2014/main" id="{E72DCAC9-8695-0F0F-0D5B-3F8B3EE820E7}"/>
              </a:ext>
            </a:extLst>
          </p:cNvPr>
          <p:cNvSpPr>
            <a:spLocks noGrp="1"/>
          </p:cNvSpPr>
          <p:nvPr>
            <p:ph sz="quarter" idx="29" hasCustomPrompt="1"/>
          </p:nvPr>
        </p:nvSpPr>
        <p:spPr>
          <a:xfrm>
            <a:off x="4874396" y="2994177"/>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39" name="Content Placeholder 23">
            <a:extLst>
              <a:ext uri="{FF2B5EF4-FFF2-40B4-BE49-F238E27FC236}">
                <a16:creationId xmlns:a16="http://schemas.microsoft.com/office/drawing/2014/main" id="{CD4018D4-B3F4-77F3-C060-FFB77DE5F9AB}"/>
              </a:ext>
            </a:extLst>
          </p:cNvPr>
          <p:cNvSpPr>
            <a:spLocks noGrp="1"/>
          </p:cNvSpPr>
          <p:nvPr>
            <p:ph sz="quarter" idx="30" hasCustomPrompt="1"/>
          </p:nvPr>
        </p:nvSpPr>
        <p:spPr>
          <a:xfrm>
            <a:off x="4874396" y="3521194"/>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40" name="Content Placeholder 23">
            <a:extLst>
              <a:ext uri="{FF2B5EF4-FFF2-40B4-BE49-F238E27FC236}">
                <a16:creationId xmlns:a16="http://schemas.microsoft.com/office/drawing/2014/main" id="{5129D140-6B35-93B9-ECFD-9DD38DF9C9EE}"/>
              </a:ext>
            </a:extLst>
          </p:cNvPr>
          <p:cNvSpPr>
            <a:spLocks noGrp="1"/>
          </p:cNvSpPr>
          <p:nvPr>
            <p:ph sz="quarter" idx="31" hasCustomPrompt="1"/>
          </p:nvPr>
        </p:nvSpPr>
        <p:spPr>
          <a:xfrm>
            <a:off x="4874396" y="4048211"/>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41" name="Content Placeholder 23">
            <a:extLst>
              <a:ext uri="{FF2B5EF4-FFF2-40B4-BE49-F238E27FC236}">
                <a16:creationId xmlns:a16="http://schemas.microsoft.com/office/drawing/2014/main" id="{D484B4F0-E152-286D-3449-ED986EF2A5C3}"/>
              </a:ext>
            </a:extLst>
          </p:cNvPr>
          <p:cNvSpPr>
            <a:spLocks noGrp="1"/>
          </p:cNvSpPr>
          <p:nvPr>
            <p:ph sz="quarter" idx="32" hasCustomPrompt="1"/>
          </p:nvPr>
        </p:nvSpPr>
        <p:spPr>
          <a:xfrm>
            <a:off x="4874396" y="4575228"/>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47" name="Text Placeholder 2">
            <a:extLst>
              <a:ext uri="{FF2B5EF4-FFF2-40B4-BE49-F238E27FC236}">
                <a16:creationId xmlns:a16="http://schemas.microsoft.com/office/drawing/2014/main" id="{A6AEDD94-6081-10CA-C570-ECAD1902B72C}"/>
              </a:ext>
            </a:extLst>
          </p:cNvPr>
          <p:cNvSpPr>
            <a:spLocks noGrp="1"/>
          </p:cNvSpPr>
          <p:nvPr>
            <p:ph type="body" sz="quarter" idx="33" hasCustomPrompt="1"/>
          </p:nvPr>
        </p:nvSpPr>
        <p:spPr>
          <a:xfrm>
            <a:off x="6608247" y="5160817"/>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48" name="Content Placeholder 23">
            <a:extLst>
              <a:ext uri="{FF2B5EF4-FFF2-40B4-BE49-F238E27FC236}">
                <a16:creationId xmlns:a16="http://schemas.microsoft.com/office/drawing/2014/main" id="{E586D051-24CF-3ACC-52EE-567998A60C9B}"/>
              </a:ext>
            </a:extLst>
          </p:cNvPr>
          <p:cNvSpPr>
            <a:spLocks noGrp="1"/>
          </p:cNvSpPr>
          <p:nvPr>
            <p:ph sz="quarter" idx="34" hasCustomPrompt="1"/>
          </p:nvPr>
        </p:nvSpPr>
        <p:spPr>
          <a:xfrm>
            <a:off x="4874396" y="5102245"/>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Tree>
    <p:extLst>
      <p:ext uri="{BB962C8B-B14F-4D97-AF65-F5344CB8AC3E}">
        <p14:creationId xmlns:p14="http://schemas.microsoft.com/office/powerpoint/2010/main" val="323972386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Full Margi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CD0B-E043-57DD-198E-A4CFB624345D}"/>
              </a:ext>
            </a:extLst>
          </p:cNvPr>
          <p:cNvSpPr>
            <a:spLocks noGrp="1"/>
          </p:cNvSpPr>
          <p:nvPr>
            <p:ph type="title" hasCustomPrompt="1"/>
          </p:nvPr>
        </p:nvSpPr>
        <p:spPr/>
        <p:txBody>
          <a:bodyPr/>
          <a:lstStyle/>
          <a:p>
            <a:r>
              <a:rPr lang="en-US"/>
              <a:t>Click to Edit Title</a:t>
            </a:r>
          </a:p>
        </p:txBody>
      </p:sp>
      <p:sp>
        <p:nvSpPr>
          <p:cNvPr id="4" name="Content Placeholder 3">
            <a:extLst>
              <a:ext uri="{FF2B5EF4-FFF2-40B4-BE49-F238E27FC236}">
                <a16:creationId xmlns:a16="http://schemas.microsoft.com/office/drawing/2014/main" id="{FB3CAA8F-9897-3EA9-A04B-2572C12CC583}"/>
              </a:ext>
            </a:extLst>
          </p:cNvPr>
          <p:cNvSpPr>
            <a:spLocks noGrp="1"/>
          </p:cNvSpPr>
          <p:nvPr>
            <p:ph sz="quarter" idx="10"/>
          </p:nvPr>
        </p:nvSpPr>
        <p:spPr>
          <a:xfrm>
            <a:off x="723900" y="1630016"/>
            <a:ext cx="10728325" cy="442982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6378288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 Intro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CD0B-E043-57DD-198E-A4CFB624345D}"/>
              </a:ext>
            </a:extLst>
          </p:cNvPr>
          <p:cNvSpPr>
            <a:spLocks noGrp="1"/>
          </p:cNvSpPr>
          <p:nvPr>
            <p:ph type="title" hasCustomPrompt="1"/>
          </p:nvPr>
        </p:nvSpPr>
        <p:spPr/>
        <p:txBody>
          <a:bodyPr>
            <a:noAutofit/>
          </a:bodyPr>
          <a:lstStyle/>
          <a:p>
            <a:r>
              <a:rPr lang="en-US"/>
              <a:t>Click to Edit Title</a:t>
            </a:r>
          </a:p>
        </p:txBody>
      </p:sp>
      <p:sp>
        <p:nvSpPr>
          <p:cNvPr id="4" name="Content Placeholder 3">
            <a:extLst>
              <a:ext uri="{FF2B5EF4-FFF2-40B4-BE49-F238E27FC236}">
                <a16:creationId xmlns:a16="http://schemas.microsoft.com/office/drawing/2014/main" id="{FB3CAA8F-9897-3EA9-A04B-2572C12CC583}"/>
              </a:ext>
            </a:extLst>
          </p:cNvPr>
          <p:cNvSpPr>
            <a:spLocks noGrp="1"/>
          </p:cNvSpPr>
          <p:nvPr>
            <p:ph sz="quarter" idx="10"/>
          </p:nvPr>
        </p:nvSpPr>
        <p:spPr>
          <a:xfrm>
            <a:off x="723900" y="2491410"/>
            <a:ext cx="10744202" cy="3568428"/>
          </a:xfrm>
          <a:prstGeom prst="rect">
            <a:avLst/>
          </a:prstGeom>
        </p:spPr>
        <p:txBody>
          <a:bodyPr lIns="201168">
            <a:noAutofit/>
          </a:bodyPr>
          <a:lstStyle>
            <a:lvl1pPr>
              <a:defRPr sz="2000" baseline="0"/>
            </a:lvl1pPr>
            <a:lvl2pPr>
              <a:defRPr baseline="0"/>
            </a:lvl2pPr>
            <a:lvl3pPr>
              <a:defRPr baseline="0"/>
            </a:lvl3pPr>
            <a:lvl4pPr>
              <a:defRPr baseline="0"/>
            </a:lvl4pPr>
            <a:lvl5pPr>
              <a:defRPr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a:extLst>
              <a:ext uri="{FF2B5EF4-FFF2-40B4-BE49-F238E27FC236}">
                <a16:creationId xmlns:a16="http://schemas.microsoft.com/office/drawing/2014/main" id="{EF58F209-44F8-1944-A5D9-0DE8BAAC22F6}"/>
              </a:ext>
            </a:extLst>
          </p:cNvPr>
          <p:cNvSpPr>
            <a:spLocks noGrp="1"/>
          </p:cNvSpPr>
          <p:nvPr>
            <p:ph type="body" sz="quarter" idx="12" hasCustomPrompt="1"/>
          </p:nvPr>
        </p:nvSpPr>
        <p:spPr>
          <a:xfrm>
            <a:off x="722376" y="1630016"/>
            <a:ext cx="10745726" cy="725725"/>
          </a:xfrm>
          <a:prstGeom prst="rect">
            <a:avLst/>
          </a:prstGeom>
        </p:spPr>
        <p:txBody>
          <a:bodyPr lIns="201168" tIns="0">
            <a:noAutofit/>
          </a:bodyPr>
          <a:lstStyle>
            <a:lvl1pPr>
              <a:lnSpc>
                <a:spcPts val="2800"/>
              </a:lnSpc>
              <a:spcBef>
                <a:spcPts val="0"/>
              </a:spcBef>
              <a:spcAft>
                <a:spcPts val="0"/>
              </a:spcAft>
              <a:defRPr sz="2000" b="1" i="0">
                <a:latin typeface="Avenir Heavy" panose="02000503020000020003" pitchFamily="2" charset="0"/>
              </a:defRPr>
            </a:lvl1pPr>
          </a:lstStyle>
          <a:p>
            <a:pPr lvl="0"/>
            <a:r>
              <a:rPr lang="en-US"/>
              <a:t>Click to edit subtitle</a:t>
            </a:r>
          </a:p>
        </p:txBody>
      </p:sp>
    </p:spTree>
    <p:extLst>
      <p:ext uri="{BB962C8B-B14F-4D97-AF65-F5344CB8AC3E}">
        <p14:creationId xmlns:p14="http://schemas.microsoft.com/office/powerpoint/2010/main" val="411406162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CD0B-E043-57DD-198E-A4CFB624345D}"/>
              </a:ext>
            </a:extLst>
          </p:cNvPr>
          <p:cNvSpPr>
            <a:spLocks noGrp="1"/>
          </p:cNvSpPr>
          <p:nvPr>
            <p:ph type="title" hasCustomPrompt="1"/>
          </p:nvPr>
        </p:nvSpPr>
        <p:spPr/>
        <p:txBody>
          <a:bodyPr>
            <a:noAutofit/>
          </a:bodyPr>
          <a:lstStyle/>
          <a:p>
            <a:r>
              <a:rPr lang="en-US"/>
              <a:t>Click to Edit Title</a:t>
            </a:r>
          </a:p>
        </p:txBody>
      </p:sp>
      <p:sp>
        <p:nvSpPr>
          <p:cNvPr id="4" name="Content Placeholder 3">
            <a:extLst>
              <a:ext uri="{FF2B5EF4-FFF2-40B4-BE49-F238E27FC236}">
                <a16:creationId xmlns:a16="http://schemas.microsoft.com/office/drawing/2014/main" id="{FB3CAA8F-9897-3EA9-A04B-2572C12CC583}"/>
              </a:ext>
            </a:extLst>
          </p:cNvPr>
          <p:cNvSpPr>
            <a:spLocks noGrp="1"/>
          </p:cNvSpPr>
          <p:nvPr>
            <p:ph sz="quarter" idx="10" hasCustomPrompt="1"/>
          </p:nvPr>
        </p:nvSpPr>
        <p:spPr>
          <a:xfrm>
            <a:off x="723900" y="1630017"/>
            <a:ext cx="5189878" cy="4439479"/>
          </a:xfrm>
          <a:prstGeom prst="rect">
            <a:avLst/>
          </a:prstGeom>
        </p:spPr>
        <p:txBody>
          <a:bodyPr lIns="228600">
            <a:noAutofit/>
          </a:bodyPr>
          <a:lstStyle/>
          <a:p>
            <a:pPr lvl="0"/>
            <a:r>
              <a:rPr lang="en-US"/>
              <a:t>Click to edit first level</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842E74B6-B0B7-8C8C-6E21-66BE8A1FD403}"/>
              </a:ext>
            </a:extLst>
          </p:cNvPr>
          <p:cNvSpPr>
            <a:spLocks noGrp="1"/>
          </p:cNvSpPr>
          <p:nvPr>
            <p:ph sz="quarter" idx="11" hasCustomPrompt="1"/>
          </p:nvPr>
        </p:nvSpPr>
        <p:spPr>
          <a:xfrm>
            <a:off x="6278224" y="1630017"/>
            <a:ext cx="5189878" cy="4439479"/>
          </a:xfrm>
          <a:prstGeom prst="rect">
            <a:avLst/>
          </a:prstGeom>
        </p:spPr>
        <p:txBody>
          <a:bodyPr lIns="228600">
            <a:noAutofit/>
          </a:bodyPr>
          <a:lstStyle/>
          <a:p>
            <a:pPr lvl="0"/>
            <a:r>
              <a:rPr lang="en-US"/>
              <a:t>Click to edit first level</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087906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ext Column +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CD0B-E043-57DD-198E-A4CFB624345D}"/>
              </a:ext>
            </a:extLst>
          </p:cNvPr>
          <p:cNvSpPr>
            <a:spLocks noGrp="1"/>
          </p:cNvSpPr>
          <p:nvPr>
            <p:ph type="title" hasCustomPrompt="1"/>
          </p:nvPr>
        </p:nvSpPr>
        <p:spPr>
          <a:xfrm>
            <a:off x="724427" y="447124"/>
            <a:ext cx="5189352" cy="1051687"/>
          </a:xfrm>
        </p:spPr>
        <p:txBody>
          <a:bodyPr/>
          <a:lstStyle/>
          <a:p>
            <a:r>
              <a:rPr lang="en-US"/>
              <a:t>Click to Edit Title</a:t>
            </a:r>
          </a:p>
        </p:txBody>
      </p:sp>
      <p:sp>
        <p:nvSpPr>
          <p:cNvPr id="4" name="Content Placeholder 3">
            <a:extLst>
              <a:ext uri="{FF2B5EF4-FFF2-40B4-BE49-F238E27FC236}">
                <a16:creationId xmlns:a16="http://schemas.microsoft.com/office/drawing/2014/main" id="{FB3CAA8F-9897-3EA9-A04B-2572C12CC583}"/>
              </a:ext>
            </a:extLst>
          </p:cNvPr>
          <p:cNvSpPr>
            <a:spLocks noGrp="1"/>
          </p:cNvSpPr>
          <p:nvPr>
            <p:ph sz="quarter" idx="10" hasCustomPrompt="1"/>
          </p:nvPr>
        </p:nvSpPr>
        <p:spPr>
          <a:xfrm>
            <a:off x="723900" y="1630017"/>
            <a:ext cx="5189878" cy="4439479"/>
          </a:xfrm>
          <a:prstGeom prst="rect">
            <a:avLst/>
          </a:prstGeom>
        </p:spPr>
        <p:txBody>
          <a:bodyPr lIns="228600"/>
          <a:lstStyle>
            <a:lvl1pPr marL="0" marR="0" indent="0" algn="l" defTabSz="529849" rtl="0" eaLnBrk="1" fontAlgn="auto" latinLnBrk="0" hangingPunct="1">
              <a:lnSpc>
                <a:spcPct val="148000"/>
              </a:lnSpc>
              <a:spcBef>
                <a:spcPts val="100"/>
              </a:spcBef>
              <a:spcAft>
                <a:spcPts val="600"/>
              </a:spcAft>
              <a:buClr>
                <a:schemeClr val="accent2"/>
              </a:buClr>
              <a:buSzTx/>
              <a:buFont typeface="Arial" panose="020B0604020202020204" pitchFamily="34" charset="0"/>
              <a:buNone/>
              <a:tabLst/>
              <a:defRPr/>
            </a:lvl1pPr>
          </a:lstStyle>
          <a:p>
            <a:pPr marL="0" marR="0" lvl="0" indent="0" algn="l" defTabSz="529849" rtl="0" eaLnBrk="1" fontAlgn="auto" latinLnBrk="0" hangingPunct="1">
              <a:lnSpc>
                <a:spcPct val="148000"/>
              </a:lnSpc>
              <a:spcBef>
                <a:spcPts val="100"/>
              </a:spcBef>
              <a:spcAft>
                <a:spcPts val="600"/>
              </a:spcAft>
              <a:buClr>
                <a:schemeClr val="accent2"/>
              </a:buClr>
              <a:buSzTx/>
              <a:buFont typeface="Arial" panose="020B0604020202020204" pitchFamily="34" charset="0"/>
              <a:buNone/>
              <a:tabLst/>
              <a:defRPr/>
            </a:pPr>
            <a:r>
              <a:rPr lang="en-US"/>
              <a:t>Click to edit first level</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0C3FA70A-CDF4-85BB-A9DC-F04D72134D04}"/>
              </a:ext>
            </a:extLst>
          </p:cNvPr>
          <p:cNvSpPr>
            <a:spLocks noGrp="1"/>
          </p:cNvSpPr>
          <p:nvPr>
            <p:ph type="pic" sz="quarter" idx="11"/>
          </p:nvPr>
        </p:nvSpPr>
        <p:spPr>
          <a:xfrm>
            <a:off x="6197600" y="0"/>
            <a:ext cx="5994400" cy="6858000"/>
          </a:xfrm>
        </p:spPr>
        <p:txBody>
          <a:bodyPr/>
          <a:lstStyle/>
          <a:p>
            <a:r>
              <a:rPr lang="en-US"/>
              <a:t>Click icon to add picture</a:t>
            </a:r>
          </a:p>
        </p:txBody>
      </p:sp>
    </p:spTree>
    <p:extLst>
      <p:ext uri="{BB962C8B-B14F-4D97-AF65-F5344CB8AC3E}">
        <p14:creationId xmlns:p14="http://schemas.microsoft.com/office/powerpoint/2010/main" val="3062354320"/>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CD0B-E043-57DD-198E-A4CFB624345D}"/>
              </a:ext>
            </a:extLst>
          </p:cNvPr>
          <p:cNvSpPr>
            <a:spLocks noGrp="1"/>
          </p:cNvSpPr>
          <p:nvPr>
            <p:ph type="title" hasCustomPrompt="1"/>
          </p:nvPr>
        </p:nvSpPr>
        <p:spPr/>
        <p:txBody>
          <a:bodyPr>
            <a:noAutofit/>
          </a:bodyPr>
          <a:lstStyle/>
          <a:p>
            <a:r>
              <a:rPr lang="en-US"/>
              <a:t>Click to Edit Title</a:t>
            </a:r>
          </a:p>
        </p:txBody>
      </p:sp>
      <p:sp>
        <p:nvSpPr>
          <p:cNvPr id="4" name="Content Placeholder 3">
            <a:extLst>
              <a:ext uri="{FF2B5EF4-FFF2-40B4-BE49-F238E27FC236}">
                <a16:creationId xmlns:a16="http://schemas.microsoft.com/office/drawing/2014/main" id="{FB3CAA8F-9897-3EA9-A04B-2572C12CC583}"/>
              </a:ext>
            </a:extLst>
          </p:cNvPr>
          <p:cNvSpPr>
            <a:spLocks noGrp="1"/>
          </p:cNvSpPr>
          <p:nvPr>
            <p:ph sz="quarter" idx="10"/>
          </p:nvPr>
        </p:nvSpPr>
        <p:spPr>
          <a:xfrm>
            <a:off x="723900" y="2491410"/>
            <a:ext cx="5189878" cy="3568428"/>
          </a:xfrm>
          <a:prstGeom prst="rect">
            <a:avLst/>
          </a:prstGeom>
        </p:spPr>
        <p:txBody>
          <a:bodyPr lIns="201168">
            <a:noAutofit/>
          </a:bodyPr>
          <a:lstStyle>
            <a:lvl1pPr>
              <a:defRPr sz="2200" baseline="0"/>
            </a:lvl1pPr>
            <a:lvl2pPr>
              <a:defRPr baseline="0"/>
            </a:lvl2pPr>
            <a:lvl3pPr>
              <a:defRPr baseline="0"/>
            </a:lvl3pPr>
            <a:lvl4pPr>
              <a:defRPr baseline="0"/>
            </a:lvl4pPr>
            <a:lvl5pPr>
              <a:defRPr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842E74B6-B0B7-8C8C-6E21-66BE8A1FD403}"/>
              </a:ext>
            </a:extLst>
          </p:cNvPr>
          <p:cNvSpPr>
            <a:spLocks noGrp="1"/>
          </p:cNvSpPr>
          <p:nvPr>
            <p:ph sz="quarter" idx="11"/>
          </p:nvPr>
        </p:nvSpPr>
        <p:spPr>
          <a:xfrm>
            <a:off x="6278224" y="2491410"/>
            <a:ext cx="5189878" cy="3568428"/>
          </a:xfrm>
          <a:prstGeom prst="rect">
            <a:avLst/>
          </a:prstGeom>
        </p:spPr>
        <p:txBody>
          <a:bodyPr lIns="201168">
            <a:noAutofit/>
          </a:bodyPr>
          <a:lstStyle>
            <a:lvl1pPr>
              <a:defRPr sz="2200" baseline="0"/>
            </a:lvl1pPr>
            <a:lvl2pPr>
              <a:defRPr baseline="0"/>
            </a:lvl2pPr>
            <a:lvl3pPr>
              <a:defRPr baseline="0"/>
            </a:lvl3pPr>
            <a:lvl4pPr>
              <a:defRPr baseline="0"/>
            </a:lvl4pPr>
            <a:lvl5pPr>
              <a:defRPr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a:extLst>
              <a:ext uri="{FF2B5EF4-FFF2-40B4-BE49-F238E27FC236}">
                <a16:creationId xmlns:a16="http://schemas.microsoft.com/office/drawing/2014/main" id="{EF58F209-44F8-1944-A5D9-0DE8BAAC22F6}"/>
              </a:ext>
            </a:extLst>
          </p:cNvPr>
          <p:cNvSpPr>
            <a:spLocks noGrp="1"/>
          </p:cNvSpPr>
          <p:nvPr>
            <p:ph type="body" sz="quarter" idx="12" hasCustomPrompt="1"/>
          </p:nvPr>
        </p:nvSpPr>
        <p:spPr>
          <a:xfrm>
            <a:off x="722376" y="1630017"/>
            <a:ext cx="5189538" cy="621792"/>
          </a:xfrm>
          <a:prstGeom prst="rect">
            <a:avLst/>
          </a:prstGeom>
        </p:spPr>
        <p:txBody>
          <a:bodyPr lIns="201168" tIns="0">
            <a:noAutofit/>
          </a:bodyPr>
          <a:lstStyle>
            <a:lvl1pPr>
              <a:lnSpc>
                <a:spcPts val="2800"/>
              </a:lnSpc>
              <a:spcBef>
                <a:spcPts val="0"/>
              </a:spcBef>
              <a:spcAft>
                <a:spcPts val="0"/>
              </a:spcAft>
              <a:defRPr sz="2200" b="1" i="0" baseline="0">
                <a:latin typeface="Avenir Heavy" panose="02000503020000020003" pitchFamily="2" charset="0"/>
              </a:defRPr>
            </a:lvl1pPr>
          </a:lstStyle>
          <a:p>
            <a:pPr lvl="0"/>
            <a:r>
              <a:rPr lang="en-US"/>
              <a:t>Click to edit column intro</a:t>
            </a:r>
          </a:p>
        </p:txBody>
      </p:sp>
      <p:sp>
        <p:nvSpPr>
          <p:cNvPr id="11" name="Text Placeholder 10">
            <a:extLst>
              <a:ext uri="{FF2B5EF4-FFF2-40B4-BE49-F238E27FC236}">
                <a16:creationId xmlns:a16="http://schemas.microsoft.com/office/drawing/2014/main" id="{ECDC26AF-0857-143E-9DFD-3C8E94B70437}"/>
              </a:ext>
            </a:extLst>
          </p:cNvPr>
          <p:cNvSpPr>
            <a:spLocks noGrp="1"/>
          </p:cNvSpPr>
          <p:nvPr>
            <p:ph type="body" sz="quarter" idx="13" hasCustomPrompt="1"/>
          </p:nvPr>
        </p:nvSpPr>
        <p:spPr>
          <a:xfrm>
            <a:off x="6278564" y="1622425"/>
            <a:ext cx="5193792" cy="621792"/>
          </a:xfrm>
          <a:prstGeom prst="rect">
            <a:avLst/>
          </a:prstGeom>
        </p:spPr>
        <p:txBody>
          <a:bodyPr vert="horz" lIns="201168" tIns="0" rIns="91440" bIns="45720" rtlCol="0">
            <a:noAutofit/>
          </a:bodyPr>
          <a:lstStyle>
            <a:lvl1pPr marL="0" indent="0" algn="l" defTabSz="529849" rtl="0" eaLnBrk="1" latinLnBrk="0" hangingPunct="1">
              <a:lnSpc>
                <a:spcPts val="2800"/>
              </a:lnSpc>
              <a:spcBef>
                <a:spcPts val="0"/>
              </a:spcBef>
              <a:spcAft>
                <a:spcPts val="0"/>
              </a:spcAft>
              <a:buClr>
                <a:schemeClr val="accent2"/>
              </a:buClr>
              <a:buFont typeface="Arial" panose="020B0604020202020204" pitchFamily="34" charset="0"/>
              <a:buNone/>
              <a:defRPr lang="en-US" sz="2200" b="1" i="0" kern="1200" baseline="0" dirty="0">
                <a:solidFill>
                  <a:schemeClr val="tx1"/>
                </a:solidFill>
                <a:latin typeface="Avenir Heavy" panose="02000503020000020003" pitchFamily="2" charset="0"/>
                <a:ea typeface="+mn-ea"/>
                <a:cs typeface="Arial"/>
              </a:defRPr>
            </a:lvl1pPr>
          </a:lstStyle>
          <a:p>
            <a:pPr marL="0" lvl="0" indent="0" algn="l" defTabSz="529849" rtl="0" eaLnBrk="1" latinLnBrk="0" hangingPunct="1">
              <a:lnSpc>
                <a:spcPts val="2800"/>
              </a:lnSpc>
              <a:spcBef>
                <a:spcPts val="0"/>
              </a:spcBef>
              <a:spcAft>
                <a:spcPts val="0"/>
              </a:spcAft>
              <a:buClr>
                <a:schemeClr val="accent2"/>
              </a:buClr>
              <a:buFont typeface="Arial" panose="020B0604020202020204" pitchFamily="34" charset="0"/>
              <a:buNone/>
            </a:pPr>
            <a:r>
              <a:rPr lang="en-US"/>
              <a:t>Click to edit column intro</a:t>
            </a:r>
          </a:p>
        </p:txBody>
      </p:sp>
    </p:spTree>
    <p:extLst>
      <p:ext uri="{BB962C8B-B14F-4D97-AF65-F5344CB8AC3E}">
        <p14:creationId xmlns:p14="http://schemas.microsoft.com/office/powerpoint/2010/main" val="10150380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cxnSp>
        <p:nvCxnSpPr>
          <p:cNvPr id="7" name="Straight Connector 6">
            <a:extLst>
              <a:ext uri="{FF2B5EF4-FFF2-40B4-BE49-F238E27FC236}">
                <a16:creationId xmlns:a16="http://schemas.microsoft.com/office/drawing/2014/main" id="{4F8E2DDF-5A93-3A8D-50CB-22D9B899DC27}"/>
              </a:ext>
            </a:extLst>
          </p:cNvPr>
          <p:cNvCxnSpPr>
            <a:cxnSpLocks/>
          </p:cNvCxnSpPr>
          <p:nvPr userDrawn="1"/>
        </p:nvCxnSpPr>
        <p:spPr>
          <a:xfrm>
            <a:off x="724421" y="1508912"/>
            <a:ext cx="10730366" cy="0"/>
          </a:xfrm>
          <a:prstGeom prst="line">
            <a:avLst/>
          </a:prstGeom>
          <a:ln w="3175">
            <a:solidFill>
              <a:srgbClr val="706F7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170433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24307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3-Column Image">
    <p:spTree>
      <p:nvGrpSpPr>
        <p:cNvPr id="1" name=""/>
        <p:cNvGrpSpPr/>
        <p:nvPr/>
      </p:nvGrpSpPr>
      <p:grpSpPr>
        <a:xfrm>
          <a:off x="0" y="0"/>
          <a:ext cx="0" cy="0"/>
          <a:chOff x="0" y="0"/>
          <a:chExt cx="0" cy="0"/>
        </a:xfrm>
      </p:grpSpPr>
      <p:sp>
        <p:nvSpPr>
          <p:cNvPr id="2" name="Picture Placeholder 2"/>
          <p:cNvSpPr>
            <a:spLocks noGrp="1"/>
          </p:cNvSpPr>
          <p:nvPr>
            <p:ph type="pic" sz="quarter" idx="10"/>
          </p:nvPr>
        </p:nvSpPr>
        <p:spPr>
          <a:xfrm>
            <a:off x="8335619" y="1076183"/>
            <a:ext cx="3856383" cy="3807248"/>
          </a:xfrm>
          <a:prstGeom prst="rect">
            <a:avLst/>
          </a:prstGeom>
        </p:spPr>
        <p:txBody>
          <a:bodyPr/>
          <a:lstStyle/>
          <a:p>
            <a:r>
              <a:rPr lang="en-US"/>
              <a:t>Click icon to add picture</a:t>
            </a:r>
            <a:endParaRPr lang="id-ID"/>
          </a:p>
        </p:txBody>
      </p:sp>
      <p:sp>
        <p:nvSpPr>
          <p:cNvPr id="3" name="Picture Placeholder 2"/>
          <p:cNvSpPr>
            <a:spLocks noGrp="1"/>
          </p:cNvSpPr>
          <p:nvPr>
            <p:ph type="pic" sz="quarter" idx="11"/>
          </p:nvPr>
        </p:nvSpPr>
        <p:spPr>
          <a:xfrm>
            <a:off x="4" y="1076183"/>
            <a:ext cx="3935897" cy="3807248"/>
          </a:xfrm>
          <a:prstGeom prst="rect">
            <a:avLst/>
          </a:prstGeom>
        </p:spPr>
        <p:txBody>
          <a:bodyPr/>
          <a:lstStyle/>
          <a:p>
            <a:r>
              <a:rPr lang="en-US"/>
              <a:t>Click icon to add picture</a:t>
            </a:r>
            <a:endParaRPr lang="id-ID"/>
          </a:p>
        </p:txBody>
      </p:sp>
      <p:sp>
        <p:nvSpPr>
          <p:cNvPr id="4" name="Picture Placeholder 2"/>
          <p:cNvSpPr>
            <a:spLocks noGrp="1"/>
          </p:cNvSpPr>
          <p:nvPr>
            <p:ph type="pic" sz="quarter" idx="12"/>
          </p:nvPr>
        </p:nvSpPr>
        <p:spPr>
          <a:xfrm>
            <a:off x="4108174" y="1076183"/>
            <a:ext cx="4055164" cy="3807248"/>
          </a:xfrm>
          <a:prstGeom prst="rect">
            <a:avLst/>
          </a:prstGeom>
        </p:spPr>
        <p:txBody>
          <a:bodyPr/>
          <a:lstStyle/>
          <a:p>
            <a:r>
              <a:rPr lang="en-US"/>
              <a:t>Click icon to add picture</a:t>
            </a:r>
            <a:endParaRPr lang="id-ID"/>
          </a:p>
        </p:txBody>
      </p:sp>
      <p:sp>
        <p:nvSpPr>
          <p:cNvPr id="7" name="Title 1">
            <a:extLst>
              <a:ext uri="{FF2B5EF4-FFF2-40B4-BE49-F238E27FC236}">
                <a16:creationId xmlns:a16="http://schemas.microsoft.com/office/drawing/2014/main" id="{C21FE345-07CF-C480-9E48-D7AA049A470B}"/>
              </a:ext>
            </a:extLst>
          </p:cNvPr>
          <p:cNvSpPr>
            <a:spLocks noGrp="1"/>
          </p:cNvSpPr>
          <p:nvPr>
            <p:ph type="title" hasCustomPrompt="1"/>
          </p:nvPr>
        </p:nvSpPr>
        <p:spPr>
          <a:xfrm>
            <a:off x="724426" y="4892333"/>
            <a:ext cx="10751957" cy="1051687"/>
          </a:xfrm>
        </p:spPr>
        <p:txBody>
          <a:bodyPr/>
          <a:lstStyle/>
          <a:p>
            <a:r>
              <a:rPr lang="en-US"/>
              <a:t>Click to Edit Title</a:t>
            </a:r>
          </a:p>
        </p:txBody>
      </p:sp>
    </p:spTree>
    <p:extLst>
      <p:ext uri="{BB962C8B-B14F-4D97-AF65-F5344CB8AC3E}">
        <p14:creationId xmlns:p14="http://schemas.microsoft.com/office/powerpoint/2010/main" val="346963737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op Imag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724425" y="1090670"/>
            <a:ext cx="10725450" cy="3455801"/>
          </a:xfrm>
          <a:prstGeom prst="rect">
            <a:avLst/>
          </a:prstGeom>
        </p:spPr>
        <p:txBody>
          <a:bodyPr>
            <a:noAutofit/>
          </a:bodyPr>
          <a:lstStyle/>
          <a:p>
            <a:r>
              <a:rPr lang="en-US"/>
              <a:t>Click icon to add picture</a:t>
            </a:r>
          </a:p>
        </p:txBody>
      </p:sp>
      <p:sp>
        <p:nvSpPr>
          <p:cNvPr id="5" name="Title 21">
            <a:extLst>
              <a:ext uri="{FF2B5EF4-FFF2-40B4-BE49-F238E27FC236}">
                <a16:creationId xmlns:a16="http://schemas.microsoft.com/office/drawing/2014/main" id="{D89DDDC0-7044-0206-0041-814FB4CD0484}"/>
              </a:ext>
            </a:extLst>
          </p:cNvPr>
          <p:cNvSpPr>
            <a:spLocks noGrp="1"/>
          </p:cNvSpPr>
          <p:nvPr>
            <p:ph type="title" hasCustomPrompt="1"/>
          </p:nvPr>
        </p:nvSpPr>
        <p:spPr>
          <a:xfrm>
            <a:off x="724427" y="4892333"/>
            <a:ext cx="10725450" cy="1051687"/>
          </a:xfrm>
        </p:spPr>
        <p:txBody>
          <a:bodyPr>
            <a:noAutofit/>
          </a:bodyPr>
          <a:lstStyle>
            <a:lvl1pPr>
              <a:defRPr sz="2800" baseline="0"/>
            </a:lvl1pPr>
          </a:lstStyle>
          <a:p>
            <a:r>
              <a:rPr lang="en-US"/>
              <a:t>Click to Edit Title</a:t>
            </a:r>
          </a:p>
        </p:txBody>
      </p:sp>
    </p:spTree>
    <p:extLst>
      <p:ext uri="{BB962C8B-B14F-4D97-AF65-F5344CB8AC3E}">
        <p14:creationId xmlns:p14="http://schemas.microsoft.com/office/powerpoint/2010/main" val="61011137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Cover_Back + Contact Inf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descr="Document Title"/>
          <p:cNvSpPr>
            <a:spLocks noGrp="1"/>
          </p:cNvSpPr>
          <p:nvPr>
            <p:ph type="ctrTitle" hasCustomPrompt="1"/>
          </p:nvPr>
        </p:nvSpPr>
        <p:spPr>
          <a:xfrm>
            <a:off x="1749999" y="1728409"/>
            <a:ext cx="6479601" cy="2387599"/>
          </a:xfrm>
        </p:spPr>
        <p:txBody>
          <a:bodyPr anchor="b">
            <a:noAutofit/>
          </a:bodyPr>
          <a:lstStyle>
            <a:lvl1pPr marL="411480" indent="-411480" algn="l">
              <a:lnSpc>
                <a:spcPct val="100000"/>
              </a:lnSpc>
              <a:spcBef>
                <a:spcPts val="600"/>
              </a:spcBef>
              <a:spcAft>
                <a:spcPts val="600"/>
              </a:spcAft>
              <a:buSzPct val="100000"/>
              <a:defRPr sz="4400" cap="none" baseline="0"/>
            </a:lvl1pPr>
          </a:lstStyle>
          <a:p>
            <a:r>
              <a:rPr lang="en-US"/>
              <a:t>Click to Edit Message</a:t>
            </a:r>
          </a:p>
        </p:txBody>
      </p:sp>
      <p:sp>
        <p:nvSpPr>
          <p:cNvPr id="4" name="Subtitle 2">
            <a:extLst>
              <a:ext uri="{FF2B5EF4-FFF2-40B4-BE49-F238E27FC236}">
                <a16:creationId xmlns:a16="http://schemas.microsoft.com/office/drawing/2014/main" id="{6B01209D-2F6A-571A-6F3B-00B31DEC6A49}"/>
              </a:ext>
            </a:extLst>
          </p:cNvPr>
          <p:cNvSpPr>
            <a:spLocks noGrp="1"/>
          </p:cNvSpPr>
          <p:nvPr>
            <p:ph type="subTitle" idx="1" hasCustomPrompt="1"/>
          </p:nvPr>
        </p:nvSpPr>
        <p:spPr>
          <a:xfrm>
            <a:off x="6294782" y="4952411"/>
            <a:ext cx="4664766" cy="344071"/>
          </a:xfrm>
          <a:prstGeom prst="rect">
            <a:avLst/>
          </a:prstGeom>
        </p:spPr>
        <p:txBody>
          <a:bodyPr lIns="411480">
            <a:noAutofit/>
          </a:bodyPr>
          <a:lstStyle>
            <a:lvl1pPr marL="0" indent="0" algn="l">
              <a:lnSpc>
                <a:spcPct val="100000"/>
              </a:lnSpc>
              <a:spcBef>
                <a:spcPts val="88"/>
              </a:spcBef>
              <a:spcAft>
                <a:spcPts val="529"/>
              </a:spcAft>
              <a:buNone/>
              <a:defRPr sz="1400" b="1" i="0" cap="all" spc="34" baseline="0">
                <a:solidFill>
                  <a:schemeClr val="accent6"/>
                </a:solidFill>
                <a:latin typeface="Avenir Heavy" panose="02000503020000020003" pitchFamily="2" charset="0"/>
              </a:defRPr>
            </a:lvl1pPr>
            <a:lvl2pPr marL="264925" indent="0" algn="ctr">
              <a:buNone/>
              <a:defRPr sz="1159"/>
            </a:lvl2pPr>
            <a:lvl3pPr marL="529849" indent="0" algn="ctr">
              <a:buNone/>
              <a:defRPr sz="1043"/>
            </a:lvl3pPr>
            <a:lvl4pPr marL="794774" indent="0" algn="ctr">
              <a:buNone/>
              <a:defRPr sz="927"/>
            </a:lvl4pPr>
            <a:lvl5pPr marL="1059700" indent="0" algn="ctr">
              <a:buNone/>
              <a:defRPr sz="927"/>
            </a:lvl5pPr>
            <a:lvl6pPr marL="1324624" indent="0" algn="ctr">
              <a:buNone/>
              <a:defRPr sz="927"/>
            </a:lvl6pPr>
            <a:lvl7pPr marL="1589549" indent="0" algn="ctr">
              <a:buNone/>
              <a:defRPr sz="927"/>
            </a:lvl7pPr>
            <a:lvl8pPr marL="1854474" indent="0" algn="ctr">
              <a:buNone/>
              <a:defRPr sz="927"/>
            </a:lvl8pPr>
            <a:lvl9pPr marL="2119399" indent="0" algn="ctr">
              <a:buNone/>
              <a:defRPr sz="927"/>
            </a:lvl9pPr>
          </a:lstStyle>
          <a:p>
            <a:r>
              <a:rPr lang="en-US"/>
              <a:t>Contact Name</a:t>
            </a:r>
          </a:p>
        </p:txBody>
      </p:sp>
      <p:sp>
        <p:nvSpPr>
          <p:cNvPr id="5" name="Text Placeholder 7">
            <a:extLst>
              <a:ext uri="{FF2B5EF4-FFF2-40B4-BE49-F238E27FC236}">
                <a16:creationId xmlns:a16="http://schemas.microsoft.com/office/drawing/2014/main" id="{C1F01649-406F-8EAF-4493-07106BD61A94}"/>
              </a:ext>
            </a:extLst>
          </p:cNvPr>
          <p:cNvSpPr>
            <a:spLocks noGrp="1"/>
          </p:cNvSpPr>
          <p:nvPr>
            <p:ph type="body" sz="quarter" idx="10" hasCustomPrompt="1"/>
          </p:nvPr>
        </p:nvSpPr>
        <p:spPr>
          <a:xfrm>
            <a:off x="6294782" y="5313349"/>
            <a:ext cx="4664766" cy="344071"/>
          </a:xfrm>
          <a:prstGeom prst="rect">
            <a:avLst/>
          </a:prstGeom>
        </p:spPr>
        <p:txBody>
          <a:bodyPr lIns="411480">
            <a:noAutofit/>
          </a:bodyPr>
          <a:lstStyle>
            <a:lvl1pPr marL="0" indent="0" algn="l" defTabSz="529849" rtl="0" eaLnBrk="1" latinLnBrk="0" hangingPunct="1">
              <a:lnSpc>
                <a:spcPct val="100000"/>
              </a:lnSpc>
              <a:spcBef>
                <a:spcPts val="88"/>
              </a:spcBef>
              <a:spcAft>
                <a:spcPts val="529"/>
              </a:spcAft>
              <a:buClr>
                <a:schemeClr val="accent2"/>
              </a:buClr>
              <a:buFont typeface="Arial" panose="020B0604020202020204" pitchFamily="34" charset="0"/>
              <a:buNone/>
              <a:defRPr lang="en-US" sz="1400" b="0" i="0" kern="1200" cap="none" spc="34" baseline="0" dirty="0">
                <a:solidFill>
                  <a:schemeClr val="accent6"/>
                </a:solidFill>
                <a:latin typeface="Avenir Book" panose="02000503020000020003" pitchFamily="2" charset="0"/>
                <a:ea typeface="+mn-ea"/>
                <a:cs typeface="Arial"/>
              </a:defRPr>
            </a:lvl1pPr>
          </a:lstStyle>
          <a:p>
            <a:pPr marL="0" lvl="0" indent="0" algn="l" defTabSz="529849" rtl="0" eaLnBrk="1" latinLnBrk="0" hangingPunct="1">
              <a:lnSpc>
                <a:spcPct val="100000"/>
              </a:lnSpc>
              <a:spcBef>
                <a:spcPts val="88"/>
              </a:spcBef>
              <a:spcAft>
                <a:spcPts val="529"/>
              </a:spcAft>
              <a:buClr>
                <a:schemeClr val="accent2"/>
              </a:buClr>
              <a:buFont typeface="Arial" panose="020B0604020202020204" pitchFamily="34" charset="0"/>
              <a:buNone/>
            </a:pPr>
            <a:r>
              <a:rPr lang="en-US"/>
              <a:t>(***) ***-****</a:t>
            </a:r>
          </a:p>
        </p:txBody>
      </p:sp>
      <p:sp>
        <p:nvSpPr>
          <p:cNvPr id="6" name="Text Placeholder 9">
            <a:extLst>
              <a:ext uri="{FF2B5EF4-FFF2-40B4-BE49-F238E27FC236}">
                <a16:creationId xmlns:a16="http://schemas.microsoft.com/office/drawing/2014/main" id="{E62AA295-2C94-98C5-CDC1-230C8A5DB459}"/>
              </a:ext>
            </a:extLst>
          </p:cNvPr>
          <p:cNvSpPr>
            <a:spLocks noGrp="1"/>
          </p:cNvSpPr>
          <p:nvPr>
            <p:ph type="body" sz="quarter" idx="11" hasCustomPrompt="1"/>
          </p:nvPr>
        </p:nvSpPr>
        <p:spPr>
          <a:xfrm>
            <a:off x="6294782" y="5684071"/>
            <a:ext cx="4664766" cy="344073"/>
          </a:xfrm>
          <a:prstGeom prst="rect">
            <a:avLst/>
          </a:prstGeom>
        </p:spPr>
        <p:txBody>
          <a:bodyPr lIns="411480">
            <a:noAutofit/>
          </a:bodyPr>
          <a:lstStyle>
            <a:lvl1pPr marL="0" indent="0" algn="l" defTabSz="529849" rtl="0" eaLnBrk="1" latinLnBrk="0" hangingPunct="1">
              <a:lnSpc>
                <a:spcPct val="100000"/>
              </a:lnSpc>
              <a:spcBef>
                <a:spcPts val="88"/>
              </a:spcBef>
              <a:spcAft>
                <a:spcPts val="529"/>
              </a:spcAft>
              <a:buClr>
                <a:schemeClr val="accent2"/>
              </a:buClr>
              <a:buFont typeface="Arial" panose="020B0604020202020204" pitchFamily="34" charset="0"/>
              <a:buNone/>
              <a:defRPr lang="en-US" sz="1400" b="0" i="0" kern="1200" cap="none" spc="34" baseline="0" dirty="0">
                <a:solidFill>
                  <a:schemeClr val="accent6"/>
                </a:solidFill>
                <a:latin typeface="Avenir Book" panose="02000503020000020003" pitchFamily="2" charset="0"/>
                <a:ea typeface="+mn-ea"/>
                <a:cs typeface="Arial"/>
              </a:defRPr>
            </a:lvl1pPr>
          </a:lstStyle>
          <a:p>
            <a:pPr lvl="0"/>
            <a:r>
              <a:rPr lang="en-US" err="1"/>
              <a:t>firstname.lastname@cyderes.com</a:t>
            </a:r>
            <a:endParaRPr lang="en-US"/>
          </a:p>
        </p:txBody>
      </p:sp>
      <p:sp>
        <p:nvSpPr>
          <p:cNvPr id="7" name="Rectangle 6">
            <a:extLst>
              <a:ext uri="{FF2B5EF4-FFF2-40B4-BE49-F238E27FC236}">
                <a16:creationId xmlns:a16="http://schemas.microsoft.com/office/drawing/2014/main" id="{DE01ABD5-C477-07E4-4BC9-82991B6844DE}"/>
              </a:ext>
            </a:extLst>
          </p:cNvPr>
          <p:cNvSpPr/>
          <p:nvPr userDrawn="1"/>
        </p:nvSpPr>
        <p:spPr>
          <a:xfrm>
            <a:off x="6193899" y="0"/>
            <a:ext cx="5257800" cy="91440"/>
          </a:xfrm>
          <a:prstGeom prst="rect">
            <a:avLst/>
          </a:prstGeom>
          <a:solidFill>
            <a:srgbClr val="E89C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7" b="0" i="0">
              <a:latin typeface="Avenir Book" panose="02000503020000020003" pitchFamily="2" charset="0"/>
            </a:endParaRPr>
          </a:p>
        </p:txBody>
      </p:sp>
    </p:spTree>
    <p:extLst>
      <p:ext uri="{BB962C8B-B14F-4D97-AF65-F5344CB8AC3E}">
        <p14:creationId xmlns:p14="http://schemas.microsoft.com/office/powerpoint/2010/main" val="112346573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Cover_Fro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descr="Document Title"/>
          <p:cNvSpPr>
            <a:spLocks noGrp="1"/>
          </p:cNvSpPr>
          <p:nvPr>
            <p:ph type="ctrTitle" hasCustomPrompt="1"/>
          </p:nvPr>
        </p:nvSpPr>
        <p:spPr>
          <a:xfrm>
            <a:off x="1749999" y="2763595"/>
            <a:ext cx="7765062" cy="2387599"/>
          </a:xfrm>
        </p:spPr>
        <p:txBody>
          <a:bodyPr anchor="b">
            <a:noAutofit/>
          </a:bodyPr>
          <a:lstStyle>
            <a:lvl1pPr marL="411480" indent="-411480" algn="l">
              <a:lnSpc>
                <a:spcPct val="100000"/>
              </a:lnSpc>
              <a:spcBef>
                <a:spcPts val="600"/>
              </a:spcBef>
              <a:spcAft>
                <a:spcPts val="600"/>
              </a:spcAft>
              <a:buSzPct val="100000"/>
              <a:defRPr sz="4400" cap="none" baseline="0"/>
            </a:lvl1pPr>
          </a:lstStyle>
          <a:p>
            <a:r>
              <a:rPr lang="en-US"/>
              <a:t>Click to Edit Presentation Title</a:t>
            </a:r>
          </a:p>
        </p:txBody>
      </p:sp>
      <p:sp>
        <p:nvSpPr>
          <p:cNvPr id="3" name="Subtitle 2"/>
          <p:cNvSpPr>
            <a:spLocks noGrp="1"/>
          </p:cNvSpPr>
          <p:nvPr>
            <p:ph type="subTitle" idx="1"/>
          </p:nvPr>
        </p:nvSpPr>
        <p:spPr>
          <a:xfrm>
            <a:off x="1749999" y="5243270"/>
            <a:ext cx="7765062" cy="914400"/>
          </a:xfrm>
          <a:prstGeom prst="rect">
            <a:avLst/>
          </a:prstGeom>
        </p:spPr>
        <p:txBody>
          <a:bodyPr lIns="411480">
            <a:noAutofit/>
          </a:bodyPr>
          <a:lstStyle>
            <a:lvl1pPr marL="0" indent="0" algn="l">
              <a:lnSpc>
                <a:spcPct val="100000"/>
              </a:lnSpc>
              <a:spcBef>
                <a:spcPts val="600"/>
              </a:spcBef>
              <a:spcAft>
                <a:spcPts val="600"/>
              </a:spcAft>
              <a:buNone/>
              <a:defRPr sz="2400" b="0" i="0" cap="none" spc="34" baseline="0">
                <a:solidFill>
                  <a:schemeClr val="accent6"/>
                </a:solidFill>
                <a:latin typeface="Avenir" panose="02000503020000020003" pitchFamily="2" charset="0"/>
              </a:defRPr>
            </a:lvl1pPr>
            <a:lvl2pPr marL="264925" indent="0" algn="ctr">
              <a:buNone/>
              <a:defRPr sz="1159"/>
            </a:lvl2pPr>
            <a:lvl3pPr marL="529849" indent="0" algn="ctr">
              <a:buNone/>
              <a:defRPr sz="1043"/>
            </a:lvl3pPr>
            <a:lvl4pPr marL="794774" indent="0" algn="ctr">
              <a:buNone/>
              <a:defRPr sz="927"/>
            </a:lvl4pPr>
            <a:lvl5pPr marL="1059700" indent="0" algn="ctr">
              <a:buNone/>
              <a:defRPr sz="927"/>
            </a:lvl5pPr>
            <a:lvl6pPr marL="1324624" indent="0" algn="ctr">
              <a:buNone/>
              <a:defRPr sz="927"/>
            </a:lvl6pPr>
            <a:lvl7pPr marL="1589549" indent="0" algn="ctr">
              <a:buNone/>
              <a:defRPr sz="927"/>
            </a:lvl7pPr>
            <a:lvl8pPr marL="1854474" indent="0" algn="ctr">
              <a:buNone/>
              <a:defRPr sz="927"/>
            </a:lvl8pPr>
            <a:lvl9pPr marL="2119399" indent="0" algn="ctr">
              <a:buNone/>
              <a:defRPr sz="927"/>
            </a:lvl9pPr>
          </a:lstStyle>
          <a:p>
            <a:r>
              <a:rPr lang="en-US"/>
              <a:t>Click to edit Master subtitle style</a:t>
            </a:r>
          </a:p>
        </p:txBody>
      </p:sp>
      <p:sp>
        <p:nvSpPr>
          <p:cNvPr id="10" name="Rectangle 9">
            <a:extLst>
              <a:ext uri="{FF2B5EF4-FFF2-40B4-BE49-F238E27FC236}">
                <a16:creationId xmlns:a16="http://schemas.microsoft.com/office/drawing/2014/main" id="{2D8E201D-721F-3A98-EFE1-D88BFE634EC2}"/>
              </a:ext>
            </a:extLst>
          </p:cNvPr>
          <p:cNvSpPr/>
          <p:nvPr userDrawn="1"/>
        </p:nvSpPr>
        <p:spPr>
          <a:xfrm>
            <a:off x="6193899" y="0"/>
            <a:ext cx="5257800" cy="91440"/>
          </a:xfrm>
          <a:prstGeom prst="rect">
            <a:avLst/>
          </a:prstGeom>
          <a:solidFill>
            <a:srgbClr val="E89C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7" b="0" i="0">
              <a:latin typeface="Avenir Book" panose="02000503020000020003" pitchFamily="2" charset="0"/>
            </a:endParaRPr>
          </a:p>
        </p:txBody>
      </p:sp>
    </p:spTree>
    <p:extLst>
      <p:ext uri="{BB962C8B-B14F-4D97-AF65-F5344CB8AC3E}">
        <p14:creationId xmlns:p14="http://schemas.microsoft.com/office/powerpoint/2010/main" val="1522470210"/>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40E2E-6242-B4A1-7B63-2B6DC7B18D77}"/>
              </a:ext>
            </a:extLst>
          </p:cNvPr>
          <p:cNvSpPr>
            <a:spLocks noGrp="1"/>
          </p:cNvSpPr>
          <p:nvPr>
            <p:ph type="title" hasCustomPrompt="1"/>
          </p:nvPr>
        </p:nvSpPr>
        <p:spPr>
          <a:xfrm>
            <a:off x="1749999" y="2176012"/>
            <a:ext cx="6092143" cy="2505976"/>
          </a:xfrm>
        </p:spPr>
        <p:txBody>
          <a:bodyPr anchor="b">
            <a:noAutofit/>
          </a:bodyPr>
          <a:lstStyle>
            <a:lvl1pPr marL="411480" indent="-411480" algn="l" defTabSz="529849" rtl="0" eaLnBrk="1" latinLnBrk="0" hangingPunct="1">
              <a:lnSpc>
                <a:spcPct val="100000"/>
              </a:lnSpc>
              <a:spcBef>
                <a:spcPts val="600"/>
              </a:spcBef>
              <a:spcAft>
                <a:spcPts val="600"/>
              </a:spcAft>
              <a:buSzPct val="100000"/>
              <a:buFontTx/>
              <a:buBlip>
                <a:blip r:embed="rId3"/>
              </a:buBlip>
              <a:tabLst/>
              <a:defRPr lang="en-US" sz="4400" b="1" i="0" kern="1200" cap="none" baseline="0" dirty="0">
                <a:solidFill>
                  <a:schemeClr val="bg1"/>
                </a:solidFill>
                <a:latin typeface="Avenir Heavy" panose="02000503020000020003" pitchFamily="2" charset="0"/>
                <a:ea typeface="+mj-ea"/>
                <a:cs typeface="+mj-cs"/>
              </a:defRPr>
            </a:lvl1pPr>
          </a:lstStyle>
          <a:p>
            <a:r>
              <a:rPr lang="en-US"/>
              <a:t>Click To Edit Divider Title</a:t>
            </a:r>
          </a:p>
        </p:txBody>
      </p:sp>
    </p:spTree>
    <p:extLst>
      <p:ext uri="{BB962C8B-B14F-4D97-AF65-F5344CB8AC3E}">
        <p14:creationId xmlns:p14="http://schemas.microsoft.com/office/powerpoint/2010/main" val="2108979232"/>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Legal Notic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4426" y="447124"/>
            <a:ext cx="10727799" cy="1051687"/>
          </a:xfrm>
        </p:spPr>
        <p:txBody>
          <a:bodyPr/>
          <a:lstStyle/>
          <a:p>
            <a:r>
              <a:rPr lang="en-US"/>
              <a:t>Disclaimers &amp; Disclosures</a:t>
            </a:r>
          </a:p>
        </p:txBody>
      </p:sp>
      <p:sp>
        <p:nvSpPr>
          <p:cNvPr id="8" name="Text Placeholder 11">
            <a:extLst>
              <a:ext uri="{FF2B5EF4-FFF2-40B4-BE49-F238E27FC236}">
                <a16:creationId xmlns:a16="http://schemas.microsoft.com/office/drawing/2014/main" id="{3B33DFC0-6AB1-B992-7323-C9BB594058E6}"/>
              </a:ext>
            </a:extLst>
          </p:cNvPr>
          <p:cNvSpPr>
            <a:spLocks noGrp="1"/>
          </p:cNvSpPr>
          <p:nvPr>
            <p:ph sz="quarter" idx="12" hasCustomPrompt="1"/>
          </p:nvPr>
        </p:nvSpPr>
        <p:spPr>
          <a:xfrm>
            <a:off x="724426" y="1498811"/>
            <a:ext cx="10743148" cy="358313"/>
          </a:xfrm>
        </p:spPr>
        <p:txBody>
          <a:bodyPr tIns="0" rIns="0"/>
          <a:lstStyle>
            <a:lvl1pPr>
              <a:defRPr sz="1800" b="1">
                <a:latin typeface="+mj-lt"/>
              </a:defRPr>
            </a:lvl1pPr>
          </a:lstStyle>
          <a:p>
            <a:r>
              <a:rPr lang="en-US"/>
              <a:t>Confidentiality &amp; non-distribution</a:t>
            </a:r>
          </a:p>
        </p:txBody>
      </p:sp>
      <p:grpSp>
        <p:nvGrpSpPr>
          <p:cNvPr id="10" name="Group 9">
            <a:extLst>
              <a:ext uri="{FF2B5EF4-FFF2-40B4-BE49-F238E27FC236}">
                <a16:creationId xmlns:a16="http://schemas.microsoft.com/office/drawing/2014/main" id="{413CD60A-3B69-7AA9-DBFD-5A2E56DE6C5E}"/>
              </a:ext>
            </a:extLst>
          </p:cNvPr>
          <p:cNvGrpSpPr/>
          <p:nvPr userDrawn="1"/>
        </p:nvGrpSpPr>
        <p:grpSpPr>
          <a:xfrm>
            <a:off x="9630136" y="2135537"/>
            <a:ext cx="1988552" cy="2306408"/>
            <a:chOff x="-451327" y="4742033"/>
            <a:chExt cx="2064285" cy="2801766"/>
          </a:xfrm>
        </p:grpSpPr>
        <p:sp>
          <p:nvSpPr>
            <p:cNvPr id="11" name="object 91">
              <a:extLst>
                <a:ext uri="{FF2B5EF4-FFF2-40B4-BE49-F238E27FC236}">
                  <a16:creationId xmlns:a16="http://schemas.microsoft.com/office/drawing/2014/main" id="{BC5D6472-52EB-701D-E314-107C31B51FAB}"/>
                </a:ext>
              </a:extLst>
            </p:cNvPr>
            <p:cNvSpPr/>
            <p:nvPr/>
          </p:nvSpPr>
          <p:spPr>
            <a:xfrm>
              <a:off x="-434528" y="4742033"/>
              <a:ext cx="1893665" cy="55538"/>
            </a:xfrm>
            <a:custGeom>
              <a:avLst/>
              <a:gdLst/>
              <a:ahLst/>
              <a:cxnLst/>
              <a:rect l="l" t="t" r="r" b="b"/>
              <a:pathLst>
                <a:path w="1023619">
                  <a:moveTo>
                    <a:pt x="0" y="0"/>
                  </a:moveTo>
                  <a:lnTo>
                    <a:pt x="1023619" y="0"/>
                  </a:lnTo>
                </a:path>
              </a:pathLst>
            </a:custGeom>
            <a:ln w="6350">
              <a:solidFill>
                <a:schemeClr val="accent1"/>
              </a:solidFill>
            </a:ln>
          </p:spPr>
          <p:txBody>
            <a:bodyPr wrap="square" lIns="0" tIns="0" rIns="0" bIns="0" rtlCol="0"/>
            <a:lstStyle/>
            <a:p>
              <a:endParaRPr sz="1227">
                <a:solidFill>
                  <a:schemeClr val="bg2"/>
                </a:solidFill>
                <a:latin typeface="Avenir Book" panose="02000503020000020003" pitchFamily="2" charset="0"/>
              </a:endParaRPr>
            </a:p>
          </p:txBody>
        </p:sp>
        <p:sp>
          <p:nvSpPr>
            <p:cNvPr id="12" name="Text Placeholder 13" descr="FIGURE">
              <a:extLst>
                <a:ext uri="{FF2B5EF4-FFF2-40B4-BE49-F238E27FC236}">
                  <a16:creationId xmlns:a16="http://schemas.microsoft.com/office/drawing/2014/main" id="{0CB2A227-10CF-DAE3-A995-9233184E76BA}"/>
                </a:ext>
              </a:extLst>
            </p:cNvPr>
            <p:cNvSpPr txBox="1">
              <a:spLocks/>
            </p:cNvSpPr>
            <p:nvPr/>
          </p:nvSpPr>
          <p:spPr>
            <a:xfrm>
              <a:off x="-451327" y="4899196"/>
              <a:ext cx="2064285" cy="2644603"/>
            </a:xfrm>
            <a:prstGeom prst="rect">
              <a:avLst/>
            </a:prstGeom>
          </p:spPr>
          <p:txBody>
            <a:bodyPr vert="horz" wrap="square" lIns="0" tIns="0" rIns="0" bIns="0" rtlCol="0">
              <a:noAutofit/>
            </a:bodyPr>
            <a:lstStyle>
              <a:lvl1pPr marL="0" indent="0" algn="r" defTabSz="777240" rtl="0" eaLnBrk="1" latinLnBrk="0" hangingPunct="1">
                <a:lnSpc>
                  <a:spcPts val="1080"/>
                </a:lnSpc>
                <a:spcBef>
                  <a:spcPts val="0"/>
                </a:spcBef>
                <a:spcAft>
                  <a:spcPts val="0"/>
                </a:spcAft>
                <a:buClr>
                  <a:schemeClr val="accent2"/>
                </a:buClr>
                <a:buFont typeface="Arial" panose="020B0604020202020204" pitchFamily="34" charset="0"/>
                <a:buNone/>
                <a:defRPr lang="en-US" sz="900" b="1" i="0" kern="1200" spc="0" baseline="0" dirty="0">
                  <a:solidFill>
                    <a:schemeClr val="accent3"/>
                  </a:solidFill>
                  <a:latin typeface="Avenir Black" panose="02000503020000020003" pitchFamily="2" charset="0"/>
                  <a:ea typeface="+mn-ea"/>
                  <a:cs typeface="Arial"/>
                </a:defRPr>
              </a:lvl1pPr>
              <a:lvl2pPr marL="320040" indent="-320040" algn="l" defTabSz="777240" rtl="0" eaLnBrk="1" latinLnBrk="0" hangingPunct="1">
                <a:lnSpc>
                  <a:spcPts val="2700"/>
                </a:lnSpc>
                <a:spcBef>
                  <a:spcPts val="600"/>
                </a:spcBef>
                <a:spcAft>
                  <a:spcPts val="600"/>
                </a:spcAft>
                <a:buClr>
                  <a:schemeClr val="accent2"/>
                </a:buClr>
                <a:buFont typeface="Arial" panose="020B0604020202020204" pitchFamily="34" charset="0"/>
                <a:buChar char="•"/>
                <a:defRPr sz="1900" b="0" i="0" kern="1200">
                  <a:solidFill>
                    <a:schemeClr val="accent4">
                      <a:lumMod val="50000"/>
                    </a:schemeClr>
                  </a:solidFill>
                  <a:latin typeface="Avenir Book" panose="02000503020000020003" pitchFamily="2" charset="0"/>
                  <a:ea typeface="+mn-ea"/>
                  <a:cs typeface="+mn-cs"/>
                </a:defRPr>
              </a:lvl2pPr>
              <a:lvl3pPr marL="685800" indent="-320040" algn="l" defTabSz="777240" rtl="0" eaLnBrk="1" latinLnBrk="0" hangingPunct="1">
                <a:lnSpc>
                  <a:spcPts val="2700"/>
                </a:lnSpc>
                <a:spcBef>
                  <a:spcPts val="600"/>
                </a:spcBef>
                <a:spcAft>
                  <a:spcPts val="600"/>
                </a:spcAft>
                <a:buClr>
                  <a:schemeClr val="accent2"/>
                </a:buClr>
                <a:buFont typeface="System Font Regular"/>
                <a:buChar char="–"/>
                <a:defRPr sz="1700" b="0" i="0" kern="1200">
                  <a:solidFill>
                    <a:schemeClr val="accent4"/>
                  </a:solidFill>
                  <a:latin typeface="Avenir Book" panose="02000503020000020003" pitchFamily="2" charset="0"/>
                  <a:ea typeface="+mn-ea"/>
                  <a:cs typeface="+mn-cs"/>
                </a:defRPr>
              </a:lvl3pPr>
              <a:lvl4pPr marL="1097280" indent="-320040" algn="l" defTabSz="777240" rtl="0" eaLnBrk="1" latinLnBrk="0" hangingPunct="1">
                <a:lnSpc>
                  <a:spcPts val="2700"/>
                </a:lnSpc>
                <a:spcBef>
                  <a:spcPts val="600"/>
                </a:spcBef>
                <a:spcAft>
                  <a:spcPts val="600"/>
                </a:spcAft>
                <a:buClr>
                  <a:schemeClr val="accent5"/>
                </a:buClr>
                <a:buSzPct val="90000"/>
                <a:buFont typeface="Arial" panose="020B0604020202020204" pitchFamily="34" charset="0"/>
                <a:buChar char="•"/>
                <a:defRPr sz="1530" b="0" i="0" kern="1200">
                  <a:solidFill>
                    <a:schemeClr val="accent5"/>
                  </a:solidFill>
                  <a:latin typeface="Avenir Book" panose="02000503020000020003" pitchFamily="2" charset="0"/>
                  <a:ea typeface="+mn-ea"/>
                  <a:cs typeface="+mn-cs"/>
                </a:defRPr>
              </a:lvl4pPr>
              <a:lvl5pPr marL="1417320" indent="-320040" algn="l" defTabSz="777240" rtl="0" eaLnBrk="1" latinLnBrk="0" hangingPunct="1">
                <a:lnSpc>
                  <a:spcPts val="2700"/>
                </a:lnSpc>
                <a:spcBef>
                  <a:spcPts val="600"/>
                </a:spcBef>
                <a:spcAft>
                  <a:spcPts val="600"/>
                </a:spcAft>
                <a:buSzPct val="90000"/>
                <a:buFont typeface="System Font Regular"/>
                <a:buChar char="–"/>
                <a:defRPr sz="1530" b="0" i="0" kern="1200">
                  <a:solidFill>
                    <a:schemeClr val="accent5"/>
                  </a:solidFill>
                  <a:latin typeface="Avenir Book" panose="02000503020000020003" pitchFamily="2" charset="0"/>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a:lstStyle>
            <a:p>
              <a:pPr algn="l">
                <a:lnSpc>
                  <a:spcPts val="2045"/>
                </a:lnSpc>
              </a:pPr>
              <a:r>
                <a:rPr lang="en-US" sz="1200" b="0" spc="-34">
                  <a:solidFill>
                    <a:schemeClr val="accent1"/>
                  </a:solidFill>
                  <a:latin typeface="Avenir Heavy" panose="02000503020000020003" pitchFamily="2" charset="0"/>
                </a:rPr>
                <a:t>Receipt and review of </a:t>
              </a:r>
              <a:br>
                <a:rPr lang="en-US" sz="1200" b="0" spc="-34">
                  <a:solidFill>
                    <a:schemeClr val="accent1"/>
                  </a:solidFill>
                  <a:latin typeface="Avenir Heavy" panose="02000503020000020003" pitchFamily="2" charset="0"/>
                </a:rPr>
              </a:br>
              <a:r>
                <a:rPr lang="en-US" sz="1200" b="0" spc="-34">
                  <a:solidFill>
                    <a:schemeClr val="accent1"/>
                  </a:solidFill>
                  <a:latin typeface="Avenir Heavy" panose="02000503020000020003" pitchFamily="2" charset="0"/>
                </a:rPr>
                <a:t>these materials constitutes acceptance of the terms </a:t>
              </a:r>
              <a:br>
                <a:rPr lang="en-US" sz="1200" b="0" spc="-34">
                  <a:solidFill>
                    <a:schemeClr val="accent1"/>
                  </a:solidFill>
                  <a:latin typeface="Avenir Heavy" panose="02000503020000020003" pitchFamily="2" charset="0"/>
                </a:rPr>
              </a:br>
              <a:r>
                <a:rPr lang="en-US" sz="1200" b="0" spc="-34">
                  <a:solidFill>
                    <a:schemeClr val="accent1"/>
                  </a:solidFill>
                  <a:latin typeface="Avenir Heavy" panose="02000503020000020003" pitchFamily="2" charset="0"/>
                </a:rPr>
                <a:t>and conditions of the Confidentiality Agreement. </a:t>
              </a:r>
            </a:p>
          </p:txBody>
        </p:sp>
      </p:grpSp>
      <p:pic>
        <p:nvPicPr>
          <p:cNvPr id="13" name="Picture 12">
            <a:extLst>
              <a:ext uri="{FF2B5EF4-FFF2-40B4-BE49-F238E27FC236}">
                <a16:creationId xmlns:a16="http://schemas.microsoft.com/office/drawing/2014/main" id="{5A7541D3-EC8D-08CA-D8CC-7A1E51C30D89}"/>
              </a:ext>
            </a:extLst>
          </p:cNvPr>
          <p:cNvPicPr>
            <a:picLocks noChangeAspect="1"/>
          </p:cNvPicPr>
          <p:nvPr userDrawn="1"/>
        </p:nvPicPr>
        <p:blipFill>
          <a:blip r:embed="rId2"/>
          <a:stretch>
            <a:fillRect/>
          </a:stretch>
        </p:blipFill>
        <p:spPr>
          <a:xfrm>
            <a:off x="698339" y="2036180"/>
            <a:ext cx="8623300" cy="4267200"/>
          </a:xfrm>
          <a:prstGeom prst="rect">
            <a:avLst/>
          </a:prstGeom>
        </p:spPr>
      </p:pic>
    </p:spTree>
    <p:extLst>
      <p:ext uri="{BB962C8B-B14F-4D97-AF65-F5344CB8AC3E}">
        <p14:creationId xmlns:p14="http://schemas.microsoft.com/office/powerpoint/2010/main" val="393252398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B02B953E-664F-D780-3967-9D0548A5D28F}"/>
              </a:ext>
            </a:extLst>
          </p:cNvPr>
          <p:cNvSpPr>
            <a:spLocks noGrp="1"/>
          </p:cNvSpPr>
          <p:nvPr>
            <p:ph type="title" hasCustomPrompt="1"/>
          </p:nvPr>
        </p:nvSpPr>
        <p:spPr>
          <a:xfrm>
            <a:off x="724427" y="447124"/>
            <a:ext cx="10734084" cy="1051687"/>
          </a:xfrm>
        </p:spPr>
        <p:txBody>
          <a:bodyPr/>
          <a:lstStyle/>
          <a:p>
            <a:r>
              <a:rPr lang="en-US"/>
              <a:t>Click to Edit Title</a:t>
            </a:r>
          </a:p>
        </p:txBody>
      </p:sp>
      <p:sp>
        <p:nvSpPr>
          <p:cNvPr id="3" name="Text Placeholder 2">
            <a:extLst>
              <a:ext uri="{FF2B5EF4-FFF2-40B4-BE49-F238E27FC236}">
                <a16:creationId xmlns:a16="http://schemas.microsoft.com/office/drawing/2014/main" id="{0C6B0A88-8773-FAB4-D19A-8D4B6BAFE221}"/>
              </a:ext>
            </a:extLst>
          </p:cNvPr>
          <p:cNvSpPr>
            <a:spLocks noGrp="1"/>
          </p:cNvSpPr>
          <p:nvPr>
            <p:ph type="body" sz="quarter" idx="14" hasCustomPrompt="1"/>
          </p:nvPr>
        </p:nvSpPr>
        <p:spPr>
          <a:xfrm>
            <a:off x="8097079" y="4435919"/>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5" name="Text Placeholder 2">
            <a:extLst>
              <a:ext uri="{FF2B5EF4-FFF2-40B4-BE49-F238E27FC236}">
                <a16:creationId xmlns:a16="http://schemas.microsoft.com/office/drawing/2014/main" id="{65CBA3EC-8ACD-68A3-2E6E-2B896E781D78}"/>
              </a:ext>
            </a:extLst>
          </p:cNvPr>
          <p:cNvSpPr>
            <a:spLocks noGrp="1"/>
          </p:cNvSpPr>
          <p:nvPr>
            <p:ph type="body" sz="quarter" idx="15" hasCustomPrompt="1"/>
          </p:nvPr>
        </p:nvSpPr>
        <p:spPr>
          <a:xfrm>
            <a:off x="8097079" y="3909347"/>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6" name="Text Placeholder 2">
            <a:extLst>
              <a:ext uri="{FF2B5EF4-FFF2-40B4-BE49-F238E27FC236}">
                <a16:creationId xmlns:a16="http://schemas.microsoft.com/office/drawing/2014/main" id="{FAF0F53F-889A-721B-B1C9-CA59E61375E5}"/>
              </a:ext>
            </a:extLst>
          </p:cNvPr>
          <p:cNvSpPr>
            <a:spLocks noGrp="1"/>
          </p:cNvSpPr>
          <p:nvPr>
            <p:ph type="body" sz="quarter" idx="16" hasCustomPrompt="1"/>
          </p:nvPr>
        </p:nvSpPr>
        <p:spPr>
          <a:xfrm>
            <a:off x="8097079" y="3382775"/>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7" name="Text Placeholder 2">
            <a:extLst>
              <a:ext uri="{FF2B5EF4-FFF2-40B4-BE49-F238E27FC236}">
                <a16:creationId xmlns:a16="http://schemas.microsoft.com/office/drawing/2014/main" id="{3A54923A-D9AD-5C05-E439-508237F91EB1}"/>
              </a:ext>
            </a:extLst>
          </p:cNvPr>
          <p:cNvSpPr>
            <a:spLocks noGrp="1"/>
          </p:cNvSpPr>
          <p:nvPr>
            <p:ph type="body" sz="quarter" idx="12" hasCustomPrompt="1"/>
          </p:nvPr>
        </p:nvSpPr>
        <p:spPr>
          <a:xfrm>
            <a:off x="8097079" y="2856203"/>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8" name="Text Placeholder 2">
            <a:extLst>
              <a:ext uri="{FF2B5EF4-FFF2-40B4-BE49-F238E27FC236}">
                <a16:creationId xmlns:a16="http://schemas.microsoft.com/office/drawing/2014/main" id="{E807E96C-7A2A-7702-5836-6082D73EC049}"/>
              </a:ext>
            </a:extLst>
          </p:cNvPr>
          <p:cNvSpPr>
            <a:spLocks noGrp="1"/>
          </p:cNvSpPr>
          <p:nvPr>
            <p:ph type="body" sz="quarter" idx="13" hasCustomPrompt="1"/>
          </p:nvPr>
        </p:nvSpPr>
        <p:spPr>
          <a:xfrm>
            <a:off x="8097079" y="2329631"/>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9" name="Text Placeholder 2">
            <a:extLst>
              <a:ext uri="{FF2B5EF4-FFF2-40B4-BE49-F238E27FC236}">
                <a16:creationId xmlns:a16="http://schemas.microsoft.com/office/drawing/2014/main" id="{7B192EA8-6B13-B0BC-9DBE-47014B681563}"/>
              </a:ext>
            </a:extLst>
          </p:cNvPr>
          <p:cNvSpPr>
            <a:spLocks noGrp="1"/>
          </p:cNvSpPr>
          <p:nvPr>
            <p:ph type="body" sz="quarter" idx="11" hasCustomPrompt="1"/>
          </p:nvPr>
        </p:nvSpPr>
        <p:spPr>
          <a:xfrm>
            <a:off x="8097079" y="1803059"/>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12" name="Text Placeholder 2">
            <a:extLst>
              <a:ext uri="{FF2B5EF4-FFF2-40B4-BE49-F238E27FC236}">
                <a16:creationId xmlns:a16="http://schemas.microsoft.com/office/drawing/2014/main" id="{6AE7FAA7-F3F9-6232-8A5F-2EB6EFB69B03}"/>
              </a:ext>
            </a:extLst>
          </p:cNvPr>
          <p:cNvSpPr>
            <a:spLocks noGrp="1"/>
          </p:cNvSpPr>
          <p:nvPr>
            <p:ph type="body" sz="quarter" idx="18" hasCustomPrompt="1"/>
          </p:nvPr>
        </p:nvSpPr>
        <p:spPr>
          <a:xfrm>
            <a:off x="8097079" y="5489063"/>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13" name="Text Placeholder 2">
            <a:extLst>
              <a:ext uri="{FF2B5EF4-FFF2-40B4-BE49-F238E27FC236}">
                <a16:creationId xmlns:a16="http://schemas.microsoft.com/office/drawing/2014/main" id="{8728288B-DD1D-52F9-9C96-A048F7EC3ACD}"/>
              </a:ext>
            </a:extLst>
          </p:cNvPr>
          <p:cNvSpPr>
            <a:spLocks noGrp="1"/>
          </p:cNvSpPr>
          <p:nvPr>
            <p:ph type="body" sz="quarter" idx="19" hasCustomPrompt="1"/>
          </p:nvPr>
        </p:nvSpPr>
        <p:spPr>
          <a:xfrm>
            <a:off x="8097079" y="4962491"/>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28" name="Content Placeholder 23">
            <a:extLst>
              <a:ext uri="{FF2B5EF4-FFF2-40B4-BE49-F238E27FC236}">
                <a16:creationId xmlns:a16="http://schemas.microsoft.com/office/drawing/2014/main" id="{5566A3BF-E125-8653-D6A2-6E0FAB447F6D}"/>
              </a:ext>
            </a:extLst>
          </p:cNvPr>
          <p:cNvSpPr>
            <a:spLocks noGrp="1"/>
          </p:cNvSpPr>
          <p:nvPr>
            <p:ph sz="quarter" idx="24" hasCustomPrompt="1"/>
          </p:nvPr>
        </p:nvSpPr>
        <p:spPr>
          <a:xfrm>
            <a:off x="4478216" y="1226675"/>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4" name="Content Placeholder 23">
            <a:extLst>
              <a:ext uri="{FF2B5EF4-FFF2-40B4-BE49-F238E27FC236}">
                <a16:creationId xmlns:a16="http://schemas.microsoft.com/office/drawing/2014/main" id="{08250C8B-9AFE-1092-FA23-0BC051AE8E21}"/>
              </a:ext>
            </a:extLst>
          </p:cNvPr>
          <p:cNvSpPr>
            <a:spLocks noGrp="1"/>
          </p:cNvSpPr>
          <p:nvPr>
            <p:ph sz="quarter" idx="25" hasCustomPrompt="1"/>
          </p:nvPr>
        </p:nvSpPr>
        <p:spPr>
          <a:xfrm>
            <a:off x="4478216" y="1753617"/>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5" name="Content Placeholder 23">
            <a:extLst>
              <a:ext uri="{FF2B5EF4-FFF2-40B4-BE49-F238E27FC236}">
                <a16:creationId xmlns:a16="http://schemas.microsoft.com/office/drawing/2014/main" id="{1A07EF63-2088-9EA0-EC20-98EE11B0CFED}"/>
              </a:ext>
            </a:extLst>
          </p:cNvPr>
          <p:cNvSpPr>
            <a:spLocks noGrp="1"/>
          </p:cNvSpPr>
          <p:nvPr>
            <p:ph sz="quarter" idx="26" hasCustomPrompt="1"/>
          </p:nvPr>
        </p:nvSpPr>
        <p:spPr>
          <a:xfrm>
            <a:off x="4478216" y="2280559"/>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6" name="Content Placeholder 23">
            <a:extLst>
              <a:ext uri="{FF2B5EF4-FFF2-40B4-BE49-F238E27FC236}">
                <a16:creationId xmlns:a16="http://schemas.microsoft.com/office/drawing/2014/main" id="{AF0DA902-6068-5700-F6EE-56565C11B296}"/>
              </a:ext>
            </a:extLst>
          </p:cNvPr>
          <p:cNvSpPr>
            <a:spLocks noGrp="1"/>
          </p:cNvSpPr>
          <p:nvPr>
            <p:ph sz="quarter" idx="27" hasCustomPrompt="1"/>
          </p:nvPr>
        </p:nvSpPr>
        <p:spPr>
          <a:xfrm>
            <a:off x="4478216" y="2807501"/>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7" name="Content Placeholder 23">
            <a:extLst>
              <a:ext uri="{FF2B5EF4-FFF2-40B4-BE49-F238E27FC236}">
                <a16:creationId xmlns:a16="http://schemas.microsoft.com/office/drawing/2014/main" id="{25E03AE6-16F6-41CA-0E00-924F69DF4912}"/>
              </a:ext>
            </a:extLst>
          </p:cNvPr>
          <p:cNvSpPr>
            <a:spLocks noGrp="1"/>
          </p:cNvSpPr>
          <p:nvPr>
            <p:ph sz="quarter" idx="28" hasCustomPrompt="1"/>
          </p:nvPr>
        </p:nvSpPr>
        <p:spPr>
          <a:xfrm>
            <a:off x="4478216" y="3334443"/>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8" name="Content Placeholder 23">
            <a:extLst>
              <a:ext uri="{FF2B5EF4-FFF2-40B4-BE49-F238E27FC236}">
                <a16:creationId xmlns:a16="http://schemas.microsoft.com/office/drawing/2014/main" id="{E72DCAC9-8695-0F0F-0D5B-3F8B3EE820E7}"/>
              </a:ext>
            </a:extLst>
          </p:cNvPr>
          <p:cNvSpPr>
            <a:spLocks noGrp="1"/>
          </p:cNvSpPr>
          <p:nvPr>
            <p:ph sz="quarter" idx="29" hasCustomPrompt="1"/>
          </p:nvPr>
        </p:nvSpPr>
        <p:spPr>
          <a:xfrm>
            <a:off x="4478216" y="3861385"/>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9" name="Content Placeholder 23">
            <a:extLst>
              <a:ext uri="{FF2B5EF4-FFF2-40B4-BE49-F238E27FC236}">
                <a16:creationId xmlns:a16="http://schemas.microsoft.com/office/drawing/2014/main" id="{CD4018D4-B3F4-77F3-C060-FFB77DE5F9AB}"/>
              </a:ext>
            </a:extLst>
          </p:cNvPr>
          <p:cNvSpPr>
            <a:spLocks noGrp="1"/>
          </p:cNvSpPr>
          <p:nvPr>
            <p:ph sz="quarter" idx="30" hasCustomPrompt="1"/>
          </p:nvPr>
        </p:nvSpPr>
        <p:spPr>
          <a:xfrm>
            <a:off x="4478216" y="4388327"/>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40" name="Content Placeholder 23">
            <a:extLst>
              <a:ext uri="{FF2B5EF4-FFF2-40B4-BE49-F238E27FC236}">
                <a16:creationId xmlns:a16="http://schemas.microsoft.com/office/drawing/2014/main" id="{5129D140-6B35-93B9-ECFD-9DD38DF9C9EE}"/>
              </a:ext>
            </a:extLst>
          </p:cNvPr>
          <p:cNvSpPr>
            <a:spLocks noGrp="1"/>
          </p:cNvSpPr>
          <p:nvPr>
            <p:ph sz="quarter" idx="31" hasCustomPrompt="1"/>
          </p:nvPr>
        </p:nvSpPr>
        <p:spPr>
          <a:xfrm>
            <a:off x="4478216" y="4915269"/>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41" name="Content Placeholder 23">
            <a:extLst>
              <a:ext uri="{FF2B5EF4-FFF2-40B4-BE49-F238E27FC236}">
                <a16:creationId xmlns:a16="http://schemas.microsoft.com/office/drawing/2014/main" id="{D484B4F0-E152-286D-3449-ED986EF2A5C3}"/>
              </a:ext>
            </a:extLst>
          </p:cNvPr>
          <p:cNvSpPr>
            <a:spLocks noGrp="1"/>
          </p:cNvSpPr>
          <p:nvPr>
            <p:ph sz="quarter" idx="32" hasCustomPrompt="1"/>
          </p:nvPr>
        </p:nvSpPr>
        <p:spPr>
          <a:xfrm>
            <a:off x="4478216" y="5442214"/>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10" name="Text Placeholder 2">
            <a:extLst>
              <a:ext uri="{FF2B5EF4-FFF2-40B4-BE49-F238E27FC236}">
                <a16:creationId xmlns:a16="http://schemas.microsoft.com/office/drawing/2014/main" id="{79EB0B7C-0884-C0EA-892D-5C6FE679FCA0}"/>
              </a:ext>
            </a:extLst>
          </p:cNvPr>
          <p:cNvSpPr>
            <a:spLocks noGrp="1"/>
          </p:cNvSpPr>
          <p:nvPr>
            <p:ph type="body" sz="quarter" idx="10" hasCustomPrompt="1"/>
          </p:nvPr>
        </p:nvSpPr>
        <p:spPr>
          <a:xfrm>
            <a:off x="8097079" y="1276487"/>
            <a:ext cx="3361432"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Tree>
    <p:extLst>
      <p:ext uri="{BB962C8B-B14F-4D97-AF65-F5344CB8AC3E}">
        <p14:creationId xmlns:p14="http://schemas.microsoft.com/office/powerpoint/2010/main" val="4124790826"/>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B02B953E-664F-D780-3967-9D0548A5D28F}"/>
              </a:ext>
            </a:extLst>
          </p:cNvPr>
          <p:cNvSpPr>
            <a:spLocks noGrp="1"/>
          </p:cNvSpPr>
          <p:nvPr>
            <p:ph type="title" hasCustomPrompt="1"/>
          </p:nvPr>
        </p:nvSpPr>
        <p:spPr>
          <a:xfrm>
            <a:off x="724427" y="447124"/>
            <a:ext cx="3883907" cy="1051687"/>
          </a:xfrm>
        </p:spPr>
        <p:txBody>
          <a:bodyPr/>
          <a:lstStyle/>
          <a:p>
            <a:r>
              <a:rPr lang="en-US"/>
              <a:t>Click to Edit Title</a:t>
            </a:r>
          </a:p>
        </p:txBody>
      </p:sp>
      <p:sp>
        <p:nvSpPr>
          <p:cNvPr id="3" name="Text Placeholder 2">
            <a:extLst>
              <a:ext uri="{FF2B5EF4-FFF2-40B4-BE49-F238E27FC236}">
                <a16:creationId xmlns:a16="http://schemas.microsoft.com/office/drawing/2014/main" id="{0C6B0A88-8773-FAB4-D19A-8D4B6BAFE221}"/>
              </a:ext>
            </a:extLst>
          </p:cNvPr>
          <p:cNvSpPr>
            <a:spLocks noGrp="1"/>
          </p:cNvSpPr>
          <p:nvPr>
            <p:ph type="body" sz="quarter" idx="14" hasCustomPrompt="1"/>
          </p:nvPr>
        </p:nvSpPr>
        <p:spPr>
          <a:xfrm>
            <a:off x="6608247" y="3580739"/>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5" name="Text Placeholder 2">
            <a:extLst>
              <a:ext uri="{FF2B5EF4-FFF2-40B4-BE49-F238E27FC236}">
                <a16:creationId xmlns:a16="http://schemas.microsoft.com/office/drawing/2014/main" id="{65CBA3EC-8ACD-68A3-2E6E-2B896E781D78}"/>
              </a:ext>
            </a:extLst>
          </p:cNvPr>
          <p:cNvSpPr>
            <a:spLocks noGrp="1"/>
          </p:cNvSpPr>
          <p:nvPr>
            <p:ph type="body" sz="quarter" idx="15" hasCustomPrompt="1"/>
          </p:nvPr>
        </p:nvSpPr>
        <p:spPr>
          <a:xfrm>
            <a:off x="6608247" y="3054046"/>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6" name="Text Placeholder 2">
            <a:extLst>
              <a:ext uri="{FF2B5EF4-FFF2-40B4-BE49-F238E27FC236}">
                <a16:creationId xmlns:a16="http://schemas.microsoft.com/office/drawing/2014/main" id="{FAF0F53F-889A-721B-B1C9-CA59E61375E5}"/>
              </a:ext>
            </a:extLst>
          </p:cNvPr>
          <p:cNvSpPr>
            <a:spLocks noGrp="1"/>
          </p:cNvSpPr>
          <p:nvPr>
            <p:ph type="body" sz="quarter" idx="16" hasCustomPrompt="1"/>
          </p:nvPr>
        </p:nvSpPr>
        <p:spPr>
          <a:xfrm>
            <a:off x="6608247" y="2527353"/>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7" name="Text Placeholder 2">
            <a:extLst>
              <a:ext uri="{FF2B5EF4-FFF2-40B4-BE49-F238E27FC236}">
                <a16:creationId xmlns:a16="http://schemas.microsoft.com/office/drawing/2014/main" id="{3A54923A-D9AD-5C05-E439-508237F91EB1}"/>
              </a:ext>
            </a:extLst>
          </p:cNvPr>
          <p:cNvSpPr>
            <a:spLocks noGrp="1"/>
          </p:cNvSpPr>
          <p:nvPr>
            <p:ph type="body" sz="quarter" idx="12" hasCustomPrompt="1"/>
          </p:nvPr>
        </p:nvSpPr>
        <p:spPr>
          <a:xfrm>
            <a:off x="6608247" y="2000660"/>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8" name="Text Placeholder 2">
            <a:extLst>
              <a:ext uri="{FF2B5EF4-FFF2-40B4-BE49-F238E27FC236}">
                <a16:creationId xmlns:a16="http://schemas.microsoft.com/office/drawing/2014/main" id="{E807E96C-7A2A-7702-5836-6082D73EC049}"/>
              </a:ext>
            </a:extLst>
          </p:cNvPr>
          <p:cNvSpPr>
            <a:spLocks noGrp="1"/>
          </p:cNvSpPr>
          <p:nvPr>
            <p:ph type="body" sz="quarter" idx="13" hasCustomPrompt="1"/>
          </p:nvPr>
        </p:nvSpPr>
        <p:spPr>
          <a:xfrm>
            <a:off x="6608247" y="1473967"/>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9" name="Text Placeholder 2">
            <a:extLst>
              <a:ext uri="{FF2B5EF4-FFF2-40B4-BE49-F238E27FC236}">
                <a16:creationId xmlns:a16="http://schemas.microsoft.com/office/drawing/2014/main" id="{7B192EA8-6B13-B0BC-9DBE-47014B681563}"/>
              </a:ext>
            </a:extLst>
          </p:cNvPr>
          <p:cNvSpPr>
            <a:spLocks noGrp="1"/>
          </p:cNvSpPr>
          <p:nvPr>
            <p:ph type="body" sz="quarter" idx="11" hasCustomPrompt="1"/>
          </p:nvPr>
        </p:nvSpPr>
        <p:spPr>
          <a:xfrm>
            <a:off x="6608247" y="947274"/>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12" name="Text Placeholder 2">
            <a:extLst>
              <a:ext uri="{FF2B5EF4-FFF2-40B4-BE49-F238E27FC236}">
                <a16:creationId xmlns:a16="http://schemas.microsoft.com/office/drawing/2014/main" id="{6AE7FAA7-F3F9-6232-8A5F-2EB6EFB69B03}"/>
              </a:ext>
            </a:extLst>
          </p:cNvPr>
          <p:cNvSpPr>
            <a:spLocks noGrp="1"/>
          </p:cNvSpPr>
          <p:nvPr>
            <p:ph type="body" sz="quarter" idx="18" hasCustomPrompt="1"/>
          </p:nvPr>
        </p:nvSpPr>
        <p:spPr>
          <a:xfrm>
            <a:off x="6608247" y="4634125"/>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13" name="Text Placeholder 2">
            <a:extLst>
              <a:ext uri="{FF2B5EF4-FFF2-40B4-BE49-F238E27FC236}">
                <a16:creationId xmlns:a16="http://schemas.microsoft.com/office/drawing/2014/main" id="{8728288B-DD1D-52F9-9C96-A048F7EC3ACD}"/>
              </a:ext>
            </a:extLst>
          </p:cNvPr>
          <p:cNvSpPr>
            <a:spLocks noGrp="1"/>
          </p:cNvSpPr>
          <p:nvPr>
            <p:ph type="body" sz="quarter" idx="19" hasCustomPrompt="1"/>
          </p:nvPr>
        </p:nvSpPr>
        <p:spPr>
          <a:xfrm>
            <a:off x="6608247" y="4107432"/>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34" name="Content Placeholder 23">
            <a:extLst>
              <a:ext uri="{FF2B5EF4-FFF2-40B4-BE49-F238E27FC236}">
                <a16:creationId xmlns:a16="http://schemas.microsoft.com/office/drawing/2014/main" id="{08250C8B-9AFE-1092-FA23-0BC051AE8E21}"/>
              </a:ext>
            </a:extLst>
          </p:cNvPr>
          <p:cNvSpPr>
            <a:spLocks noGrp="1"/>
          </p:cNvSpPr>
          <p:nvPr>
            <p:ph sz="quarter" idx="25" hasCustomPrompt="1"/>
          </p:nvPr>
        </p:nvSpPr>
        <p:spPr>
          <a:xfrm>
            <a:off x="4874396" y="886109"/>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35" name="Content Placeholder 23">
            <a:extLst>
              <a:ext uri="{FF2B5EF4-FFF2-40B4-BE49-F238E27FC236}">
                <a16:creationId xmlns:a16="http://schemas.microsoft.com/office/drawing/2014/main" id="{1A07EF63-2088-9EA0-EC20-98EE11B0CFED}"/>
              </a:ext>
            </a:extLst>
          </p:cNvPr>
          <p:cNvSpPr>
            <a:spLocks noGrp="1"/>
          </p:cNvSpPr>
          <p:nvPr>
            <p:ph sz="quarter" idx="26" hasCustomPrompt="1"/>
          </p:nvPr>
        </p:nvSpPr>
        <p:spPr>
          <a:xfrm>
            <a:off x="4874396" y="1413126"/>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36" name="Content Placeholder 23">
            <a:extLst>
              <a:ext uri="{FF2B5EF4-FFF2-40B4-BE49-F238E27FC236}">
                <a16:creationId xmlns:a16="http://schemas.microsoft.com/office/drawing/2014/main" id="{AF0DA902-6068-5700-F6EE-56565C11B296}"/>
              </a:ext>
            </a:extLst>
          </p:cNvPr>
          <p:cNvSpPr>
            <a:spLocks noGrp="1"/>
          </p:cNvSpPr>
          <p:nvPr>
            <p:ph sz="quarter" idx="27" hasCustomPrompt="1"/>
          </p:nvPr>
        </p:nvSpPr>
        <p:spPr>
          <a:xfrm>
            <a:off x="4874396" y="1940143"/>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37" name="Content Placeholder 23">
            <a:extLst>
              <a:ext uri="{FF2B5EF4-FFF2-40B4-BE49-F238E27FC236}">
                <a16:creationId xmlns:a16="http://schemas.microsoft.com/office/drawing/2014/main" id="{25E03AE6-16F6-41CA-0E00-924F69DF4912}"/>
              </a:ext>
            </a:extLst>
          </p:cNvPr>
          <p:cNvSpPr>
            <a:spLocks noGrp="1"/>
          </p:cNvSpPr>
          <p:nvPr>
            <p:ph sz="quarter" idx="28" hasCustomPrompt="1"/>
          </p:nvPr>
        </p:nvSpPr>
        <p:spPr>
          <a:xfrm>
            <a:off x="4874396" y="2467160"/>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38" name="Content Placeholder 23">
            <a:extLst>
              <a:ext uri="{FF2B5EF4-FFF2-40B4-BE49-F238E27FC236}">
                <a16:creationId xmlns:a16="http://schemas.microsoft.com/office/drawing/2014/main" id="{E72DCAC9-8695-0F0F-0D5B-3F8B3EE820E7}"/>
              </a:ext>
            </a:extLst>
          </p:cNvPr>
          <p:cNvSpPr>
            <a:spLocks noGrp="1"/>
          </p:cNvSpPr>
          <p:nvPr>
            <p:ph sz="quarter" idx="29" hasCustomPrompt="1"/>
          </p:nvPr>
        </p:nvSpPr>
        <p:spPr>
          <a:xfrm>
            <a:off x="4874396" y="2994177"/>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39" name="Content Placeholder 23">
            <a:extLst>
              <a:ext uri="{FF2B5EF4-FFF2-40B4-BE49-F238E27FC236}">
                <a16:creationId xmlns:a16="http://schemas.microsoft.com/office/drawing/2014/main" id="{CD4018D4-B3F4-77F3-C060-FFB77DE5F9AB}"/>
              </a:ext>
            </a:extLst>
          </p:cNvPr>
          <p:cNvSpPr>
            <a:spLocks noGrp="1"/>
          </p:cNvSpPr>
          <p:nvPr>
            <p:ph sz="quarter" idx="30" hasCustomPrompt="1"/>
          </p:nvPr>
        </p:nvSpPr>
        <p:spPr>
          <a:xfrm>
            <a:off x="4874396" y="3521194"/>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40" name="Content Placeholder 23">
            <a:extLst>
              <a:ext uri="{FF2B5EF4-FFF2-40B4-BE49-F238E27FC236}">
                <a16:creationId xmlns:a16="http://schemas.microsoft.com/office/drawing/2014/main" id="{5129D140-6B35-93B9-ECFD-9DD38DF9C9EE}"/>
              </a:ext>
            </a:extLst>
          </p:cNvPr>
          <p:cNvSpPr>
            <a:spLocks noGrp="1"/>
          </p:cNvSpPr>
          <p:nvPr>
            <p:ph sz="quarter" idx="31" hasCustomPrompt="1"/>
          </p:nvPr>
        </p:nvSpPr>
        <p:spPr>
          <a:xfrm>
            <a:off x="4874396" y="4048211"/>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41" name="Content Placeholder 23">
            <a:extLst>
              <a:ext uri="{FF2B5EF4-FFF2-40B4-BE49-F238E27FC236}">
                <a16:creationId xmlns:a16="http://schemas.microsoft.com/office/drawing/2014/main" id="{D484B4F0-E152-286D-3449-ED986EF2A5C3}"/>
              </a:ext>
            </a:extLst>
          </p:cNvPr>
          <p:cNvSpPr>
            <a:spLocks noGrp="1"/>
          </p:cNvSpPr>
          <p:nvPr>
            <p:ph sz="quarter" idx="32" hasCustomPrompt="1"/>
          </p:nvPr>
        </p:nvSpPr>
        <p:spPr>
          <a:xfrm>
            <a:off x="4874396" y="4575228"/>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47" name="Text Placeholder 2">
            <a:extLst>
              <a:ext uri="{FF2B5EF4-FFF2-40B4-BE49-F238E27FC236}">
                <a16:creationId xmlns:a16="http://schemas.microsoft.com/office/drawing/2014/main" id="{A6AEDD94-6081-10CA-C570-ECAD1902B72C}"/>
              </a:ext>
            </a:extLst>
          </p:cNvPr>
          <p:cNvSpPr>
            <a:spLocks noGrp="1"/>
          </p:cNvSpPr>
          <p:nvPr>
            <p:ph type="body" sz="quarter" idx="33" hasCustomPrompt="1"/>
          </p:nvPr>
        </p:nvSpPr>
        <p:spPr>
          <a:xfrm>
            <a:off x="6608247" y="5160817"/>
            <a:ext cx="4833476" cy="439424"/>
          </a:xfrm>
          <a:prstGeom prst="rect">
            <a:avLst/>
          </a:prstGeom>
        </p:spPr>
        <p:txBody>
          <a:bodyPr lIns="0" anchor="ctr">
            <a:noAutofit/>
          </a:bodyPr>
          <a:lstStyle>
            <a:lvl1pPr marL="0" indent="0" algn="l" defTabSz="777240"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48" name="Content Placeholder 23">
            <a:extLst>
              <a:ext uri="{FF2B5EF4-FFF2-40B4-BE49-F238E27FC236}">
                <a16:creationId xmlns:a16="http://schemas.microsoft.com/office/drawing/2014/main" id="{E586D051-24CF-3ACC-52EE-567998A60C9B}"/>
              </a:ext>
            </a:extLst>
          </p:cNvPr>
          <p:cNvSpPr>
            <a:spLocks noGrp="1"/>
          </p:cNvSpPr>
          <p:nvPr>
            <p:ph sz="quarter" idx="34" hasCustomPrompt="1"/>
          </p:nvPr>
        </p:nvSpPr>
        <p:spPr>
          <a:xfrm>
            <a:off x="4874396" y="5102245"/>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Tree>
    <p:extLst>
      <p:ext uri="{BB962C8B-B14F-4D97-AF65-F5344CB8AC3E}">
        <p14:creationId xmlns:p14="http://schemas.microsoft.com/office/powerpoint/2010/main" val="401326137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Full Margi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CD0B-E043-57DD-198E-A4CFB624345D}"/>
              </a:ext>
            </a:extLst>
          </p:cNvPr>
          <p:cNvSpPr>
            <a:spLocks noGrp="1"/>
          </p:cNvSpPr>
          <p:nvPr>
            <p:ph type="title" hasCustomPrompt="1"/>
          </p:nvPr>
        </p:nvSpPr>
        <p:spPr/>
        <p:txBody>
          <a:bodyPr/>
          <a:lstStyle/>
          <a:p>
            <a:r>
              <a:rPr lang="en-US"/>
              <a:t>Click to Edit Title</a:t>
            </a:r>
          </a:p>
        </p:txBody>
      </p:sp>
      <p:sp>
        <p:nvSpPr>
          <p:cNvPr id="4" name="Content Placeholder 3">
            <a:extLst>
              <a:ext uri="{FF2B5EF4-FFF2-40B4-BE49-F238E27FC236}">
                <a16:creationId xmlns:a16="http://schemas.microsoft.com/office/drawing/2014/main" id="{FB3CAA8F-9897-3EA9-A04B-2572C12CC583}"/>
              </a:ext>
            </a:extLst>
          </p:cNvPr>
          <p:cNvSpPr>
            <a:spLocks noGrp="1"/>
          </p:cNvSpPr>
          <p:nvPr>
            <p:ph sz="quarter" idx="10"/>
          </p:nvPr>
        </p:nvSpPr>
        <p:spPr>
          <a:xfrm>
            <a:off x="723900" y="1630016"/>
            <a:ext cx="10728325" cy="442982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18679511"/>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itle + Intro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CD0B-E043-57DD-198E-A4CFB624345D}"/>
              </a:ext>
            </a:extLst>
          </p:cNvPr>
          <p:cNvSpPr>
            <a:spLocks noGrp="1"/>
          </p:cNvSpPr>
          <p:nvPr>
            <p:ph type="title" hasCustomPrompt="1"/>
          </p:nvPr>
        </p:nvSpPr>
        <p:spPr/>
        <p:txBody>
          <a:bodyPr>
            <a:noAutofit/>
          </a:bodyPr>
          <a:lstStyle/>
          <a:p>
            <a:r>
              <a:rPr lang="en-US"/>
              <a:t>Click to Edit Title</a:t>
            </a:r>
          </a:p>
        </p:txBody>
      </p:sp>
      <p:sp>
        <p:nvSpPr>
          <p:cNvPr id="4" name="Content Placeholder 3">
            <a:extLst>
              <a:ext uri="{FF2B5EF4-FFF2-40B4-BE49-F238E27FC236}">
                <a16:creationId xmlns:a16="http://schemas.microsoft.com/office/drawing/2014/main" id="{FB3CAA8F-9897-3EA9-A04B-2572C12CC583}"/>
              </a:ext>
            </a:extLst>
          </p:cNvPr>
          <p:cNvSpPr>
            <a:spLocks noGrp="1"/>
          </p:cNvSpPr>
          <p:nvPr>
            <p:ph sz="quarter" idx="10"/>
          </p:nvPr>
        </p:nvSpPr>
        <p:spPr>
          <a:xfrm>
            <a:off x="723900" y="2491410"/>
            <a:ext cx="10744202" cy="3568428"/>
          </a:xfrm>
          <a:prstGeom prst="rect">
            <a:avLst/>
          </a:prstGeom>
        </p:spPr>
        <p:txBody>
          <a:bodyPr lIns="201168">
            <a:noAutofit/>
          </a:bodyPr>
          <a:lstStyle>
            <a:lvl1pPr>
              <a:defRPr sz="2000" baseline="0"/>
            </a:lvl1pPr>
            <a:lvl2pPr>
              <a:defRPr baseline="0"/>
            </a:lvl2pPr>
            <a:lvl3pPr>
              <a:defRPr baseline="0"/>
            </a:lvl3pPr>
            <a:lvl4pPr>
              <a:defRPr baseline="0"/>
            </a:lvl4pPr>
            <a:lvl5pPr>
              <a:defRPr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a:extLst>
              <a:ext uri="{FF2B5EF4-FFF2-40B4-BE49-F238E27FC236}">
                <a16:creationId xmlns:a16="http://schemas.microsoft.com/office/drawing/2014/main" id="{EF58F209-44F8-1944-A5D9-0DE8BAAC22F6}"/>
              </a:ext>
            </a:extLst>
          </p:cNvPr>
          <p:cNvSpPr>
            <a:spLocks noGrp="1"/>
          </p:cNvSpPr>
          <p:nvPr>
            <p:ph type="body" sz="quarter" idx="12" hasCustomPrompt="1"/>
          </p:nvPr>
        </p:nvSpPr>
        <p:spPr>
          <a:xfrm>
            <a:off x="722376" y="1630016"/>
            <a:ext cx="10745726" cy="725725"/>
          </a:xfrm>
          <a:prstGeom prst="rect">
            <a:avLst/>
          </a:prstGeom>
        </p:spPr>
        <p:txBody>
          <a:bodyPr lIns="201168" tIns="0">
            <a:noAutofit/>
          </a:bodyPr>
          <a:lstStyle>
            <a:lvl1pPr>
              <a:lnSpc>
                <a:spcPts val="2800"/>
              </a:lnSpc>
              <a:spcBef>
                <a:spcPts val="0"/>
              </a:spcBef>
              <a:spcAft>
                <a:spcPts val="0"/>
              </a:spcAft>
              <a:defRPr sz="2000" b="1" i="0">
                <a:latin typeface="Avenir Heavy" panose="02000503020000020003" pitchFamily="2" charset="0"/>
              </a:defRPr>
            </a:lvl1pPr>
          </a:lstStyle>
          <a:p>
            <a:pPr lvl="0"/>
            <a:r>
              <a:rPr lang="en-US"/>
              <a:t>Click to edit subtitle</a:t>
            </a:r>
          </a:p>
        </p:txBody>
      </p:sp>
    </p:spTree>
    <p:extLst>
      <p:ext uri="{BB962C8B-B14F-4D97-AF65-F5344CB8AC3E}">
        <p14:creationId xmlns:p14="http://schemas.microsoft.com/office/powerpoint/2010/main" val="355035114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CD0B-E043-57DD-198E-A4CFB624345D}"/>
              </a:ext>
            </a:extLst>
          </p:cNvPr>
          <p:cNvSpPr>
            <a:spLocks noGrp="1"/>
          </p:cNvSpPr>
          <p:nvPr>
            <p:ph type="title" hasCustomPrompt="1"/>
          </p:nvPr>
        </p:nvSpPr>
        <p:spPr/>
        <p:txBody>
          <a:bodyPr>
            <a:noAutofit/>
          </a:bodyPr>
          <a:lstStyle/>
          <a:p>
            <a:r>
              <a:rPr lang="en-US"/>
              <a:t>Click to Edit Title</a:t>
            </a:r>
          </a:p>
        </p:txBody>
      </p:sp>
      <p:sp>
        <p:nvSpPr>
          <p:cNvPr id="4" name="Content Placeholder 3">
            <a:extLst>
              <a:ext uri="{FF2B5EF4-FFF2-40B4-BE49-F238E27FC236}">
                <a16:creationId xmlns:a16="http://schemas.microsoft.com/office/drawing/2014/main" id="{FB3CAA8F-9897-3EA9-A04B-2572C12CC583}"/>
              </a:ext>
            </a:extLst>
          </p:cNvPr>
          <p:cNvSpPr>
            <a:spLocks noGrp="1"/>
          </p:cNvSpPr>
          <p:nvPr>
            <p:ph sz="quarter" idx="10" hasCustomPrompt="1"/>
          </p:nvPr>
        </p:nvSpPr>
        <p:spPr>
          <a:xfrm>
            <a:off x="723900" y="1630017"/>
            <a:ext cx="5189878" cy="4439479"/>
          </a:xfrm>
          <a:prstGeom prst="rect">
            <a:avLst/>
          </a:prstGeom>
        </p:spPr>
        <p:txBody>
          <a:bodyPr lIns="228600">
            <a:noAutofit/>
          </a:bodyPr>
          <a:lstStyle/>
          <a:p>
            <a:pPr lvl="0"/>
            <a:r>
              <a:rPr lang="en-US"/>
              <a:t>Click to edit first level</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842E74B6-B0B7-8C8C-6E21-66BE8A1FD403}"/>
              </a:ext>
            </a:extLst>
          </p:cNvPr>
          <p:cNvSpPr>
            <a:spLocks noGrp="1"/>
          </p:cNvSpPr>
          <p:nvPr>
            <p:ph sz="quarter" idx="11" hasCustomPrompt="1"/>
          </p:nvPr>
        </p:nvSpPr>
        <p:spPr>
          <a:xfrm>
            <a:off x="6278224" y="1630017"/>
            <a:ext cx="5189878" cy="4439479"/>
          </a:xfrm>
          <a:prstGeom prst="rect">
            <a:avLst/>
          </a:prstGeom>
        </p:spPr>
        <p:txBody>
          <a:bodyPr lIns="228600">
            <a:noAutofit/>
          </a:bodyPr>
          <a:lstStyle/>
          <a:p>
            <a:pPr lvl="0"/>
            <a:r>
              <a:rPr lang="en-US"/>
              <a:t>Click to edit first level</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560573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ext Column +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CD0B-E043-57DD-198E-A4CFB624345D}"/>
              </a:ext>
            </a:extLst>
          </p:cNvPr>
          <p:cNvSpPr>
            <a:spLocks noGrp="1"/>
          </p:cNvSpPr>
          <p:nvPr>
            <p:ph type="title" hasCustomPrompt="1"/>
          </p:nvPr>
        </p:nvSpPr>
        <p:spPr>
          <a:xfrm>
            <a:off x="724427" y="447124"/>
            <a:ext cx="5189352" cy="1051687"/>
          </a:xfrm>
        </p:spPr>
        <p:txBody>
          <a:bodyPr/>
          <a:lstStyle/>
          <a:p>
            <a:r>
              <a:rPr lang="en-US"/>
              <a:t>Click to Edit Title</a:t>
            </a:r>
          </a:p>
        </p:txBody>
      </p:sp>
      <p:sp>
        <p:nvSpPr>
          <p:cNvPr id="4" name="Content Placeholder 3">
            <a:extLst>
              <a:ext uri="{FF2B5EF4-FFF2-40B4-BE49-F238E27FC236}">
                <a16:creationId xmlns:a16="http://schemas.microsoft.com/office/drawing/2014/main" id="{FB3CAA8F-9897-3EA9-A04B-2572C12CC583}"/>
              </a:ext>
            </a:extLst>
          </p:cNvPr>
          <p:cNvSpPr>
            <a:spLocks noGrp="1"/>
          </p:cNvSpPr>
          <p:nvPr>
            <p:ph sz="quarter" idx="10" hasCustomPrompt="1"/>
          </p:nvPr>
        </p:nvSpPr>
        <p:spPr>
          <a:xfrm>
            <a:off x="723900" y="1630017"/>
            <a:ext cx="5189878" cy="4439479"/>
          </a:xfrm>
          <a:prstGeom prst="rect">
            <a:avLst/>
          </a:prstGeom>
        </p:spPr>
        <p:txBody>
          <a:bodyPr lIns="228600"/>
          <a:lstStyle>
            <a:lvl1pPr marL="0" marR="0" indent="0" algn="l" defTabSz="529849" rtl="0" eaLnBrk="1" fontAlgn="auto" latinLnBrk="0" hangingPunct="1">
              <a:lnSpc>
                <a:spcPct val="148000"/>
              </a:lnSpc>
              <a:spcBef>
                <a:spcPts val="100"/>
              </a:spcBef>
              <a:spcAft>
                <a:spcPts val="600"/>
              </a:spcAft>
              <a:buClr>
                <a:schemeClr val="accent2"/>
              </a:buClr>
              <a:buSzTx/>
              <a:buFont typeface="Arial" panose="020B0604020202020204" pitchFamily="34" charset="0"/>
              <a:buNone/>
              <a:tabLst/>
              <a:defRPr/>
            </a:lvl1pPr>
          </a:lstStyle>
          <a:p>
            <a:pPr marL="0" marR="0" lvl="0" indent="0" algn="l" defTabSz="529849" rtl="0" eaLnBrk="1" fontAlgn="auto" latinLnBrk="0" hangingPunct="1">
              <a:lnSpc>
                <a:spcPct val="148000"/>
              </a:lnSpc>
              <a:spcBef>
                <a:spcPts val="100"/>
              </a:spcBef>
              <a:spcAft>
                <a:spcPts val="600"/>
              </a:spcAft>
              <a:buClr>
                <a:schemeClr val="accent2"/>
              </a:buClr>
              <a:buSzTx/>
              <a:buFont typeface="Arial" panose="020B0604020202020204" pitchFamily="34" charset="0"/>
              <a:buNone/>
              <a:tabLst/>
              <a:defRPr/>
            </a:pPr>
            <a:r>
              <a:rPr lang="en-US"/>
              <a:t>Click to edit first level</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0C3FA70A-CDF4-85BB-A9DC-F04D72134D04}"/>
              </a:ext>
            </a:extLst>
          </p:cNvPr>
          <p:cNvSpPr>
            <a:spLocks noGrp="1"/>
          </p:cNvSpPr>
          <p:nvPr>
            <p:ph type="pic" sz="quarter" idx="11"/>
          </p:nvPr>
        </p:nvSpPr>
        <p:spPr>
          <a:xfrm>
            <a:off x="6197600" y="0"/>
            <a:ext cx="5994400" cy="6858000"/>
          </a:xfrm>
        </p:spPr>
        <p:txBody>
          <a:bodyPr/>
          <a:lstStyle/>
          <a:p>
            <a:r>
              <a:rPr lang="en-US"/>
              <a:t>Click icon to add picture</a:t>
            </a:r>
          </a:p>
        </p:txBody>
      </p:sp>
    </p:spTree>
    <p:extLst>
      <p:ext uri="{BB962C8B-B14F-4D97-AF65-F5344CB8AC3E}">
        <p14:creationId xmlns:p14="http://schemas.microsoft.com/office/powerpoint/2010/main" val="1777452157"/>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CD0B-E043-57DD-198E-A4CFB624345D}"/>
              </a:ext>
            </a:extLst>
          </p:cNvPr>
          <p:cNvSpPr>
            <a:spLocks noGrp="1"/>
          </p:cNvSpPr>
          <p:nvPr>
            <p:ph type="title" hasCustomPrompt="1"/>
          </p:nvPr>
        </p:nvSpPr>
        <p:spPr/>
        <p:txBody>
          <a:bodyPr>
            <a:noAutofit/>
          </a:bodyPr>
          <a:lstStyle/>
          <a:p>
            <a:r>
              <a:rPr lang="en-US"/>
              <a:t>Click to Edit Title</a:t>
            </a:r>
          </a:p>
        </p:txBody>
      </p:sp>
      <p:sp>
        <p:nvSpPr>
          <p:cNvPr id="4" name="Content Placeholder 3">
            <a:extLst>
              <a:ext uri="{FF2B5EF4-FFF2-40B4-BE49-F238E27FC236}">
                <a16:creationId xmlns:a16="http://schemas.microsoft.com/office/drawing/2014/main" id="{FB3CAA8F-9897-3EA9-A04B-2572C12CC583}"/>
              </a:ext>
            </a:extLst>
          </p:cNvPr>
          <p:cNvSpPr>
            <a:spLocks noGrp="1"/>
          </p:cNvSpPr>
          <p:nvPr>
            <p:ph sz="quarter" idx="10"/>
          </p:nvPr>
        </p:nvSpPr>
        <p:spPr>
          <a:xfrm>
            <a:off x="723900" y="2491410"/>
            <a:ext cx="5189878" cy="3568428"/>
          </a:xfrm>
          <a:prstGeom prst="rect">
            <a:avLst/>
          </a:prstGeom>
        </p:spPr>
        <p:txBody>
          <a:bodyPr lIns="201168">
            <a:noAutofit/>
          </a:bodyPr>
          <a:lstStyle>
            <a:lvl1pPr>
              <a:defRPr sz="2200" baseline="0"/>
            </a:lvl1pPr>
            <a:lvl2pPr>
              <a:defRPr baseline="0"/>
            </a:lvl2pPr>
            <a:lvl3pPr>
              <a:defRPr baseline="0"/>
            </a:lvl3pPr>
            <a:lvl4pPr>
              <a:defRPr baseline="0"/>
            </a:lvl4pPr>
            <a:lvl5pPr>
              <a:defRPr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842E74B6-B0B7-8C8C-6E21-66BE8A1FD403}"/>
              </a:ext>
            </a:extLst>
          </p:cNvPr>
          <p:cNvSpPr>
            <a:spLocks noGrp="1"/>
          </p:cNvSpPr>
          <p:nvPr>
            <p:ph sz="quarter" idx="11"/>
          </p:nvPr>
        </p:nvSpPr>
        <p:spPr>
          <a:xfrm>
            <a:off x="6278224" y="2491410"/>
            <a:ext cx="5189878" cy="3568428"/>
          </a:xfrm>
          <a:prstGeom prst="rect">
            <a:avLst/>
          </a:prstGeom>
        </p:spPr>
        <p:txBody>
          <a:bodyPr lIns="201168">
            <a:noAutofit/>
          </a:bodyPr>
          <a:lstStyle>
            <a:lvl1pPr>
              <a:defRPr sz="2200" baseline="0"/>
            </a:lvl1pPr>
            <a:lvl2pPr>
              <a:defRPr baseline="0"/>
            </a:lvl2pPr>
            <a:lvl3pPr>
              <a:defRPr baseline="0"/>
            </a:lvl3pPr>
            <a:lvl4pPr>
              <a:defRPr baseline="0"/>
            </a:lvl4pPr>
            <a:lvl5pPr>
              <a:defRPr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a:extLst>
              <a:ext uri="{FF2B5EF4-FFF2-40B4-BE49-F238E27FC236}">
                <a16:creationId xmlns:a16="http://schemas.microsoft.com/office/drawing/2014/main" id="{EF58F209-44F8-1944-A5D9-0DE8BAAC22F6}"/>
              </a:ext>
            </a:extLst>
          </p:cNvPr>
          <p:cNvSpPr>
            <a:spLocks noGrp="1"/>
          </p:cNvSpPr>
          <p:nvPr>
            <p:ph type="body" sz="quarter" idx="12" hasCustomPrompt="1"/>
          </p:nvPr>
        </p:nvSpPr>
        <p:spPr>
          <a:xfrm>
            <a:off x="722376" y="1630017"/>
            <a:ext cx="5189538" cy="621792"/>
          </a:xfrm>
          <a:prstGeom prst="rect">
            <a:avLst/>
          </a:prstGeom>
        </p:spPr>
        <p:txBody>
          <a:bodyPr lIns="201168" tIns="0">
            <a:noAutofit/>
          </a:bodyPr>
          <a:lstStyle>
            <a:lvl1pPr>
              <a:lnSpc>
                <a:spcPts val="2800"/>
              </a:lnSpc>
              <a:spcBef>
                <a:spcPts val="0"/>
              </a:spcBef>
              <a:spcAft>
                <a:spcPts val="0"/>
              </a:spcAft>
              <a:defRPr sz="2200" b="1" i="0" baseline="0">
                <a:latin typeface="Avenir Heavy" panose="02000503020000020003" pitchFamily="2" charset="0"/>
              </a:defRPr>
            </a:lvl1pPr>
          </a:lstStyle>
          <a:p>
            <a:pPr lvl="0"/>
            <a:r>
              <a:rPr lang="en-US"/>
              <a:t>Click to edit column intro</a:t>
            </a:r>
          </a:p>
        </p:txBody>
      </p:sp>
      <p:sp>
        <p:nvSpPr>
          <p:cNvPr id="11" name="Text Placeholder 10">
            <a:extLst>
              <a:ext uri="{FF2B5EF4-FFF2-40B4-BE49-F238E27FC236}">
                <a16:creationId xmlns:a16="http://schemas.microsoft.com/office/drawing/2014/main" id="{ECDC26AF-0857-143E-9DFD-3C8E94B70437}"/>
              </a:ext>
            </a:extLst>
          </p:cNvPr>
          <p:cNvSpPr>
            <a:spLocks noGrp="1"/>
          </p:cNvSpPr>
          <p:nvPr>
            <p:ph type="body" sz="quarter" idx="13" hasCustomPrompt="1"/>
          </p:nvPr>
        </p:nvSpPr>
        <p:spPr>
          <a:xfrm>
            <a:off x="6278564" y="1622425"/>
            <a:ext cx="5193792" cy="621792"/>
          </a:xfrm>
          <a:prstGeom prst="rect">
            <a:avLst/>
          </a:prstGeom>
        </p:spPr>
        <p:txBody>
          <a:bodyPr vert="horz" lIns="201168" tIns="0" rIns="91440" bIns="45720" rtlCol="0">
            <a:noAutofit/>
          </a:bodyPr>
          <a:lstStyle>
            <a:lvl1pPr marL="0" indent="0" algn="l" defTabSz="529849" rtl="0" eaLnBrk="1" latinLnBrk="0" hangingPunct="1">
              <a:lnSpc>
                <a:spcPts val="2800"/>
              </a:lnSpc>
              <a:spcBef>
                <a:spcPts val="0"/>
              </a:spcBef>
              <a:spcAft>
                <a:spcPts val="0"/>
              </a:spcAft>
              <a:buClr>
                <a:schemeClr val="accent2"/>
              </a:buClr>
              <a:buFont typeface="Arial" panose="020B0604020202020204" pitchFamily="34" charset="0"/>
              <a:buNone/>
              <a:defRPr lang="en-US" sz="2200" b="1" i="0" kern="1200" baseline="0" dirty="0">
                <a:solidFill>
                  <a:schemeClr val="tx1"/>
                </a:solidFill>
                <a:latin typeface="Avenir Heavy" panose="02000503020000020003" pitchFamily="2" charset="0"/>
                <a:ea typeface="+mn-ea"/>
                <a:cs typeface="Arial"/>
              </a:defRPr>
            </a:lvl1pPr>
          </a:lstStyle>
          <a:p>
            <a:pPr marL="0" lvl="0" indent="0" algn="l" defTabSz="529849" rtl="0" eaLnBrk="1" latinLnBrk="0" hangingPunct="1">
              <a:lnSpc>
                <a:spcPts val="2800"/>
              </a:lnSpc>
              <a:spcBef>
                <a:spcPts val="0"/>
              </a:spcBef>
              <a:spcAft>
                <a:spcPts val="0"/>
              </a:spcAft>
              <a:buClr>
                <a:schemeClr val="accent2"/>
              </a:buClr>
              <a:buFont typeface="Arial" panose="020B0604020202020204" pitchFamily="34" charset="0"/>
              <a:buNone/>
            </a:pPr>
            <a:r>
              <a:rPr lang="en-US"/>
              <a:t>Click to edit column intro</a:t>
            </a:r>
          </a:p>
        </p:txBody>
      </p:sp>
    </p:spTree>
    <p:extLst>
      <p:ext uri="{BB962C8B-B14F-4D97-AF65-F5344CB8AC3E}">
        <p14:creationId xmlns:p14="http://schemas.microsoft.com/office/powerpoint/2010/main" val="194892356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cxnSp>
        <p:nvCxnSpPr>
          <p:cNvPr id="7" name="Straight Connector 6">
            <a:extLst>
              <a:ext uri="{FF2B5EF4-FFF2-40B4-BE49-F238E27FC236}">
                <a16:creationId xmlns:a16="http://schemas.microsoft.com/office/drawing/2014/main" id="{4F8E2DDF-5A93-3A8D-50CB-22D9B899DC27}"/>
              </a:ext>
            </a:extLst>
          </p:cNvPr>
          <p:cNvCxnSpPr>
            <a:cxnSpLocks/>
          </p:cNvCxnSpPr>
          <p:nvPr userDrawn="1"/>
        </p:nvCxnSpPr>
        <p:spPr>
          <a:xfrm>
            <a:off x="724421" y="1508912"/>
            <a:ext cx="10730366" cy="0"/>
          </a:xfrm>
          <a:prstGeom prst="line">
            <a:avLst/>
          </a:prstGeom>
          <a:ln w="3175">
            <a:solidFill>
              <a:srgbClr val="706F7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9569067"/>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8100420"/>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userDrawn="1">
  <p:cSld name="3-Column Image">
    <p:spTree>
      <p:nvGrpSpPr>
        <p:cNvPr id="1" name=""/>
        <p:cNvGrpSpPr/>
        <p:nvPr/>
      </p:nvGrpSpPr>
      <p:grpSpPr>
        <a:xfrm>
          <a:off x="0" y="0"/>
          <a:ext cx="0" cy="0"/>
          <a:chOff x="0" y="0"/>
          <a:chExt cx="0" cy="0"/>
        </a:xfrm>
      </p:grpSpPr>
      <p:sp>
        <p:nvSpPr>
          <p:cNvPr id="2" name="Picture Placeholder 2"/>
          <p:cNvSpPr>
            <a:spLocks noGrp="1"/>
          </p:cNvSpPr>
          <p:nvPr>
            <p:ph type="pic" sz="quarter" idx="10"/>
          </p:nvPr>
        </p:nvSpPr>
        <p:spPr>
          <a:xfrm>
            <a:off x="8335619" y="1076183"/>
            <a:ext cx="3856383" cy="3807248"/>
          </a:xfrm>
          <a:prstGeom prst="rect">
            <a:avLst/>
          </a:prstGeom>
        </p:spPr>
        <p:txBody>
          <a:bodyPr/>
          <a:lstStyle/>
          <a:p>
            <a:r>
              <a:rPr lang="en-US"/>
              <a:t>Click icon to add picture</a:t>
            </a:r>
            <a:endParaRPr lang="id-ID"/>
          </a:p>
        </p:txBody>
      </p:sp>
      <p:sp>
        <p:nvSpPr>
          <p:cNvPr id="3" name="Picture Placeholder 2"/>
          <p:cNvSpPr>
            <a:spLocks noGrp="1"/>
          </p:cNvSpPr>
          <p:nvPr>
            <p:ph type="pic" sz="quarter" idx="11"/>
          </p:nvPr>
        </p:nvSpPr>
        <p:spPr>
          <a:xfrm>
            <a:off x="4" y="1076183"/>
            <a:ext cx="3935897" cy="3807248"/>
          </a:xfrm>
          <a:prstGeom prst="rect">
            <a:avLst/>
          </a:prstGeom>
        </p:spPr>
        <p:txBody>
          <a:bodyPr/>
          <a:lstStyle/>
          <a:p>
            <a:r>
              <a:rPr lang="en-US"/>
              <a:t>Click icon to add picture</a:t>
            </a:r>
            <a:endParaRPr lang="id-ID"/>
          </a:p>
        </p:txBody>
      </p:sp>
      <p:sp>
        <p:nvSpPr>
          <p:cNvPr id="4" name="Picture Placeholder 2"/>
          <p:cNvSpPr>
            <a:spLocks noGrp="1"/>
          </p:cNvSpPr>
          <p:nvPr>
            <p:ph type="pic" sz="quarter" idx="12"/>
          </p:nvPr>
        </p:nvSpPr>
        <p:spPr>
          <a:xfrm>
            <a:off x="4108174" y="1076183"/>
            <a:ext cx="4055164" cy="3807248"/>
          </a:xfrm>
          <a:prstGeom prst="rect">
            <a:avLst/>
          </a:prstGeom>
        </p:spPr>
        <p:txBody>
          <a:bodyPr/>
          <a:lstStyle/>
          <a:p>
            <a:r>
              <a:rPr lang="en-US"/>
              <a:t>Click icon to add picture</a:t>
            </a:r>
            <a:endParaRPr lang="id-ID"/>
          </a:p>
        </p:txBody>
      </p:sp>
      <p:sp>
        <p:nvSpPr>
          <p:cNvPr id="7" name="Title 1">
            <a:extLst>
              <a:ext uri="{FF2B5EF4-FFF2-40B4-BE49-F238E27FC236}">
                <a16:creationId xmlns:a16="http://schemas.microsoft.com/office/drawing/2014/main" id="{C21FE345-07CF-C480-9E48-D7AA049A470B}"/>
              </a:ext>
            </a:extLst>
          </p:cNvPr>
          <p:cNvSpPr>
            <a:spLocks noGrp="1"/>
          </p:cNvSpPr>
          <p:nvPr>
            <p:ph type="title" hasCustomPrompt="1"/>
          </p:nvPr>
        </p:nvSpPr>
        <p:spPr>
          <a:xfrm>
            <a:off x="724426" y="4892333"/>
            <a:ext cx="10751957" cy="1051687"/>
          </a:xfrm>
        </p:spPr>
        <p:txBody>
          <a:bodyPr/>
          <a:lstStyle/>
          <a:p>
            <a:r>
              <a:rPr lang="en-US"/>
              <a:t>Click to Edit Title</a:t>
            </a:r>
          </a:p>
        </p:txBody>
      </p:sp>
    </p:spTree>
    <p:extLst>
      <p:ext uri="{BB962C8B-B14F-4D97-AF65-F5344CB8AC3E}">
        <p14:creationId xmlns:p14="http://schemas.microsoft.com/office/powerpoint/2010/main" val="997625874"/>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op Imag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724425" y="1090670"/>
            <a:ext cx="10725450" cy="3455801"/>
          </a:xfrm>
          <a:prstGeom prst="rect">
            <a:avLst/>
          </a:prstGeom>
        </p:spPr>
        <p:txBody>
          <a:bodyPr>
            <a:noAutofit/>
          </a:bodyPr>
          <a:lstStyle/>
          <a:p>
            <a:r>
              <a:rPr lang="en-US"/>
              <a:t>Click icon to add picture</a:t>
            </a:r>
          </a:p>
        </p:txBody>
      </p:sp>
      <p:sp>
        <p:nvSpPr>
          <p:cNvPr id="5" name="Title 21">
            <a:extLst>
              <a:ext uri="{FF2B5EF4-FFF2-40B4-BE49-F238E27FC236}">
                <a16:creationId xmlns:a16="http://schemas.microsoft.com/office/drawing/2014/main" id="{D89DDDC0-7044-0206-0041-814FB4CD0484}"/>
              </a:ext>
            </a:extLst>
          </p:cNvPr>
          <p:cNvSpPr>
            <a:spLocks noGrp="1"/>
          </p:cNvSpPr>
          <p:nvPr>
            <p:ph type="title" hasCustomPrompt="1"/>
          </p:nvPr>
        </p:nvSpPr>
        <p:spPr>
          <a:xfrm>
            <a:off x="724427" y="4892333"/>
            <a:ext cx="10725450" cy="1051687"/>
          </a:xfrm>
        </p:spPr>
        <p:txBody>
          <a:bodyPr>
            <a:noAutofit/>
          </a:bodyPr>
          <a:lstStyle>
            <a:lvl1pPr>
              <a:defRPr sz="2800" baseline="0"/>
            </a:lvl1pPr>
          </a:lstStyle>
          <a:p>
            <a:r>
              <a:rPr lang="en-US"/>
              <a:t>Click to Edit Title</a:t>
            </a:r>
          </a:p>
        </p:txBody>
      </p:sp>
    </p:spTree>
    <p:extLst>
      <p:ext uri="{BB962C8B-B14F-4D97-AF65-F5344CB8AC3E}">
        <p14:creationId xmlns:p14="http://schemas.microsoft.com/office/powerpoint/2010/main" val="3995707832"/>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Cover_Back + Contact Inf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descr="Document Title"/>
          <p:cNvSpPr>
            <a:spLocks noGrp="1"/>
          </p:cNvSpPr>
          <p:nvPr>
            <p:ph type="ctrTitle" hasCustomPrompt="1"/>
          </p:nvPr>
        </p:nvSpPr>
        <p:spPr>
          <a:xfrm>
            <a:off x="1749999" y="1728409"/>
            <a:ext cx="6479601" cy="2387599"/>
          </a:xfrm>
        </p:spPr>
        <p:txBody>
          <a:bodyPr anchor="b">
            <a:noAutofit/>
          </a:bodyPr>
          <a:lstStyle>
            <a:lvl1pPr marL="411480" indent="-411480" algn="l">
              <a:lnSpc>
                <a:spcPct val="100000"/>
              </a:lnSpc>
              <a:spcBef>
                <a:spcPts val="600"/>
              </a:spcBef>
              <a:spcAft>
                <a:spcPts val="600"/>
              </a:spcAft>
              <a:buSzPct val="100000"/>
              <a:defRPr sz="4400" cap="none" baseline="0"/>
            </a:lvl1pPr>
          </a:lstStyle>
          <a:p>
            <a:r>
              <a:rPr lang="en-US"/>
              <a:t>Click to Edit Message</a:t>
            </a:r>
          </a:p>
        </p:txBody>
      </p:sp>
      <p:sp>
        <p:nvSpPr>
          <p:cNvPr id="4" name="Subtitle 2">
            <a:extLst>
              <a:ext uri="{FF2B5EF4-FFF2-40B4-BE49-F238E27FC236}">
                <a16:creationId xmlns:a16="http://schemas.microsoft.com/office/drawing/2014/main" id="{6B01209D-2F6A-571A-6F3B-00B31DEC6A49}"/>
              </a:ext>
            </a:extLst>
          </p:cNvPr>
          <p:cNvSpPr>
            <a:spLocks noGrp="1"/>
          </p:cNvSpPr>
          <p:nvPr>
            <p:ph type="subTitle" idx="1" hasCustomPrompt="1"/>
          </p:nvPr>
        </p:nvSpPr>
        <p:spPr>
          <a:xfrm>
            <a:off x="6294782" y="4952411"/>
            <a:ext cx="4664766" cy="344071"/>
          </a:xfrm>
          <a:prstGeom prst="rect">
            <a:avLst/>
          </a:prstGeom>
        </p:spPr>
        <p:txBody>
          <a:bodyPr lIns="411480">
            <a:noAutofit/>
          </a:bodyPr>
          <a:lstStyle>
            <a:lvl1pPr marL="0" indent="0" algn="l">
              <a:lnSpc>
                <a:spcPct val="100000"/>
              </a:lnSpc>
              <a:spcBef>
                <a:spcPts val="88"/>
              </a:spcBef>
              <a:spcAft>
                <a:spcPts val="529"/>
              </a:spcAft>
              <a:buNone/>
              <a:defRPr sz="1400" b="1" i="0" cap="all" spc="34" baseline="0">
                <a:solidFill>
                  <a:schemeClr val="accent6"/>
                </a:solidFill>
                <a:latin typeface="Avenir Heavy" panose="02000503020000020003" pitchFamily="2" charset="0"/>
              </a:defRPr>
            </a:lvl1pPr>
            <a:lvl2pPr marL="264925" indent="0" algn="ctr">
              <a:buNone/>
              <a:defRPr sz="1159"/>
            </a:lvl2pPr>
            <a:lvl3pPr marL="529849" indent="0" algn="ctr">
              <a:buNone/>
              <a:defRPr sz="1043"/>
            </a:lvl3pPr>
            <a:lvl4pPr marL="794774" indent="0" algn="ctr">
              <a:buNone/>
              <a:defRPr sz="927"/>
            </a:lvl4pPr>
            <a:lvl5pPr marL="1059700" indent="0" algn="ctr">
              <a:buNone/>
              <a:defRPr sz="927"/>
            </a:lvl5pPr>
            <a:lvl6pPr marL="1324624" indent="0" algn="ctr">
              <a:buNone/>
              <a:defRPr sz="927"/>
            </a:lvl6pPr>
            <a:lvl7pPr marL="1589549" indent="0" algn="ctr">
              <a:buNone/>
              <a:defRPr sz="927"/>
            </a:lvl7pPr>
            <a:lvl8pPr marL="1854474" indent="0" algn="ctr">
              <a:buNone/>
              <a:defRPr sz="927"/>
            </a:lvl8pPr>
            <a:lvl9pPr marL="2119399" indent="0" algn="ctr">
              <a:buNone/>
              <a:defRPr sz="927"/>
            </a:lvl9pPr>
          </a:lstStyle>
          <a:p>
            <a:r>
              <a:rPr lang="en-US"/>
              <a:t>Contact Name</a:t>
            </a:r>
          </a:p>
        </p:txBody>
      </p:sp>
      <p:sp>
        <p:nvSpPr>
          <p:cNvPr id="5" name="Text Placeholder 7">
            <a:extLst>
              <a:ext uri="{FF2B5EF4-FFF2-40B4-BE49-F238E27FC236}">
                <a16:creationId xmlns:a16="http://schemas.microsoft.com/office/drawing/2014/main" id="{C1F01649-406F-8EAF-4493-07106BD61A94}"/>
              </a:ext>
            </a:extLst>
          </p:cNvPr>
          <p:cNvSpPr>
            <a:spLocks noGrp="1"/>
          </p:cNvSpPr>
          <p:nvPr>
            <p:ph type="body" sz="quarter" idx="10" hasCustomPrompt="1"/>
          </p:nvPr>
        </p:nvSpPr>
        <p:spPr>
          <a:xfrm>
            <a:off x="6294782" y="5313349"/>
            <a:ext cx="4664766" cy="344071"/>
          </a:xfrm>
          <a:prstGeom prst="rect">
            <a:avLst/>
          </a:prstGeom>
        </p:spPr>
        <p:txBody>
          <a:bodyPr lIns="411480">
            <a:noAutofit/>
          </a:bodyPr>
          <a:lstStyle>
            <a:lvl1pPr marL="0" indent="0" algn="l" defTabSz="529849" rtl="0" eaLnBrk="1" latinLnBrk="0" hangingPunct="1">
              <a:lnSpc>
                <a:spcPct val="100000"/>
              </a:lnSpc>
              <a:spcBef>
                <a:spcPts val="88"/>
              </a:spcBef>
              <a:spcAft>
                <a:spcPts val="529"/>
              </a:spcAft>
              <a:buClr>
                <a:schemeClr val="accent2"/>
              </a:buClr>
              <a:buFont typeface="Arial" panose="020B0604020202020204" pitchFamily="34" charset="0"/>
              <a:buNone/>
              <a:defRPr lang="en-US" sz="1400" b="0" i="0" kern="1200" cap="none" spc="34" baseline="0" dirty="0">
                <a:solidFill>
                  <a:schemeClr val="accent6"/>
                </a:solidFill>
                <a:latin typeface="Avenir Book" panose="02000503020000020003" pitchFamily="2" charset="0"/>
                <a:ea typeface="+mn-ea"/>
                <a:cs typeface="Arial"/>
              </a:defRPr>
            </a:lvl1pPr>
          </a:lstStyle>
          <a:p>
            <a:pPr marL="0" lvl="0" indent="0" algn="l" defTabSz="529849" rtl="0" eaLnBrk="1" latinLnBrk="0" hangingPunct="1">
              <a:lnSpc>
                <a:spcPct val="100000"/>
              </a:lnSpc>
              <a:spcBef>
                <a:spcPts val="88"/>
              </a:spcBef>
              <a:spcAft>
                <a:spcPts val="529"/>
              </a:spcAft>
              <a:buClr>
                <a:schemeClr val="accent2"/>
              </a:buClr>
              <a:buFont typeface="Arial" panose="020B0604020202020204" pitchFamily="34" charset="0"/>
              <a:buNone/>
            </a:pPr>
            <a:r>
              <a:rPr lang="en-US"/>
              <a:t>(***) ***-****</a:t>
            </a:r>
          </a:p>
        </p:txBody>
      </p:sp>
      <p:sp>
        <p:nvSpPr>
          <p:cNvPr id="6" name="Text Placeholder 9">
            <a:extLst>
              <a:ext uri="{FF2B5EF4-FFF2-40B4-BE49-F238E27FC236}">
                <a16:creationId xmlns:a16="http://schemas.microsoft.com/office/drawing/2014/main" id="{E62AA295-2C94-98C5-CDC1-230C8A5DB459}"/>
              </a:ext>
            </a:extLst>
          </p:cNvPr>
          <p:cNvSpPr>
            <a:spLocks noGrp="1"/>
          </p:cNvSpPr>
          <p:nvPr>
            <p:ph type="body" sz="quarter" idx="11" hasCustomPrompt="1"/>
          </p:nvPr>
        </p:nvSpPr>
        <p:spPr>
          <a:xfrm>
            <a:off x="6294782" y="5684071"/>
            <a:ext cx="4664766" cy="344073"/>
          </a:xfrm>
          <a:prstGeom prst="rect">
            <a:avLst/>
          </a:prstGeom>
        </p:spPr>
        <p:txBody>
          <a:bodyPr lIns="411480">
            <a:noAutofit/>
          </a:bodyPr>
          <a:lstStyle>
            <a:lvl1pPr marL="0" indent="0" algn="l" defTabSz="529849" rtl="0" eaLnBrk="1" latinLnBrk="0" hangingPunct="1">
              <a:lnSpc>
                <a:spcPct val="100000"/>
              </a:lnSpc>
              <a:spcBef>
                <a:spcPts val="88"/>
              </a:spcBef>
              <a:spcAft>
                <a:spcPts val="529"/>
              </a:spcAft>
              <a:buClr>
                <a:schemeClr val="accent2"/>
              </a:buClr>
              <a:buFont typeface="Arial" panose="020B0604020202020204" pitchFamily="34" charset="0"/>
              <a:buNone/>
              <a:defRPr lang="en-US" sz="1400" b="0" i="0" kern="1200" cap="none" spc="34" baseline="0" dirty="0">
                <a:solidFill>
                  <a:schemeClr val="accent6"/>
                </a:solidFill>
                <a:latin typeface="Avenir Book" panose="02000503020000020003" pitchFamily="2" charset="0"/>
                <a:ea typeface="+mn-ea"/>
                <a:cs typeface="Arial"/>
              </a:defRPr>
            </a:lvl1pPr>
          </a:lstStyle>
          <a:p>
            <a:pPr lvl="0"/>
            <a:r>
              <a:rPr lang="en-US" err="1"/>
              <a:t>firstname.lastname@cyderes.com</a:t>
            </a:r>
            <a:endParaRPr lang="en-US"/>
          </a:p>
        </p:txBody>
      </p:sp>
      <p:sp>
        <p:nvSpPr>
          <p:cNvPr id="7" name="Rectangle 6">
            <a:extLst>
              <a:ext uri="{FF2B5EF4-FFF2-40B4-BE49-F238E27FC236}">
                <a16:creationId xmlns:a16="http://schemas.microsoft.com/office/drawing/2014/main" id="{DE01ABD5-C477-07E4-4BC9-82991B6844DE}"/>
              </a:ext>
            </a:extLst>
          </p:cNvPr>
          <p:cNvSpPr/>
          <p:nvPr userDrawn="1"/>
        </p:nvSpPr>
        <p:spPr>
          <a:xfrm>
            <a:off x="6193899" y="0"/>
            <a:ext cx="5257800" cy="91440"/>
          </a:xfrm>
          <a:prstGeom prst="rect">
            <a:avLst/>
          </a:prstGeom>
          <a:solidFill>
            <a:srgbClr val="E89C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7" b="0" i="0">
              <a:latin typeface="Avenir Book" panose="02000503020000020003" pitchFamily="2" charset="0"/>
            </a:endParaRPr>
          </a:p>
        </p:txBody>
      </p:sp>
    </p:spTree>
    <p:extLst>
      <p:ext uri="{BB962C8B-B14F-4D97-AF65-F5344CB8AC3E}">
        <p14:creationId xmlns:p14="http://schemas.microsoft.com/office/powerpoint/2010/main" val="815001909"/>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userDrawn="1">
  <p:cSld name="2_Title and Tex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36881" y="224688"/>
            <a:ext cx="8627111" cy="841248"/>
          </a:xfrm>
        </p:spPr>
        <p:txBody>
          <a:bodyPr/>
          <a:lstStyle>
            <a:lvl1pPr>
              <a:defRPr>
                <a:solidFill>
                  <a:schemeClr val="tx1"/>
                </a:solidFill>
              </a:defRPr>
            </a:lvl1pPr>
          </a:lstStyle>
          <a:p>
            <a:r>
              <a:rPr lang="en-US"/>
              <a:t>Click to edit Master title style</a:t>
            </a:r>
          </a:p>
        </p:txBody>
      </p:sp>
      <p:sp>
        <p:nvSpPr>
          <p:cNvPr id="3" name="Footer Placeholder 2"/>
          <p:cNvSpPr>
            <a:spLocks noGrp="1"/>
          </p:cNvSpPr>
          <p:nvPr>
            <p:ph type="ftr" sz="quarter" idx="10"/>
          </p:nvPr>
        </p:nvSpPr>
        <p:spPr/>
        <p:txBody>
          <a:bodyPr/>
          <a:lstStyle>
            <a:lvl1pPr>
              <a:defRPr>
                <a:solidFill>
                  <a:srgbClr val="868D95"/>
                </a:solidFill>
              </a:defRPr>
            </a:lvl1pPr>
          </a:lstStyle>
          <a:p>
            <a:r>
              <a:rPr lang="en-US"/>
              <a:t>Cyderes / © 2020 Cyderes Corporation</a:t>
            </a:r>
          </a:p>
        </p:txBody>
      </p:sp>
      <p:sp>
        <p:nvSpPr>
          <p:cNvPr id="4" name="Slide Number Placeholder 3"/>
          <p:cNvSpPr>
            <a:spLocks noGrp="1"/>
          </p:cNvSpPr>
          <p:nvPr>
            <p:ph type="sldNum" sz="quarter" idx="11"/>
          </p:nvPr>
        </p:nvSpPr>
        <p:spPr/>
        <p:txBody>
          <a:bodyPr/>
          <a:lstStyle>
            <a:lvl1pPr>
              <a:defRPr>
                <a:solidFill>
                  <a:srgbClr val="868D95"/>
                </a:solidFill>
              </a:defRPr>
            </a:lvl1pPr>
          </a:lstStyle>
          <a:p>
            <a:fld id="{59395FB3-9C97-154F-86B2-7E381B951268}" type="slidenum">
              <a:rPr lang="en-US" smtClean="0"/>
              <a:pPr/>
              <a:t>‹#›</a:t>
            </a:fld>
            <a:endParaRPr lang="en-US"/>
          </a:p>
        </p:txBody>
      </p:sp>
      <p:sp>
        <p:nvSpPr>
          <p:cNvPr id="8" name="Text Placeholder 7"/>
          <p:cNvSpPr>
            <a:spLocks noGrp="1"/>
          </p:cNvSpPr>
          <p:nvPr>
            <p:ph type="body" sz="quarter" idx="13"/>
          </p:nvPr>
        </p:nvSpPr>
        <p:spPr>
          <a:xfrm>
            <a:off x="260265" y="1808649"/>
            <a:ext cx="5583936" cy="4011168"/>
          </a:xfrm>
        </p:spPr>
        <p:txBody>
          <a:bodyPr/>
          <a:lstStyle>
            <a:lvl1pPr>
              <a:buClr>
                <a:schemeClr val="tx1"/>
              </a:buClr>
              <a:defRPr sz="1600">
                <a:solidFill>
                  <a:schemeClr val="tx1"/>
                </a:solidFill>
              </a:defRPr>
            </a:lvl1pPr>
            <a:lvl2pPr>
              <a:buClr>
                <a:schemeClr val="tx1"/>
              </a:buClr>
              <a:defRPr sz="1600">
                <a:solidFill>
                  <a:schemeClr val="tx1"/>
                </a:solidFill>
              </a:defRPr>
            </a:lvl2pPr>
            <a:lvl3pPr>
              <a:buClr>
                <a:schemeClr val="tx1"/>
              </a:buClr>
              <a:defRPr sz="1600">
                <a:solidFill>
                  <a:schemeClr val="tx1"/>
                </a:solidFill>
              </a:defRPr>
            </a:lvl3pPr>
            <a:lvl4pPr>
              <a:buClr>
                <a:schemeClr val="tx1"/>
              </a:buClr>
              <a:defRPr sz="1600">
                <a:solidFill>
                  <a:schemeClr val="tx1"/>
                </a:solidFill>
              </a:defRPr>
            </a:lvl4pPr>
            <a:lvl5pPr>
              <a:buClr>
                <a:schemeClr val="tx1"/>
              </a:buCl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a:extLst>
              <a:ext uri="{FF2B5EF4-FFF2-40B4-BE49-F238E27FC236}">
                <a16:creationId xmlns:a16="http://schemas.microsoft.com/office/drawing/2014/main" id="{AD811962-F144-D048-A060-3765C7193682}"/>
              </a:ext>
            </a:extLst>
          </p:cNvPr>
          <p:cNvSpPr>
            <a:spLocks noGrp="1"/>
          </p:cNvSpPr>
          <p:nvPr>
            <p:ph type="body" sz="quarter" idx="14" hasCustomPrompt="1"/>
          </p:nvPr>
        </p:nvSpPr>
        <p:spPr>
          <a:xfrm>
            <a:off x="6200700" y="1645999"/>
            <a:ext cx="5726673" cy="4168485"/>
          </a:xfrm>
        </p:spPr>
        <p:txBody>
          <a:bodyPr/>
          <a:lstStyle>
            <a:lvl1pPr marL="0" marR="0" indent="0" algn="l" defTabSz="1219170" rtl="0" eaLnBrk="1" fontAlgn="auto" latinLnBrk="0" hangingPunct="1">
              <a:lnSpc>
                <a:spcPct val="90000"/>
              </a:lnSpc>
              <a:spcBef>
                <a:spcPts val="1600"/>
              </a:spcBef>
              <a:spcAft>
                <a:spcPts val="0"/>
              </a:spcAft>
              <a:buClrTx/>
              <a:buSzTx/>
              <a:buFontTx/>
              <a:buNone/>
              <a:tabLst/>
              <a:defRPr sz="12800" b="0" i="0">
                <a:gradFill flip="none" rotWithShape="1">
                  <a:gsLst>
                    <a:gs pos="0">
                      <a:srgbClr val="0061FF"/>
                    </a:gs>
                    <a:gs pos="70000">
                      <a:srgbClr val="8A3FFC"/>
                    </a:gs>
                  </a:gsLst>
                  <a:lin ang="18000000" scaled="0"/>
                </a:gradFill>
                <a:latin typeface="IBM Plex Sans ExtraLight"/>
                <a:sym typeface="IBM Plex Sans ExtraLigh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marL="0" marR="0" lvl="0" indent="0" algn="l" defTabSz="1219170" rtl="0" eaLnBrk="1" fontAlgn="auto" latinLnBrk="0" hangingPunct="1">
              <a:lnSpc>
                <a:spcPct val="90000"/>
              </a:lnSpc>
              <a:spcBef>
                <a:spcPts val="1600"/>
              </a:spcBef>
              <a:spcAft>
                <a:spcPts val="0"/>
              </a:spcAft>
              <a:buClrTx/>
              <a:buSzTx/>
              <a:buFontTx/>
              <a:buNone/>
              <a:tabLst/>
              <a:defRPr sz="9600">
                <a:gradFill flip="none" rotWithShape="1">
                  <a:gsLst>
                    <a:gs pos="0">
                      <a:srgbClr val="0061FF"/>
                    </a:gs>
                    <a:gs pos="70000">
                      <a:srgbClr val="8A3FFC"/>
                    </a:gs>
                  </a:gsLst>
                  <a:lin ang="18000000" scaled="0"/>
                </a:gradFill>
                <a:latin typeface="IBM Plex Sans ExtraLight"/>
                <a:ea typeface="IBM Plex Sans ExtraLight"/>
                <a:cs typeface="IBM Plex Sans ExtraLight"/>
                <a:sym typeface="IBM Plex Sans ExtraLight"/>
              </a:defRPr>
            </a:pPr>
            <a:r>
              <a:rPr kumimoji="0" lang="en-US" sz="12800" b="0" i="0" u="none" strike="noStrike" kern="0" cap="none" spc="0" normalizeH="0" baseline="0" noProof="0">
                <a:ln>
                  <a:noFill/>
                </a:ln>
                <a:gradFill flip="none" rotWithShape="1">
                  <a:gsLst>
                    <a:gs pos="0">
                      <a:srgbClr val="0061FF"/>
                    </a:gs>
                    <a:gs pos="70000">
                      <a:srgbClr val="8A3FFC"/>
                    </a:gs>
                  </a:gsLst>
                  <a:lin ang="18000000" scaled="0"/>
                </a:gradFill>
                <a:effectLst/>
                <a:uLnTx/>
                <a:uFillTx/>
                <a:latin typeface="IBM Plex Sans ExtraLight"/>
                <a:sym typeface="IBM Plex Sans ExtraLight"/>
              </a:rPr>
              <a:t>Click to add text</a:t>
            </a:r>
          </a:p>
        </p:txBody>
      </p:sp>
    </p:spTree>
    <p:extLst>
      <p:ext uri="{BB962C8B-B14F-4D97-AF65-F5344CB8AC3E}">
        <p14:creationId xmlns:p14="http://schemas.microsoft.com/office/powerpoint/2010/main" val="3476178329"/>
      </p:ext>
    </p:extLst>
  </p:cSld>
  <p:clrMapOvr>
    <a:overrideClrMapping bg1="lt1" tx1="dk1" bg2="lt2" tx2="dk2" accent1="accent1" accent2="accent2" accent3="accent3" accent4="accent4" accent5="accent5" accent6="accent6" hlink="hlink" folHlink="folHlink"/>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9_No Photo Cover 3">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AEEFC9-32BD-564C-B8A4-66CF7B1439E0}"/>
              </a:ext>
            </a:extLst>
          </p:cNvPr>
          <p:cNvSpPr>
            <a:spLocks noGrp="1"/>
          </p:cNvSpPr>
          <p:nvPr>
            <p:ph sz="quarter" idx="13"/>
          </p:nvPr>
        </p:nvSpPr>
        <p:spPr>
          <a:xfrm>
            <a:off x="457200" y="1346839"/>
            <a:ext cx="10597342" cy="4678186"/>
          </a:xfrm>
        </p:spPr>
        <p:txBody>
          <a:bodyPr/>
          <a:lstStyle>
            <a:lvl4pPr marL="7938" indent="0">
              <a:tabLst/>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5" name="Group 4">
            <a:extLst>
              <a:ext uri="{FF2B5EF4-FFF2-40B4-BE49-F238E27FC236}">
                <a16:creationId xmlns:a16="http://schemas.microsoft.com/office/drawing/2014/main" id="{251B57D7-38C2-194A-9C68-4E32250E73CD}"/>
              </a:ext>
            </a:extLst>
          </p:cNvPr>
          <p:cNvGrpSpPr/>
          <p:nvPr userDrawn="1"/>
        </p:nvGrpSpPr>
        <p:grpSpPr>
          <a:xfrm>
            <a:off x="-273634" y="0"/>
            <a:ext cx="254000" cy="3685932"/>
            <a:chOff x="0" y="0"/>
            <a:chExt cx="254000" cy="3685932"/>
          </a:xfrm>
        </p:grpSpPr>
        <p:sp>
          <p:nvSpPr>
            <p:cNvPr id="12" name="Rectangle 11">
              <a:extLst>
                <a:ext uri="{FF2B5EF4-FFF2-40B4-BE49-F238E27FC236}">
                  <a16:creationId xmlns:a16="http://schemas.microsoft.com/office/drawing/2014/main" id="{FFA7533A-69C1-474F-A3AE-3C3D61171B71}"/>
                </a:ext>
              </a:extLst>
            </p:cNvPr>
            <p:cNvSpPr/>
            <p:nvPr userDrawn="1"/>
          </p:nvSpPr>
          <p:spPr>
            <a:xfrm>
              <a:off x="0" y="0"/>
              <a:ext cx="254000" cy="187325"/>
            </a:xfrm>
            <a:prstGeom prst="rect">
              <a:avLst/>
            </a:prstGeom>
            <a:solidFill>
              <a:srgbClr val="00426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457200" rtl="0" eaLnBrk="1" fontAlgn="auto" latinLnBrk="0" hangingPunct="1">
                <a:lnSpc>
                  <a:spcPct val="100000"/>
                </a:lnSpc>
                <a:spcBef>
                  <a:spcPts val="0"/>
                </a:spcBef>
                <a:spcAft>
                  <a:spcPts val="0"/>
                </a:spcAft>
                <a:buClrTx/>
                <a:buSzTx/>
                <a:buFontTx/>
                <a:buNone/>
                <a:tabLst/>
                <a:defRPr/>
              </a:pPr>
              <a:r>
                <a:rPr kumimoji="0" lang="en-US" sz="350" b="0" i="0" u="none" strike="noStrike" kern="1200" cap="none" spc="0" normalizeH="0" baseline="0" noProof="0">
                  <a:ln>
                    <a:noFill/>
                  </a:ln>
                  <a:solidFill>
                    <a:srgbClr val="FFFFFF"/>
                  </a:solidFill>
                  <a:effectLst/>
                  <a:uLnTx/>
                  <a:uFillTx/>
                  <a:latin typeface="Barlow" pitchFamily="2" charset="77"/>
                  <a:ea typeface="+mn-ea"/>
                  <a:cs typeface="+mn-cs"/>
                </a:rPr>
                <a:t>Navy</a:t>
              </a:r>
              <a:endParaRPr lang="en-US" sz="350"/>
            </a:p>
          </p:txBody>
        </p:sp>
        <p:sp>
          <p:nvSpPr>
            <p:cNvPr id="14" name="Rectangle 13">
              <a:extLst>
                <a:ext uri="{FF2B5EF4-FFF2-40B4-BE49-F238E27FC236}">
                  <a16:creationId xmlns:a16="http://schemas.microsoft.com/office/drawing/2014/main" id="{9B08FF40-23B7-0A42-A207-B7C605F0ABF3}"/>
                </a:ext>
              </a:extLst>
            </p:cNvPr>
            <p:cNvSpPr/>
            <p:nvPr userDrawn="1"/>
          </p:nvSpPr>
          <p:spPr>
            <a:xfrm>
              <a:off x="0" y="187324"/>
              <a:ext cx="254000" cy="187325"/>
            </a:xfrm>
            <a:prstGeom prst="rect">
              <a:avLst/>
            </a:prstGeom>
            <a:solidFill>
              <a:srgbClr val="22738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457200" rtl="0" eaLnBrk="1" fontAlgn="auto" latinLnBrk="0" hangingPunct="1">
                <a:lnSpc>
                  <a:spcPct val="100000"/>
                </a:lnSpc>
                <a:spcBef>
                  <a:spcPts val="0"/>
                </a:spcBef>
                <a:spcAft>
                  <a:spcPts val="0"/>
                </a:spcAft>
                <a:buClrTx/>
                <a:buSzTx/>
                <a:buFontTx/>
                <a:buNone/>
                <a:tabLst/>
                <a:defRPr/>
              </a:pPr>
              <a:r>
                <a:rPr kumimoji="0" lang="en-US" sz="350" b="0" i="0" u="none" strike="noStrike" kern="1200" cap="none" spc="0" normalizeH="0" baseline="0" noProof="0">
                  <a:ln>
                    <a:noFill/>
                  </a:ln>
                  <a:solidFill>
                    <a:srgbClr val="FFFFFF"/>
                  </a:solidFill>
                  <a:effectLst/>
                  <a:uLnTx/>
                  <a:uFillTx/>
                  <a:latin typeface="Barlow" pitchFamily="2" charset="77"/>
                  <a:ea typeface="+mn-ea"/>
                  <a:cs typeface="+mn-cs"/>
                </a:rPr>
                <a:t>Teal</a:t>
              </a:r>
              <a:endParaRPr lang="en-US" sz="350"/>
            </a:p>
          </p:txBody>
        </p:sp>
        <p:sp>
          <p:nvSpPr>
            <p:cNvPr id="15" name="Rectangle 14">
              <a:extLst>
                <a:ext uri="{FF2B5EF4-FFF2-40B4-BE49-F238E27FC236}">
                  <a16:creationId xmlns:a16="http://schemas.microsoft.com/office/drawing/2014/main" id="{AC806E53-A0C9-E549-AC45-CB7982A42D7E}"/>
                </a:ext>
              </a:extLst>
            </p:cNvPr>
            <p:cNvSpPr/>
            <p:nvPr userDrawn="1"/>
          </p:nvSpPr>
          <p:spPr>
            <a:xfrm>
              <a:off x="0" y="374649"/>
              <a:ext cx="254000" cy="187325"/>
            </a:xfrm>
            <a:prstGeom prst="rect">
              <a:avLst/>
            </a:prstGeom>
            <a:solidFill>
              <a:srgbClr val="85AFA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50" b="0" i="0" u="none" strike="noStrike" kern="1200" cap="none" spc="0" normalizeH="0" baseline="0" noProof="0">
                  <a:ln>
                    <a:noFill/>
                  </a:ln>
                  <a:solidFill>
                    <a:srgbClr val="FFFFFF"/>
                  </a:solidFill>
                  <a:effectLst/>
                  <a:uLnTx/>
                  <a:uFillTx/>
                  <a:latin typeface="Barlow" pitchFamily="2" charset="77"/>
                  <a:ea typeface="+mn-ea"/>
                  <a:cs typeface="+mn-cs"/>
                </a:rPr>
                <a:t>Turquoise</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50" b="0" i="0" u="none" strike="noStrike" kern="1200" cap="none" spc="0" normalizeH="0" baseline="0" noProof="0">
                  <a:ln>
                    <a:noFill/>
                  </a:ln>
                  <a:solidFill>
                    <a:srgbClr val="FFFFFF"/>
                  </a:solidFill>
                  <a:effectLst/>
                  <a:uLnTx/>
                  <a:uFillTx/>
                  <a:latin typeface="Barlow" pitchFamily="2" charset="77"/>
                  <a:ea typeface="+mn-ea"/>
                  <a:cs typeface="+mn-cs"/>
                </a:rPr>
                <a:t>Dark</a:t>
              </a:r>
            </a:p>
          </p:txBody>
        </p:sp>
        <p:sp>
          <p:nvSpPr>
            <p:cNvPr id="16" name="Rectangle 15">
              <a:extLst>
                <a:ext uri="{FF2B5EF4-FFF2-40B4-BE49-F238E27FC236}">
                  <a16:creationId xmlns:a16="http://schemas.microsoft.com/office/drawing/2014/main" id="{5A3B4C2C-93F7-E741-967A-D1475CBEB3F8}"/>
                </a:ext>
              </a:extLst>
            </p:cNvPr>
            <p:cNvSpPr/>
            <p:nvPr userDrawn="1"/>
          </p:nvSpPr>
          <p:spPr>
            <a:xfrm>
              <a:off x="0" y="561973"/>
              <a:ext cx="254000" cy="187325"/>
            </a:xfrm>
            <a:prstGeom prst="rect">
              <a:avLst/>
            </a:prstGeom>
            <a:solidFill>
              <a:srgbClr val="8BD1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50" b="0" i="0" u="none" strike="noStrike" kern="1200" cap="none" spc="0" normalizeH="0" baseline="0" noProof="0">
                  <a:ln>
                    <a:noFill/>
                  </a:ln>
                  <a:solidFill>
                    <a:srgbClr val="FFFFFF"/>
                  </a:solidFill>
                  <a:effectLst/>
                  <a:uLnTx/>
                  <a:uFillTx/>
                  <a:latin typeface="Barlow" pitchFamily="2" charset="77"/>
                  <a:ea typeface="+mn-ea"/>
                  <a:cs typeface="+mn-cs"/>
                </a:rPr>
                <a:t>Turquoise</a:t>
              </a:r>
            </a:p>
          </p:txBody>
        </p:sp>
        <p:sp>
          <p:nvSpPr>
            <p:cNvPr id="20" name="Rectangle 19">
              <a:extLst>
                <a:ext uri="{FF2B5EF4-FFF2-40B4-BE49-F238E27FC236}">
                  <a16:creationId xmlns:a16="http://schemas.microsoft.com/office/drawing/2014/main" id="{CC6FD623-EFC5-0D46-8679-73ACF5B9B85B}"/>
                </a:ext>
              </a:extLst>
            </p:cNvPr>
            <p:cNvSpPr/>
            <p:nvPr userDrawn="1"/>
          </p:nvSpPr>
          <p:spPr>
            <a:xfrm>
              <a:off x="0" y="749298"/>
              <a:ext cx="254000" cy="187325"/>
            </a:xfrm>
            <a:prstGeom prst="rect">
              <a:avLst/>
            </a:prstGeom>
            <a:solidFill>
              <a:srgbClr val="BBE2D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50" b="0" i="0" u="none" strike="noStrike" kern="1200" cap="none" spc="0" normalizeH="0" baseline="0" noProof="0">
                  <a:ln>
                    <a:noFill/>
                  </a:ln>
                  <a:solidFill>
                    <a:srgbClr val="FFFFFF"/>
                  </a:solidFill>
                  <a:effectLst/>
                  <a:uLnTx/>
                  <a:uFillTx/>
                  <a:latin typeface="Barlow" pitchFamily="2" charset="77"/>
                  <a:ea typeface="+mn-ea"/>
                  <a:cs typeface="+mn-cs"/>
                </a:rPr>
                <a:t>Turquoise</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50" b="0" i="0" u="none" strike="noStrike" kern="1200" cap="none" spc="0" normalizeH="0" baseline="0" noProof="0">
                  <a:ln>
                    <a:noFill/>
                  </a:ln>
                  <a:solidFill>
                    <a:srgbClr val="FFFFFF"/>
                  </a:solidFill>
                  <a:effectLst/>
                  <a:uLnTx/>
                  <a:uFillTx/>
                  <a:latin typeface="Barlow" pitchFamily="2" charset="77"/>
                  <a:ea typeface="+mn-ea"/>
                  <a:cs typeface="+mn-cs"/>
                </a:rPr>
                <a:t>Medium</a:t>
              </a:r>
            </a:p>
          </p:txBody>
        </p:sp>
        <p:sp>
          <p:nvSpPr>
            <p:cNvPr id="21" name="Rectangle 20">
              <a:extLst>
                <a:ext uri="{FF2B5EF4-FFF2-40B4-BE49-F238E27FC236}">
                  <a16:creationId xmlns:a16="http://schemas.microsoft.com/office/drawing/2014/main" id="{94C15756-935A-904E-B80F-46E85FE3D51C}"/>
                </a:ext>
              </a:extLst>
            </p:cNvPr>
            <p:cNvSpPr/>
            <p:nvPr userDrawn="1"/>
          </p:nvSpPr>
          <p:spPr>
            <a:xfrm>
              <a:off x="0" y="936622"/>
              <a:ext cx="254000" cy="187325"/>
            </a:xfrm>
            <a:prstGeom prst="rect">
              <a:avLst/>
            </a:prstGeom>
            <a:solidFill>
              <a:srgbClr val="D3ED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50" b="0" i="0" u="none" strike="noStrike" kern="1200" cap="none" spc="0" normalizeH="0" baseline="0" noProof="0">
                  <a:ln>
                    <a:noFill/>
                  </a:ln>
                  <a:solidFill>
                    <a:srgbClr val="FFFFFF"/>
                  </a:solidFill>
                  <a:effectLst/>
                  <a:uLnTx/>
                  <a:uFillTx/>
                  <a:latin typeface="Barlow" pitchFamily="2" charset="77"/>
                  <a:ea typeface="+mn-ea"/>
                  <a:cs typeface="+mn-cs"/>
                </a:rPr>
                <a:t>Turquoise</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50" b="0" i="0" u="none" strike="noStrike" kern="1200" cap="none" spc="0" normalizeH="0" baseline="0" noProof="0">
                  <a:ln>
                    <a:noFill/>
                  </a:ln>
                  <a:solidFill>
                    <a:srgbClr val="FFFFFF"/>
                  </a:solidFill>
                  <a:effectLst/>
                  <a:uLnTx/>
                  <a:uFillTx/>
                  <a:latin typeface="Barlow" pitchFamily="2" charset="77"/>
                  <a:ea typeface="+mn-ea"/>
                  <a:cs typeface="+mn-cs"/>
                </a:rPr>
                <a:t>Light</a:t>
              </a:r>
            </a:p>
          </p:txBody>
        </p:sp>
        <p:sp>
          <p:nvSpPr>
            <p:cNvPr id="22" name="Rectangle 21">
              <a:extLst>
                <a:ext uri="{FF2B5EF4-FFF2-40B4-BE49-F238E27FC236}">
                  <a16:creationId xmlns:a16="http://schemas.microsoft.com/office/drawing/2014/main" id="{B8CEDA39-720D-FE43-8131-FDBC963FF293}"/>
                </a:ext>
              </a:extLst>
            </p:cNvPr>
            <p:cNvSpPr/>
            <p:nvPr userDrawn="1"/>
          </p:nvSpPr>
          <p:spPr>
            <a:xfrm>
              <a:off x="0" y="1123949"/>
              <a:ext cx="254000" cy="10633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50" b="0" i="0" u="none" strike="noStrike" kern="1200" cap="none" spc="0" normalizeH="0" baseline="0" noProof="0">
                  <a:ln>
                    <a:noFill/>
                  </a:ln>
                  <a:solidFill>
                    <a:srgbClr val="FFFFFF"/>
                  </a:solidFill>
                  <a:effectLst/>
                  <a:uLnTx/>
                  <a:uFillTx/>
                  <a:latin typeface="Barlow" pitchFamily="2" charset="77"/>
                  <a:ea typeface="+mn-ea"/>
                  <a:cs typeface="+mn-cs"/>
                </a:rPr>
                <a:t>Blue</a:t>
              </a:r>
            </a:p>
          </p:txBody>
        </p:sp>
        <p:sp>
          <p:nvSpPr>
            <p:cNvPr id="23" name="Rectangle 22">
              <a:extLst>
                <a:ext uri="{FF2B5EF4-FFF2-40B4-BE49-F238E27FC236}">
                  <a16:creationId xmlns:a16="http://schemas.microsoft.com/office/drawing/2014/main" id="{4427957A-1999-D441-82DC-0EEDBA6ED48F}"/>
                </a:ext>
              </a:extLst>
            </p:cNvPr>
            <p:cNvSpPr/>
            <p:nvPr userDrawn="1"/>
          </p:nvSpPr>
          <p:spPr>
            <a:xfrm>
              <a:off x="0" y="2187333"/>
              <a:ext cx="254000" cy="187325"/>
            </a:xfrm>
            <a:prstGeom prst="rect">
              <a:avLst/>
            </a:prstGeom>
            <a:solidFill>
              <a:srgbClr val="86C2D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50" b="0" i="0" u="none" strike="noStrike" kern="1200" cap="none" spc="0" normalizeH="0" baseline="0" noProof="0">
                  <a:ln>
                    <a:noFill/>
                  </a:ln>
                  <a:solidFill>
                    <a:srgbClr val="FFFFFF"/>
                  </a:solidFill>
                  <a:effectLst/>
                  <a:uLnTx/>
                  <a:uFillTx/>
                  <a:latin typeface="Barlow" pitchFamily="2" charset="77"/>
                  <a:ea typeface="+mn-ea"/>
                  <a:cs typeface="+mn-cs"/>
                </a:rPr>
                <a:t>Blue</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50" b="0" i="0" u="none" strike="noStrike" kern="1200" cap="none" spc="0" normalizeH="0" baseline="0" noProof="0">
                  <a:ln>
                    <a:noFill/>
                  </a:ln>
                  <a:solidFill>
                    <a:srgbClr val="FFFFFF"/>
                  </a:solidFill>
                  <a:effectLst/>
                  <a:uLnTx/>
                  <a:uFillTx/>
                  <a:latin typeface="Barlow" pitchFamily="2" charset="77"/>
                  <a:ea typeface="+mn-ea"/>
                  <a:cs typeface="+mn-cs"/>
                </a:rPr>
                <a:t>Medium</a:t>
              </a:r>
            </a:p>
          </p:txBody>
        </p:sp>
        <p:sp>
          <p:nvSpPr>
            <p:cNvPr id="24" name="Rectangle 23">
              <a:extLst>
                <a:ext uri="{FF2B5EF4-FFF2-40B4-BE49-F238E27FC236}">
                  <a16:creationId xmlns:a16="http://schemas.microsoft.com/office/drawing/2014/main" id="{D9C2D680-6AD8-4C4D-8EE0-B46CF7ED50BE}"/>
                </a:ext>
              </a:extLst>
            </p:cNvPr>
            <p:cNvSpPr/>
            <p:nvPr userDrawn="1"/>
          </p:nvSpPr>
          <p:spPr>
            <a:xfrm>
              <a:off x="0" y="2374658"/>
              <a:ext cx="254000" cy="187325"/>
            </a:xfrm>
            <a:prstGeom prst="rect">
              <a:avLst/>
            </a:prstGeom>
            <a:solidFill>
              <a:srgbClr val="C3E0E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50" b="0" i="0" u="none" strike="noStrike" kern="1200" cap="none" spc="0" normalizeH="0" baseline="0" noProof="0">
                  <a:ln>
                    <a:noFill/>
                  </a:ln>
                  <a:solidFill>
                    <a:srgbClr val="FFFFFF"/>
                  </a:solidFill>
                  <a:effectLst/>
                  <a:uLnTx/>
                  <a:uFillTx/>
                  <a:latin typeface="Barlow" pitchFamily="2" charset="77"/>
                  <a:ea typeface="+mn-ea"/>
                  <a:cs typeface="+mn-cs"/>
                </a:rPr>
                <a:t>Frost</a:t>
              </a:r>
            </a:p>
          </p:txBody>
        </p:sp>
        <p:sp>
          <p:nvSpPr>
            <p:cNvPr id="25" name="Rectangle 24">
              <a:extLst>
                <a:ext uri="{FF2B5EF4-FFF2-40B4-BE49-F238E27FC236}">
                  <a16:creationId xmlns:a16="http://schemas.microsoft.com/office/drawing/2014/main" id="{4B14EB18-E473-0E43-809F-677979F1373E}"/>
                </a:ext>
              </a:extLst>
            </p:cNvPr>
            <p:cNvSpPr/>
            <p:nvPr userDrawn="1"/>
          </p:nvSpPr>
          <p:spPr>
            <a:xfrm>
              <a:off x="0" y="2561982"/>
              <a:ext cx="254000" cy="187325"/>
            </a:xfrm>
            <a:prstGeom prst="rect">
              <a:avLst/>
            </a:prstGeom>
            <a:solidFill>
              <a:srgbClr val="DAEBF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50" b="0" i="0" u="none" strike="noStrike" kern="1200" cap="none" spc="0" normalizeH="0" baseline="0" noProof="0">
                  <a:ln>
                    <a:noFill/>
                  </a:ln>
                  <a:solidFill>
                    <a:srgbClr val="FFFFFF"/>
                  </a:solidFill>
                  <a:effectLst/>
                  <a:uLnTx/>
                  <a:uFillTx/>
                  <a:latin typeface="Barlow" pitchFamily="2" charset="77"/>
                  <a:ea typeface="+mn-ea"/>
                  <a:cs typeface="+mn-cs"/>
                </a:rPr>
                <a:t>Blue</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50" b="0" i="0" u="none" strike="noStrike" kern="1200" cap="none" spc="0" normalizeH="0" baseline="0" noProof="0">
                  <a:ln>
                    <a:noFill/>
                  </a:ln>
                  <a:solidFill>
                    <a:srgbClr val="FFFFFF"/>
                  </a:solidFill>
                  <a:effectLst/>
                  <a:uLnTx/>
                  <a:uFillTx/>
                  <a:latin typeface="Barlow" pitchFamily="2" charset="77"/>
                  <a:ea typeface="+mn-ea"/>
                  <a:cs typeface="+mn-cs"/>
                </a:rPr>
                <a:t>Light</a:t>
              </a:r>
            </a:p>
          </p:txBody>
        </p:sp>
        <p:sp>
          <p:nvSpPr>
            <p:cNvPr id="26" name="Rectangle 25">
              <a:extLst>
                <a:ext uri="{FF2B5EF4-FFF2-40B4-BE49-F238E27FC236}">
                  <a16:creationId xmlns:a16="http://schemas.microsoft.com/office/drawing/2014/main" id="{F03A1251-3AB1-C247-8808-8E818D32EA8B}"/>
                </a:ext>
              </a:extLst>
            </p:cNvPr>
            <p:cNvSpPr/>
            <p:nvPr userDrawn="1"/>
          </p:nvSpPr>
          <p:spPr>
            <a:xfrm>
              <a:off x="0" y="2749309"/>
              <a:ext cx="254000" cy="187325"/>
            </a:xfrm>
            <a:prstGeom prst="rect">
              <a:avLst/>
            </a:prstGeom>
            <a:solidFill>
              <a:srgbClr val="5E666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457200" rtl="0" eaLnBrk="1" fontAlgn="auto" latinLnBrk="0" hangingPunct="1">
                <a:lnSpc>
                  <a:spcPct val="100000"/>
                </a:lnSpc>
                <a:spcBef>
                  <a:spcPts val="0"/>
                </a:spcBef>
                <a:spcAft>
                  <a:spcPts val="0"/>
                </a:spcAft>
                <a:buClrTx/>
                <a:buSzTx/>
                <a:buFontTx/>
                <a:buNone/>
                <a:tabLst/>
                <a:defRPr/>
              </a:pPr>
              <a:r>
                <a:rPr kumimoji="0" lang="en-US" sz="350" b="0" i="0" u="none" strike="noStrike" kern="1200" cap="none" spc="0" normalizeH="0" baseline="0" noProof="0">
                  <a:ln>
                    <a:noFill/>
                  </a:ln>
                  <a:solidFill>
                    <a:srgbClr val="FFFFFF"/>
                  </a:solidFill>
                  <a:effectLst/>
                  <a:uLnTx/>
                  <a:uFillTx/>
                  <a:latin typeface="Barlow" pitchFamily="2" charset="77"/>
                  <a:ea typeface="+mn-ea"/>
                  <a:cs typeface="+mn-cs"/>
                </a:rPr>
                <a:t>Slate</a:t>
              </a:r>
            </a:p>
            <a:p>
              <a:pPr marL="0" marR="0" indent="0" algn="ctr" defTabSz="457200" rtl="0" eaLnBrk="1" fontAlgn="auto" latinLnBrk="0" hangingPunct="1">
                <a:lnSpc>
                  <a:spcPct val="100000"/>
                </a:lnSpc>
                <a:spcBef>
                  <a:spcPts val="0"/>
                </a:spcBef>
                <a:spcAft>
                  <a:spcPts val="0"/>
                </a:spcAft>
                <a:buClrTx/>
                <a:buSzTx/>
                <a:buFontTx/>
                <a:buNone/>
                <a:tabLst/>
                <a:defRPr/>
              </a:pPr>
              <a:r>
                <a:rPr kumimoji="0" lang="en-US" sz="350" b="0" i="0" u="none" strike="noStrike" kern="1200" cap="none" spc="0" normalizeH="0" baseline="0" noProof="0">
                  <a:ln>
                    <a:noFill/>
                  </a:ln>
                  <a:solidFill>
                    <a:srgbClr val="FFFFFF"/>
                  </a:solidFill>
                  <a:effectLst/>
                  <a:uLnTx/>
                  <a:uFillTx/>
                  <a:latin typeface="Barlow" pitchFamily="2" charset="77"/>
                  <a:ea typeface="+mn-ea"/>
                  <a:cs typeface="+mn-cs"/>
                </a:rPr>
                <a:t>Dark</a:t>
              </a:r>
              <a:endParaRPr lang="en-US" sz="350"/>
            </a:p>
          </p:txBody>
        </p:sp>
        <p:sp>
          <p:nvSpPr>
            <p:cNvPr id="27" name="Rectangle 26">
              <a:extLst>
                <a:ext uri="{FF2B5EF4-FFF2-40B4-BE49-F238E27FC236}">
                  <a16:creationId xmlns:a16="http://schemas.microsoft.com/office/drawing/2014/main" id="{E877CECE-396A-3548-AF38-FCEFFA41B6B6}"/>
                </a:ext>
              </a:extLst>
            </p:cNvPr>
            <p:cNvSpPr/>
            <p:nvPr userDrawn="1"/>
          </p:nvSpPr>
          <p:spPr>
            <a:xfrm>
              <a:off x="0" y="2936634"/>
              <a:ext cx="254000" cy="187325"/>
            </a:xfrm>
            <a:prstGeom prst="rect">
              <a:avLst/>
            </a:prstGeom>
            <a:solidFill>
              <a:srgbClr val="7C868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50" b="0" i="0" u="none" strike="noStrike" kern="1200" cap="none" spc="0" normalizeH="0" baseline="0" noProof="0">
                  <a:ln>
                    <a:noFill/>
                  </a:ln>
                  <a:solidFill>
                    <a:srgbClr val="FFFFFF"/>
                  </a:solidFill>
                  <a:effectLst/>
                  <a:uLnTx/>
                  <a:uFillTx/>
                  <a:latin typeface="Barlow" pitchFamily="2" charset="77"/>
                  <a:ea typeface="+mn-ea"/>
                  <a:cs typeface="+mn-cs"/>
                </a:rPr>
                <a:t>Slate</a:t>
              </a:r>
            </a:p>
          </p:txBody>
        </p:sp>
        <p:sp>
          <p:nvSpPr>
            <p:cNvPr id="28" name="Rectangle 27">
              <a:extLst>
                <a:ext uri="{FF2B5EF4-FFF2-40B4-BE49-F238E27FC236}">
                  <a16:creationId xmlns:a16="http://schemas.microsoft.com/office/drawing/2014/main" id="{EE1CEB6A-D18C-F749-AFF8-33E88DA1B412}"/>
                </a:ext>
              </a:extLst>
            </p:cNvPr>
            <p:cNvSpPr/>
            <p:nvPr userDrawn="1"/>
          </p:nvSpPr>
          <p:spPr>
            <a:xfrm>
              <a:off x="0" y="3123958"/>
              <a:ext cx="254000" cy="187325"/>
            </a:xfrm>
            <a:prstGeom prst="rect">
              <a:avLst/>
            </a:prstGeom>
            <a:solidFill>
              <a:srgbClr val="B6C1B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50" b="0" i="0" u="none" strike="noStrike" kern="1200" cap="none" spc="0" normalizeH="0" baseline="0" noProof="0">
                  <a:ln>
                    <a:noFill/>
                  </a:ln>
                  <a:solidFill>
                    <a:srgbClr val="FFFFFF"/>
                  </a:solidFill>
                  <a:effectLst/>
                  <a:uLnTx/>
                  <a:uFillTx/>
                  <a:latin typeface="Barlow" pitchFamily="2" charset="77"/>
                  <a:ea typeface="+mn-ea"/>
                  <a:cs typeface="+mn-cs"/>
                </a:rPr>
                <a:t>Slate</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50" b="0" i="0" u="none" strike="noStrike" kern="1200" cap="none" spc="0" normalizeH="0" baseline="0" noProof="0">
                  <a:ln>
                    <a:noFill/>
                  </a:ln>
                  <a:solidFill>
                    <a:srgbClr val="FFFFFF"/>
                  </a:solidFill>
                  <a:effectLst/>
                  <a:uLnTx/>
                  <a:uFillTx/>
                  <a:latin typeface="Barlow" pitchFamily="2" charset="77"/>
                  <a:ea typeface="+mn-ea"/>
                  <a:cs typeface="+mn-cs"/>
                </a:rPr>
                <a:t>Medium</a:t>
              </a:r>
            </a:p>
          </p:txBody>
        </p:sp>
        <p:sp>
          <p:nvSpPr>
            <p:cNvPr id="29" name="Rectangle 28">
              <a:extLst>
                <a:ext uri="{FF2B5EF4-FFF2-40B4-BE49-F238E27FC236}">
                  <a16:creationId xmlns:a16="http://schemas.microsoft.com/office/drawing/2014/main" id="{0A1E6884-6F3C-164C-9748-A2C866E84D1D}"/>
                </a:ext>
              </a:extLst>
            </p:cNvPr>
            <p:cNvSpPr/>
            <p:nvPr userDrawn="1"/>
          </p:nvSpPr>
          <p:spPr>
            <a:xfrm>
              <a:off x="0" y="3311283"/>
              <a:ext cx="254000" cy="187325"/>
            </a:xfrm>
            <a:prstGeom prst="rect">
              <a:avLst/>
            </a:prstGeom>
            <a:solidFill>
              <a:srgbClr val="BDC9C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50" b="0" i="0" u="none" strike="noStrike" kern="1200" cap="none" spc="0" normalizeH="0" baseline="0" noProof="0">
                  <a:ln>
                    <a:noFill/>
                  </a:ln>
                  <a:solidFill>
                    <a:srgbClr val="FFFFFF"/>
                  </a:solidFill>
                  <a:effectLst/>
                  <a:uLnTx/>
                  <a:uFillTx/>
                  <a:latin typeface="Barlow" pitchFamily="2" charset="77"/>
                  <a:ea typeface="+mn-ea"/>
                  <a:cs typeface="+mn-cs"/>
                </a:rPr>
                <a:t>Silver</a:t>
              </a:r>
            </a:p>
          </p:txBody>
        </p:sp>
        <p:sp>
          <p:nvSpPr>
            <p:cNvPr id="30" name="Rectangle 29">
              <a:extLst>
                <a:ext uri="{FF2B5EF4-FFF2-40B4-BE49-F238E27FC236}">
                  <a16:creationId xmlns:a16="http://schemas.microsoft.com/office/drawing/2014/main" id="{2B741621-210E-8842-8C48-19D60E771480}"/>
                </a:ext>
              </a:extLst>
            </p:cNvPr>
            <p:cNvSpPr/>
            <p:nvPr userDrawn="1"/>
          </p:nvSpPr>
          <p:spPr>
            <a:xfrm>
              <a:off x="0" y="3498607"/>
              <a:ext cx="254000" cy="187325"/>
            </a:xfrm>
            <a:prstGeom prst="rect">
              <a:avLst/>
            </a:prstGeom>
            <a:solidFill>
              <a:srgbClr val="D7E3E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50" b="0" i="0" u="none" strike="noStrike" kern="1200" cap="none" spc="0" normalizeH="0" baseline="0" noProof="0">
                  <a:ln>
                    <a:noFill/>
                  </a:ln>
                  <a:solidFill>
                    <a:srgbClr val="FFFFFF"/>
                  </a:solidFill>
                  <a:effectLst/>
                  <a:uLnTx/>
                  <a:uFillTx/>
                  <a:latin typeface="Barlow" pitchFamily="2" charset="77"/>
                  <a:ea typeface="+mn-ea"/>
                  <a:cs typeface="+mn-cs"/>
                </a:rPr>
                <a:t>Slate</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50" b="0" i="0" u="none" strike="noStrike" kern="1200" cap="none" spc="0" normalizeH="0" baseline="0" noProof="0">
                  <a:ln>
                    <a:noFill/>
                  </a:ln>
                  <a:solidFill>
                    <a:srgbClr val="FFFFFF"/>
                  </a:solidFill>
                  <a:effectLst/>
                  <a:uLnTx/>
                  <a:uFillTx/>
                  <a:latin typeface="Barlow" pitchFamily="2" charset="77"/>
                  <a:ea typeface="+mn-ea"/>
                  <a:cs typeface="+mn-cs"/>
                </a:rPr>
                <a:t>Light</a:t>
              </a:r>
            </a:p>
          </p:txBody>
        </p:sp>
      </p:grpSp>
      <p:grpSp>
        <p:nvGrpSpPr>
          <p:cNvPr id="4" name="Group 3">
            <a:extLst>
              <a:ext uri="{FF2B5EF4-FFF2-40B4-BE49-F238E27FC236}">
                <a16:creationId xmlns:a16="http://schemas.microsoft.com/office/drawing/2014/main" id="{BD5891BA-BA10-224D-9B0C-E1318AEEA692}"/>
              </a:ext>
            </a:extLst>
          </p:cNvPr>
          <p:cNvGrpSpPr/>
          <p:nvPr userDrawn="1"/>
        </p:nvGrpSpPr>
        <p:grpSpPr>
          <a:xfrm>
            <a:off x="-273634" y="3734043"/>
            <a:ext cx="254000" cy="1123950"/>
            <a:chOff x="284163" y="2346322"/>
            <a:chExt cx="254000" cy="1498599"/>
          </a:xfrm>
        </p:grpSpPr>
        <p:sp>
          <p:nvSpPr>
            <p:cNvPr id="31" name="Rectangle 30">
              <a:extLst>
                <a:ext uri="{FF2B5EF4-FFF2-40B4-BE49-F238E27FC236}">
                  <a16:creationId xmlns:a16="http://schemas.microsoft.com/office/drawing/2014/main" id="{F00D454D-F088-D94A-83C3-76BA2AE56EB2}"/>
                </a:ext>
              </a:extLst>
            </p:cNvPr>
            <p:cNvSpPr/>
            <p:nvPr userDrawn="1"/>
          </p:nvSpPr>
          <p:spPr>
            <a:xfrm>
              <a:off x="284163" y="2346322"/>
              <a:ext cx="254000" cy="187325"/>
            </a:xfrm>
            <a:prstGeom prst="rect">
              <a:avLst/>
            </a:prstGeom>
            <a:solidFill>
              <a:srgbClr val="90BF5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50" b="0" i="0" u="none" strike="noStrike" kern="1200" cap="none" spc="0" normalizeH="0" baseline="0" noProof="0">
                  <a:ln>
                    <a:noFill/>
                  </a:ln>
                  <a:solidFill>
                    <a:srgbClr val="FFFFFF"/>
                  </a:solidFill>
                  <a:effectLst/>
                  <a:uLnTx/>
                  <a:uFillTx/>
                  <a:latin typeface="Barlow" pitchFamily="2" charset="77"/>
                  <a:ea typeface="+mn-ea"/>
                  <a:cs typeface="+mn-cs"/>
                </a:rPr>
                <a:t>Grass</a:t>
              </a:r>
            </a:p>
          </p:txBody>
        </p:sp>
        <p:sp>
          <p:nvSpPr>
            <p:cNvPr id="32" name="Rectangle 31">
              <a:extLst>
                <a:ext uri="{FF2B5EF4-FFF2-40B4-BE49-F238E27FC236}">
                  <a16:creationId xmlns:a16="http://schemas.microsoft.com/office/drawing/2014/main" id="{F70D8086-062B-BD4D-A8EB-77BDF22A8008}"/>
                </a:ext>
              </a:extLst>
            </p:cNvPr>
            <p:cNvSpPr/>
            <p:nvPr userDrawn="1"/>
          </p:nvSpPr>
          <p:spPr>
            <a:xfrm>
              <a:off x="284163" y="2533647"/>
              <a:ext cx="254000" cy="187325"/>
            </a:xfrm>
            <a:prstGeom prst="rect">
              <a:avLst/>
            </a:prstGeom>
            <a:solidFill>
              <a:srgbClr val="774B6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50" b="0" i="0" u="none" strike="noStrike" kern="1200" cap="none" spc="0" normalizeH="0" baseline="0" noProof="0">
                  <a:ln>
                    <a:noFill/>
                  </a:ln>
                  <a:solidFill>
                    <a:srgbClr val="FFFFFF"/>
                  </a:solidFill>
                  <a:effectLst/>
                  <a:uLnTx/>
                  <a:uFillTx/>
                  <a:latin typeface="Barlow" pitchFamily="2" charset="77"/>
                  <a:ea typeface="+mn-ea"/>
                  <a:cs typeface="+mn-cs"/>
                </a:rPr>
                <a:t>Plum</a:t>
              </a:r>
            </a:p>
          </p:txBody>
        </p:sp>
        <p:sp>
          <p:nvSpPr>
            <p:cNvPr id="33" name="Rectangle 32">
              <a:extLst>
                <a:ext uri="{FF2B5EF4-FFF2-40B4-BE49-F238E27FC236}">
                  <a16:creationId xmlns:a16="http://schemas.microsoft.com/office/drawing/2014/main" id="{8EF7EE33-FC1A-0F4D-AAFE-322EF5079AB3}"/>
                </a:ext>
              </a:extLst>
            </p:cNvPr>
            <p:cNvSpPr/>
            <p:nvPr userDrawn="1"/>
          </p:nvSpPr>
          <p:spPr>
            <a:xfrm>
              <a:off x="284163" y="2720971"/>
              <a:ext cx="254000" cy="187325"/>
            </a:xfrm>
            <a:prstGeom prst="rect">
              <a:avLst/>
            </a:prstGeom>
            <a:solidFill>
              <a:srgbClr val="E45B6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50" b="0" i="0" u="none" strike="noStrike" kern="1200" cap="none" spc="0" normalizeH="0" baseline="0" noProof="0">
                  <a:ln>
                    <a:noFill/>
                  </a:ln>
                  <a:solidFill>
                    <a:srgbClr val="FFFFFF"/>
                  </a:solidFill>
                  <a:effectLst/>
                  <a:uLnTx/>
                  <a:uFillTx/>
                  <a:latin typeface="Barlow" pitchFamily="2" charset="77"/>
                  <a:ea typeface="+mn-ea"/>
                  <a:cs typeface="+mn-cs"/>
                </a:rPr>
                <a:t>Raspberry</a:t>
              </a:r>
            </a:p>
          </p:txBody>
        </p:sp>
        <p:sp>
          <p:nvSpPr>
            <p:cNvPr id="34" name="Rectangle 33">
              <a:extLst>
                <a:ext uri="{FF2B5EF4-FFF2-40B4-BE49-F238E27FC236}">
                  <a16:creationId xmlns:a16="http://schemas.microsoft.com/office/drawing/2014/main" id="{ADCF0C3C-F317-DA46-AE83-43A947C8BA96}"/>
                </a:ext>
              </a:extLst>
            </p:cNvPr>
            <p:cNvSpPr/>
            <p:nvPr userDrawn="1"/>
          </p:nvSpPr>
          <p:spPr>
            <a:xfrm>
              <a:off x="284163" y="2908298"/>
              <a:ext cx="254000" cy="187325"/>
            </a:xfrm>
            <a:prstGeom prst="rect">
              <a:avLst/>
            </a:prstGeom>
            <a:solidFill>
              <a:srgbClr val="F2EEE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457200" rtl="0" eaLnBrk="1" fontAlgn="auto" latinLnBrk="0" hangingPunct="1">
                <a:lnSpc>
                  <a:spcPct val="100000"/>
                </a:lnSpc>
                <a:spcBef>
                  <a:spcPts val="0"/>
                </a:spcBef>
                <a:spcAft>
                  <a:spcPts val="0"/>
                </a:spcAft>
                <a:buClrTx/>
                <a:buSzTx/>
                <a:buFontTx/>
                <a:buNone/>
                <a:tabLst/>
                <a:defRPr/>
              </a:pPr>
              <a:r>
                <a:rPr kumimoji="0" lang="en-US" sz="350" b="0" i="0" u="none" strike="noStrike" kern="1200" cap="none" spc="0" normalizeH="0" baseline="0" noProof="0">
                  <a:ln>
                    <a:noFill/>
                  </a:ln>
                  <a:solidFill>
                    <a:srgbClr val="FFFFFF"/>
                  </a:solidFill>
                  <a:effectLst/>
                  <a:uLnTx/>
                  <a:uFillTx/>
                  <a:latin typeface="Barlow" pitchFamily="2" charset="77"/>
                  <a:ea typeface="+mn-ea"/>
                  <a:cs typeface="+mn-cs"/>
                </a:rPr>
                <a:t>Buff</a:t>
              </a:r>
              <a:endParaRPr lang="en-US" sz="350"/>
            </a:p>
          </p:txBody>
        </p:sp>
        <p:sp>
          <p:nvSpPr>
            <p:cNvPr id="35" name="Rectangle 34">
              <a:extLst>
                <a:ext uri="{FF2B5EF4-FFF2-40B4-BE49-F238E27FC236}">
                  <a16:creationId xmlns:a16="http://schemas.microsoft.com/office/drawing/2014/main" id="{78F08B41-084A-AE43-A777-95B8FDA1F835}"/>
                </a:ext>
              </a:extLst>
            </p:cNvPr>
            <p:cNvSpPr/>
            <p:nvPr userDrawn="1"/>
          </p:nvSpPr>
          <p:spPr>
            <a:xfrm>
              <a:off x="284163" y="3095623"/>
              <a:ext cx="254000" cy="187325"/>
            </a:xfrm>
            <a:prstGeom prst="rect">
              <a:avLst/>
            </a:prstGeom>
            <a:solidFill>
              <a:srgbClr val="FFCC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50" b="0" i="0" u="none" strike="noStrike" kern="1200" cap="none" spc="0" normalizeH="0" baseline="0" noProof="0">
                  <a:ln>
                    <a:noFill/>
                  </a:ln>
                  <a:solidFill>
                    <a:srgbClr val="FFFFFF"/>
                  </a:solidFill>
                  <a:effectLst/>
                  <a:uLnTx/>
                  <a:uFillTx/>
                  <a:latin typeface="Barlow" pitchFamily="2" charset="77"/>
                  <a:ea typeface="+mn-ea"/>
                  <a:cs typeface="+mn-cs"/>
                </a:rPr>
                <a:t>Lemon</a:t>
              </a:r>
            </a:p>
          </p:txBody>
        </p:sp>
        <p:sp>
          <p:nvSpPr>
            <p:cNvPr id="36" name="Rectangle 35">
              <a:extLst>
                <a:ext uri="{FF2B5EF4-FFF2-40B4-BE49-F238E27FC236}">
                  <a16:creationId xmlns:a16="http://schemas.microsoft.com/office/drawing/2014/main" id="{A9D8E047-C776-9C4D-8AEF-07C0FFB16D2E}"/>
                </a:ext>
              </a:extLst>
            </p:cNvPr>
            <p:cNvSpPr/>
            <p:nvPr userDrawn="1"/>
          </p:nvSpPr>
          <p:spPr>
            <a:xfrm>
              <a:off x="284163" y="3282947"/>
              <a:ext cx="254000" cy="187325"/>
            </a:xfrm>
            <a:prstGeom prst="rect">
              <a:avLst/>
            </a:prstGeom>
            <a:solidFill>
              <a:srgbClr val="FFA52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50" b="0" i="0" u="none" strike="noStrike" kern="1200" cap="none" spc="0" normalizeH="0" baseline="0" noProof="0">
                  <a:ln>
                    <a:noFill/>
                  </a:ln>
                  <a:solidFill>
                    <a:srgbClr val="FFFFFF"/>
                  </a:solidFill>
                  <a:effectLst/>
                  <a:uLnTx/>
                  <a:uFillTx/>
                  <a:latin typeface="Barlow" pitchFamily="2" charset="77"/>
                  <a:ea typeface="+mn-ea"/>
                  <a:cs typeface="+mn-cs"/>
                </a:rPr>
                <a:t>Mango</a:t>
              </a:r>
            </a:p>
          </p:txBody>
        </p:sp>
        <p:sp>
          <p:nvSpPr>
            <p:cNvPr id="37" name="Rectangle 36">
              <a:extLst>
                <a:ext uri="{FF2B5EF4-FFF2-40B4-BE49-F238E27FC236}">
                  <a16:creationId xmlns:a16="http://schemas.microsoft.com/office/drawing/2014/main" id="{BD3412B8-A3B7-A84C-96D4-08D9845AB70A}"/>
                </a:ext>
              </a:extLst>
            </p:cNvPr>
            <p:cNvSpPr/>
            <p:nvPr userDrawn="1"/>
          </p:nvSpPr>
          <p:spPr>
            <a:xfrm>
              <a:off x="284163" y="3470272"/>
              <a:ext cx="254000" cy="187325"/>
            </a:xfrm>
            <a:prstGeom prst="rect">
              <a:avLst/>
            </a:prstGeom>
            <a:solidFill>
              <a:srgbClr val="FF771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50" b="0" i="0" u="none" strike="noStrike" kern="1200" cap="none" spc="0" normalizeH="0" baseline="0" noProof="0">
                  <a:ln>
                    <a:noFill/>
                  </a:ln>
                  <a:solidFill>
                    <a:srgbClr val="FFFFFF"/>
                  </a:solidFill>
                  <a:effectLst/>
                  <a:uLnTx/>
                  <a:uFillTx/>
                  <a:latin typeface="Barlow" pitchFamily="2" charset="77"/>
                  <a:ea typeface="+mn-ea"/>
                  <a:cs typeface="+mn-cs"/>
                </a:rPr>
                <a:t>Orange</a:t>
              </a:r>
            </a:p>
          </p:txBody>
        </p:sp>
        <p:sp>
          <p:nvSpPr>
            <p:cNvPr id="38" name="Rectangle 37">
              <a:extLst>
                <a:ext uri="{FF2B5EF4-FFF2-40B4-BE49-F238E27FC236}">
                  <a16:creationId xmlns:a16="http://schemas.microsoft.com/office/drawing/2014/main" id="{567F861C-08B3-CC41-B50F-350BF16CCB8B}"/>
                </a:ext>
              </a:extLst>
            </p:cNvPr>
            <p:cNvSpPr/>
            <p:nvPr userDrawn="1"/>
          </p:nvSpPr>
          <p:spPr>
            <a:xfrm>
              <a:off x="284163" y="3657596"/>
              <a:ext cx="254000" cy="187325"/>
            </a:xfrm>
            <a:prstGeom prst="rect">
              <a:avLst/>
            </a:prstGeom>
            <a:solidFill>
              <a:srgbClr val="DA73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50" b="0" i="0" u="none" strike="noStrike" kern="1200" cap="none" spc="0" normalizeH="0" baseline="0" noProof="0">
                  <a:ln>
                    <a:noFill/>
                  </a:ln>
                  <a:solidFill>
                    <a:srgbClr val="FFFFFF"/>
                  </a:solidFill>
                  <a:effectLst/>
                  <a:uLnTx/>
                  <a:uFillTx/>
                  <a:latin typeface="Barlow" pitchFamily="2" charset="77"/>
                  <a:ea typeface="+mn-ea"/>
                  <a:cs typeface="+mn-cs"/>
                </a:rPr>
                <a:t>Dark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50" b="0" i="0" u="none" strike="noStrike" kern="1200" cap="none" spc="0" normalizeH="0" baseline="0" noProof="0">
                  <a:ln>
                    <a:noFill/>
                  </a:ln>
                  <a:solidFill>
                    <a:srgbClr val="FFFFFF"/>
                  </a:solidFill>
                  <a:effectLst/>
                  <a:uLnTx/>
                  <a:uFillTx/>
                  <a:latin typeface="Barlow" pitchFamily="2" charset="77"/>
                  <a:ea typeface="+mn-ea"/>
                  <a:cs typeface="+mn-cs"/>
                </a:rPr>
                <a:t>Orange</a:t>
              </a:r>
            </a:p>
          </p:txBody>
        </p:sp>
      </p:grpSp>
      <p:sp>
        <p:nvSpPr>
          <p:cNvPr id="7" name="Title 6">
            <a:extLst>
              <a:ext uri="{FF2B5EF4-FFF2-40B4-BE49-F238E27FC236}">
                <a16:creationId xmlns:a16="http://schemas.microsoft.com/office/drawing/2014/main" id="{15F65F69-223A-524F-BE85-6A0D058608B8}"/>
              </a:ext>
            </a:extLst>
          </p:cNvPr>
          <p:cNvSpPr>
            <a:spLocks noGrp="1"/>
          </p:cNvSpPr>
          <p:nvPr>
            <p:ph type="title"/>
          </p:nvPr>
        </p:nvSpPr>
        <p:spPr>
          <a:xfrm>
            <a:off x="457200" y="457200"/>
            <a:ext cx="10515600" cy="875151"/>
          </a:xfrm>
        </p:spPr>
        <p:txBody>
          <a:bodyPr>
            <a:normAutofit/>
          </a:bodyPr>
          <a:lstStyle>
            <a:lvl1pPr>
              <a:defRPr sz="3200"/>
            </a:lvl1pPr>
          </a:lstStyle>
          <a:p>
            <a:r>
              <a:rPr lang="en-US"/>
              <a:t>Click to edit Master title style</a:t>
            </a:r>
          </a:p>
        </p:txBody>
      </p:sp>
      <p:sp>
        <p:nvSpPr>
          <p:cNvPr id="39" name="Slide Number Placeholder 3">
            <a:extLst>
              <a:ext uri="{FF2B5EF4-FFF2-40B4-BE49-F238E27FC236}">
                <a16:creationId xmlns:a16="http://schemas.microsoft.com/office/drawing/2014/main" id="{1D51E57E-8617-334C-85D8-674CEDA013DD}"/>
              </a:ext>
            </a:extLst>
          </p:cNvPr>
          <p:cNvSpPr>
            <a:spLocks noGrp="1"/>
          </p:cNvSpPr>
          <p:nvPr>
            <p:ph type="sldNum" sz="quarter" idx="12"/>
          </p:nvPr>
        </p:nvSpPr>
        <p:spPr>
          <a:xfrm>
            <a:off x="11430000" y="6382423"/>
            <a:ext cx="405882" cy="365125"/>
          </a:xfrm>
          <a:prstGeom prst="rect">
            <a:avLst/>
          </a:prstGeom>
        </p:spPr>
        <p:txBody>
          <a:bodyPr/>
          <a:lstStyle>
            <a:lvl1pPr>
              <a:defRPr>
                <a:solidFill>
                  <a:schemeClr val="tx1"/>
                </a:solidFill>
              </a:defRPr>
            </a:lvl1pPr>
          </a:lstStyle>
          <a:p>
            <a:fld id="{60A050B8-70BA-C549-8602-24B07541FE4F}" type="slidenum">
              <a:rPr lang="en-US" smtClean="0"/>
              <a:pPr/>
              <a:t>‹#›</a:t>
            </a:fld>
            <a:endParaRPr lang="en-US"/>
          </a:p>
        </p:txBody>
      </p:sp>
    </p:spTree>
    <p:extLst>
      <p:ext uri="{BB962C8B-B14F-4D97-AF65-F5344CB8AC3E}">
        <p14:creationId xmlns:p14="http://schemas.microsoft.com/office/powerpoint/2010/main" val="3325043438"/>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Standard Slide">
    <p:spTree>
      <p:nvGrpSpPr>
        <p:cNvPr id="1" name=""/>
        <p:cNvGrpSpPr/>
        <p:nvPr/>
      </p:nvGrpSpPr>
      <p:grpSpPr>
        <a:xfrm>
          <a:off x="0" y="0"/>
          <a:ext cx="0" cy="0"/>
          <a:chOff x="0" y="0"/>
          <a:chExt cx="0" cy="0"/>
        </a:xfrm>
      </p:grpSpPr>
      <p:sp>
        <p:nvSpPr>
          <p:cNvPr id="14" name="Content Placeholder 16">
            <a:extLst>
              <a:ext uri="{FF2B5EF4-FFF2-40B4-BE49-F238E27FC236}">
                <a16:creationId xmlns:a16="http://schemas.microsoft.com/office/drawing/2014/main" id="{E21F932D-F044-D042-A3AF-16FE480C7FF5}"/>
              </a:ext>
            </a:extLst>
          </p:cNvPr>
          <p:cNvSpPr>
            <a:spLocks noGrp="1"/>
          </p:cNvSpPr>
          <p:nvPr>
            <p:ph sz="quarter" idx="13"/>
          </p:nvPr>
        </p:nvSpPr>
        <p:spPr>
          <a:xfrm>
            <a:off x="645584" y="1264357"/>
            <a:ext cx="10896600" cy="5098344"/>
          </a:xfrm>
          <a:prstGeom prst="rect">
            <a:avLst/>
          </a:prstGeom>
        </p:spPr>
        <p:txBody>
          <a:bodyPr/>
          <a:lstStyle>
            <a:lvl1pPr>
              <a:defRPr sz="1867"/>
            </a:lvl1pPr>
            <a:lvl2pPr>
              <a:defRPr sz="1867"/>
            </a:lvl2pPr>
          </a:lstStyle>
          <a:p>
            <a:pPr lvl="0"/>
            <a:r>
              <a:rPr lang="en-US"/>
              <a:t>Click to edit Master text styles</a:t>
            </a:r>
          </a:p>
          <a:p>
            <a:pPr lvl="1"/>
            <a:r>
              <a:rPr lang="en-US"/>
              <a:t>Second level</a:t>
            </a:r>
          </a:p>
          <a:p>
            <a:pPr lvl="2"/>
            <a:r>
              <a:rPr lang="en-US"/>
              <a:t>Third level</a:t>
            </a:r>
          </a:p>
        </p:txBody>
      </p:sp>
      <p:pic>
        <p:nvPicPr>
          <p:cNvPr id="18" name="Picture 17" descr="Icon&#10;&#10;Description automatically generated">
            <a:extLst>
              <a:ext uri="{FF2B5EF4-FFF2-40B4-BE49-F238E27FC236}">
                <a16:creationId xmlns:a16="http://schemas.microsoft.com/office/drawing/2014/main" id="{86684C0D-A15B-8149-AA9B-73747D8229FD}"/>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223530" y="414842"/>
            <a:ext cx="406258" cy="406258"/>
          </a:xfrm>
          <a:prstGeom prst="rect">
            <a:avLst/>
          </a:prstGeom>
        </p:spPr>
      </p:pic>
      <p:grpSp>
        <p:nvGrpSpPr>
          <p:cNvPr id="19" name="Group 18">
            <a:extLst>
              <a:ext uri="{FF2B5EF4-FFF2-40B4-BE49-F238E27FC236}">
                <a16:creationId xmlns:a16="http://schemas.microsoft.com/office/drawing/2014/main" id="{14786E1E-8AE8-E449-9AAB-6B82BAE44C44}"/>
              </a:ext>
            </a:extLst>
          </p:cNvPr>
          <p:cNvGrpSpPr/>
          <p:nvPr userDrawn="1"/>
        </p:nvGrpSpPr>
        <p:grpSpPr>
          <a:xfrm>
            <a:off x="645954" y="559247"/>
            <a:ext cx="11051929" cy="152482"/>
            <a:chOff x="-4265617" y="673954"/>
            <a:chExt cx="10093552" cy="139258"/>
          </a:xfrm>
        </p:grpSpPr>
        <p:sp>
          <p:nvSpPr>
            <p:cNvPr id="21" name="Oval 20">
              <a:extLst>
                <a:ext uri="{FF2B5EF4-FFF2-40B4-BE49-F238E27FC236}">
                  <a16:creationId xmlns:a16="http://schemas.microsoft.com/office/drawing/2014/main" id="{93F0E81E-7CE7-8149-94C1-D5056E1D7831}"/>
                </a:ext>
              </a:extLst>
            </p:cNvPr>
            <p:cNvSpPr/>
            <p:nvPr userDrawn="1"/>
          </p:nvSpPr>
          <p:spPr>
            <a:xfrm>
              <a:off x="5739909" y="673954"/>
              <a:ext cx="88026" cy="88027"/>
            </a:xfrm>
            <a:prstGeom prst="ellipse">
              <a:avLst/>
            </a:prstGeom>
            <a:no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a:latin typeface="Myriad Pro" panose="020B0503030403020204" pitchFamily="34" charset="0"/>
              </a:endParaRPr>
            </a:p>
          </p:txBody>
        </p:sp>
        <p:grpSp>
          <p:nvGrpSpPr>
            <p:cNvPr id="23" name="Group 22">
              <a:extLst>
                <a:ext uri="{FF2B5EF4-FFF2-40B4-BE49-F238E27FC236}">
                  <a16:creationId xmlns:a16="http://schemas.microsoft.com/office/drawing/2014/main" id="{B910BC6C-E3E1-8A4A-86E8-5592107EC3A5}"/>
                </a:ext>
              </a:extLst>
            </p:cNvPr>
            <p:cNvGrpSpPr/>
            <p:nvPr userDrawn="1"/>
          </p:nvGrpSpPr>
          <p:grpSpPr>
            <a:xfrm>
              <a:off x="-4265617" y="719837"/>
              <a:ext cx="9991603" cy="93375"/>
              <a:chOff x="-4265617" y="719837"/>
              <a:chExt cx="9991603" cy="93375"/>
            </a:xfrm>
          </p:grpSpPr>
          <p:sp>
            <p:nvSpPr>
              <p:cNvPr id="31" name="Freeform 30">
                <a:extLst>
                  <a:ext uri="{FF2B5EF4-FFF2-40B4-BE49-F238E27FC236}">
                    <a16:creationId xmlns:a16="http://schemas.microsoft.com/office/drawing/2014/main" id="{B91E7D5F-000E-8B42-BEDE-68ADDFFF5819}"/>
                  </a:ext>
                </a:extLst>
              </p:cNvPr>
              <p:cNvSpPr/>
              <p:nvPr userDrawn="1"/>
            </p:nvSpPr>
            <p:spPr>
              <a:xfrm rot="10800000">
                <a:off x="-4265617" y="719837"/>
                <a:ext cx="9991603" cy="93375"/>
              </a:xfrm>
              <a:custGeom>
                <a:avLst/>
                <a:gdLst>
                  <a:gd name="connsiteX0" fmla="*/ 0 w 8078346"/>
                  <a:gd name="connsiteY0" fmla="*/ 123753 h 123753"/>
                  <a:gd name="connsiteX1" fmla="*/ 5252644 w 8078346"/>
                  <a:gd name="connsiteY1" fmla="*/ 123753 h 123753"/>
                  <a:gd name="connsiteX2" fmla="*/ 5376397 w 8078346"/>
                  <a:gd name="connsiteY2" fmla="*/ 0 h 123753"/>
                  <a:gd name="connsiteX3" fmla="*/ 5933287 w 8078346"/>
                  <a:gd name="connsiteY3" fmla="*/ 0 h 123753"/>
                  <a:gd name="connsiteX4" fmla="*/ 6050165 w 8078346"/>
                  <a:gd name="connsiteY4" fmla="*/ 116878 h 123753"/>
                  <a:gd name="connsiteX5" fmla="*/ 8078346 w 8078346"/>
                  <a:gd name="connsiteY5" fmla="*/ 116878 h 123753"/>
                  <a:gd name="connsiteX0" fmla="*/ 0 w 6352674"/>
                  <a:gd name="connsiteY0" fmla="*/ 123753 h 123753"/>
                  <a:gd name="connsiteX1" fmla="*/ 3526972 w 6352674"/>
                  <a:gd name="connsiteY1" fmla="*/ 123753 h 123753"/>
                  <a:gd name="connsiteX2" fmla="*/ 3650725 w 6352674"/>
                  <a:gd name="connsiteY2" fmla="*/ 0 h 123753"/>
                  <a:gd name="connsiteX3" fmla="*/ 4207615 w 6352674"/>
                  <a:gd name="connsiteY3" fmla="*/ 0 h 123753"/>
                  <a:gd name="connsiteX4" fmla="*/ 4324493 w 6352674"/>
                  <a:gd name="connsiteY4" fmla="*/ 116878 h 123753"/>
                  <a:gd name="connsiteX5" fmla="*/ 6352674 w 6352674"/>
                  <a:gd name="connsiteY5" fmla="*/ 116878 h 123753"/>
                  <a:gd name="connsiteX0" fmla="*/ 0 w 6833937"/>
                  <a:gd name="connsiteY0" fmla="*/ 123753 h 123753"/>
                  <a:gd name="connsiteX1" fmla="*/ 3526972 w 6833937"/>
                  <a:gd name="connsiteY1" fmla="*/ 123753 h 123753"/>
                  <a:gd name="connsiteX2" fmla="*/ 3650725 w 6833937"/>
                  <a:gd name="connsiteY2" fmla="*/ 0 h 123753"/>
                  <a:gd name="connsiteX3" fmla="*/ 4207615 w 6833937"/>
                  <a:gd name="connsiteY3" fmla="*/ 0 h 123753"/>
                  <a:gd name="connsiteX4" fmla="*/ 4324493 w 6833937"/>
                  <a:gd name="connsiteY4" fmla="*/ 116878 h 123753"/>
                  <a:gd name="connsiteX5" fmla="*/ 6833937 w 6833937"/>
                  <a:gd name="connsiteY5" fmla="*/ 110003 h 123753"/>
                  <a:gd name="connsiteX0" fmla="*/ 0 w 8096325"/>
                  <a:gd name="connsiteY0" fmla="*/ 123753 h 123753"/>
                  <a:gd name="connsiteX1" fmla="*/ 3526972 w 8096325"/>
                  <a:gd name="connsiteY1" fmla="*/ 123753 h 123753"/>
                  <a:gd name="connsiteX2" fmla="*/ 3650725 w 8096325"/>
                  <a:gd name="connsiteY2" fmla="*/ 0 h 123753"/>
                  <a:gd name="connsiteX3" fmla="*/ 4207615 w 8096325"/>
                  <a:gd name="connsiteY3" fmla="*/ 0 h 123753"/>
                  <a:gd name="connsiteX4" fmla="*/ 4324493 w 8096325"/>
                  <a:gd name="connsiteY4" fmla="*/ 116878 h 123753"/>
                  <a:gd name="connsiteX5" fmla="*/ 8096325 w 8096325"/>
                  <a:gd name="connsiteY5" fmla="*/ 110003 h 123753"/>
                  <a:gd name="connsiteX0" fmla="*/ 0 w 8138405"/>
                  <a:gd name="connsiteY0" fmla="*/ 123753 h 123753"/>
                  <a:gd name="connsiteX1" fmla="*/ 3526972 w 8138405"/>
                  <a:gd name="connsiteY1" fmla="*/ 123753 h 123753"/>
                  <a:gd name="connsiteX2" fmla="*/ 3650725 w 8138405"/>
                  <a:gd name="connsiteY2" fmla="*/ 0 h 123753"/>
                  <a:gd name="connsiteX3" fmla="*/ 4207615 w 8138405"/>
                  <a:gd name="connsiteY3" fmla="*/ 0 h 123753"/>
                  <a:gd name="connsiteX4" fmla="*/ 4324493 w 8138405"/>
                  <a:gd name="connsiteY4" fmla="*/ 116878 h 123753"/>
                  <a:gd name="connsiteX5" fmla="*/ 8138405 w 8138405"/>
                  <a:gd name="connsiteY5" fmla="*/ 110003 h 123753"/>
                  <a:gd name="connsiteX0" fmla="*/ 0 w 7995334"/>
                  <a:gd name="connsiteY0" fmla="*/ 123753 h 123753"/>
                  <a:gd name="connsiteX1" fmla="*/ 3383901 w 7995334"/>
                  <a:gd name="connsiteY1" fmla="*/ 123753 h 123753"/>
                  <a:gd name="connsiteX2" fmla="*/ 3507654 w 7995334"/>
                  <a:gd name="connsiteY2" fmla="*/ 0 h 123753"/>
                  <a:gd name="connsiteX3" fmla="*/ 4064544 w 7995334"/>
                  <a:gd name="connsiteY3" fmla="*/ 0 h 123753"/>
                  <a:gd name="connsiteX4" fmla="*/ 4181422 w 7995334"/>
                  <a:gd name="connsiteY4" fmla="*/ 116878 h 123753"/>
                  <a:gd name="connsiteX5" fmla="*/ 7995334 w 7995334"/>
                  <a:gd name="connsiteY5" fmla="*/ 110003 h 123753"/>
                  <a:gd name="connsiteX0" fmla="*/ 0 w 9354368"/>
                  <a:gd name="connsiteY0" fmla="*/ 123753 h 123753"/>
                  <a:gd name="connsiteX1" fmla="*/ 3383901 w 9354368"/>
                  <a:gd name="connsiteY1" fmla="*/ 123753 h 123753"/>
                  <a:gd name="connsiteX2" fmla="*/ 3507654 w 9354368"/>
                  <a:gd name="connsiteY2" fmla="*/ 0 h 123753"/>
                  <a:gd name="connsiteX3" fmla="*/ 4064544 w 9354368"/>
                  <a:gd name="connsiteY3" fmla="*/ 0 h 123753"/>
                  <a:gd name="connsiteX4" fmla="*/ 4181422 w 9354368"/>
                  <a:gd name="connsiteY4" fmla="*/ 116878 h 123753"/>
                  <a:gd name="connsiteX5" fmla="*/ 9354368 w 9354368"/>
                  <a:gd name="connsiteY5" fmla="*/ 110003 h 123753"/>
                  <a:gd name="connsiteX0" fmla="*/ 0 w 8165212"/>
                  <a:gd name="connsiteY0" fmla="*/ 123753 h 123753"/>
                  <a:gd name="connsiteX1" fmla="*/ 2194745 w 8165212"/>
                  <a:gd name="connsiteY1" fmla="*/ 123753 h 123753"/>
                  <a:gd name="connsiteX2" fmla="*/ 2318498 w 8165212"/>
                  <a:gd name="connsiteY2" fmla="*/ 0 h 123753"/>
                  <a:gd name="connsiteX3" fmla="*/ 2875388 w 8165212"/>
                  <a:gd name="connsiteY3" fmla="*/ 0 h 123753"/>
                  <a:gd name="connsiteX4" fmla="*/ 2992266 w 8165212"/>
                  <a:gd name="connsiteY4" fmla="*/ 116878 h 123753"/>
                  <a:gd name="connsiteX5" fmla="*/ 8165212 w 8165212"/>
                  <a:gd name="connsiteY5" fmla="*/ 110003 h 123753"/>
                  <a:gd name="connsiteX0" fmla="*/ 0 w 13242286"/>
                  <a:gd name="connsiteY0" fmla="*/ 123753 h 123753"/>
                  <a:gd name="connsiteX1" fmla="*/ 2194745 w 13242286"/>
                  <a:gd name="connsiteY1" fmla="*/ 123753 h 123753"/>
                  <a:gd name="connsiteX2" fmla="*/ 2318498 w 13242286"/>
                  <a:gd name="connsiteY2" fmla="*/ 0 h 123753"/>
                  <a:gd name="connsiteX3" fmla="*/ 2875388 w 13242286"/>
                  <a:gd name="connsiteY3" fmla="*/ 0 h 123753"/>
                  <a:gd name="connsiteX4" fmla="*/ 2992266 w 13242286"/>
                  <a:gd name="connsiteY4" fmla="*/ 116878 h 123753"/>
                  <a:gd name="connsiteX5" fmla="*/ 13242286 w 13242286"/>
                  <a:gd name="connsiteY5" fmla="*/ 99849 h 123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42286" h="123753">
                    <a:moveTo>
                      <a:pt x="0" y="123753"/>
                    </a:moveTo>
                    <a:lnTo>
                      <a:pt x="2194745" y="123753"/>
                    </a:lnTo>
                    <a:lnTo>
                      <a:pt x="2318498" y="0"/>
                    </a:lnTo>
                    <a:lnTo>
                      <a:pt x="2875388" y="0"/>
                    </a:lnTo>
                    <a:lnTo>
                      <a:pt x="2992266" y="116878"/>
                    </a:lnTo>
                    <a:lnTo>
                      <a:pt x="13242286" y="99849"/>
                    </a:lnTo>
                  </a:path>
                </a:pathLst>
              </a:custGeom>
              <a:noFill/>
              <a:ln>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a:latin typeface="Myriad Pro" panose="020B0503030403020204" pitchFamily="34" charset="0"/>
                </a:endParaRPr>
              </a:p>
            </p:txBody>
          </p:sp>
          <p:grpSp>
            <p:nvGrpSpPr>
              <p:cNvPr id="32" name="Group 31">
                <a:extLst>
                  <a:ext uri="{FF2B5EF4-FFF2-40B4-BE49-F238E27FC236}">
                    <a16:creationId xmlns:a16="http://schemas.microsoft.com/office/drawing/2014/main" id="{EF1C60F4-DBF1-7E44-B6F1-6EC0A45312C4}"/>
                  </a:ext>
                </a:extLst>
              </p:cNvPr>
              <p:cNvGrpSpPr/>
              <p:nvPr userDrawn="1"/>
            </p:nvGrpSpPr>
            <p:grpSpPr>
              <a:xfrm>
                <a:off x="4021514" y="740025"/>
                <a:ext cx="943748" cy="72213"/>
                <a:chOff x="3024564" y="740025"/>
                <a:chExt cx="943748" cy="72213"/>
              </a:xfrm>
            </p:grpSpPr>
            <p:sp>
              <p:nvSpPr>
                <p:cNvPr id="34" name="Parallelogram 33">
                  <a:extLst>
                    <a:ext uri="{FF2B5EF4-FFF2-40B4-BE49-F238E27FC236}">
                      <a16:creationId xmlns:a16="http://schemas.microsoft.com/office/drawing/2014/main" id="{C2E9C51A-BD36-6B41-BDE2-FE96DC329C38}"/>
                    </a:ext>
                  </a:extLst>
                </p:cNvPr>
                <p:cNvSpPr/>
                <p:nvPr userDrawn="1"/>
              </p:nvSpPr>
              <p:spPr>
                <a:xfrm>
                  <a:off x="3024564" y="741150"/>
                  <a:ext cx="171643" cy="69963"/>
                </a:xfrm>
                <a:prstGeom prst="parallelogram">
                  <a:avLst>
                    <a:gd name="adj" fmla="val 101349"/>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a:latin typeface="Myriad Pro" panose="020B0503030403020204" pitchFamily="34" charset="0"/>
                  </a:endParaRPr>
                </a:p>
              </p:txBody>
            </p:sp>
            <p:sp>
              <p:nvSpPr>
                <p:cNvPr id="35" name="Parallelogram 34">
                  <a:extLst>
                    <a:ext uri="{FF2B5EF4-FFF2-40B4-BE49-F238E27FC236}">
                      <a16:creationId xmlns:a16="http://schemas.microsoft.com/office/drawing/2014/main" id="{D7C02174-EE08-694B-AE40-0BD002B41E90}"/>
                    </a:ext>
                  </a:extLst>
                </p:cNvPr>
                <p:cNvSpPr/>
                <p:nvPr userDrawn="1"/>
              </p:nvSpPr>
              <p:spPr>
                <a:xfrm>
                  <a:off x="3156053" y="741150"/>
                  <a:ext cx="171643" cy="69963"/>
                </a:xfrm>
                <a:prstGeom prst="parallelogram">
                  <a:avLst>
                    <a:gd name="adj" fmla="val 101349"/>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a:latin typeface="Myriad Pro" panose="020B0503030403020204" pitchFamily="34" charset="0"/>
                  </a:endParaRPr>
                </a:p>
              </p:txBody>
            </p:sp>
            <p:sp>
              <p:nvSpPr>
                <p:cNvPr id="36" name="Parallelogram 35">
                  <a:extLst>
                    <a:ext uri="{FF2B5EF4-FFF2-40B4-BE49-F238E27FC236}">
                      <a16:creationId xmlns:a16="http://schemas.microsoft.com/office/drawing/2014/main" id="{6F630027-B88D-734F-8791-052D9E4027FD}"/>
                    </a:ext>
                  </a:extLst>
                </p:cNvPr>
                <p:cNvSpPr/>
                <p:nvPr userDrawn="1"/>
              </p:nvSpPr>
              <p:spPr>
                <a:xfrm>
                  <a:off x="3287541" y="740025"/>
                  <a:ext cx="168277" cy="72213"/>
                </a:xfrm>
                <a:prstGeom prst="parallelogram">
                  <a:avLst>
                    <a:gd name="adj" fmla="val 101349"/>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a:latin typeface="Myriad Pro" panose="020B0503030403020204" pitchFamily="34" charset="0"/>
                  </a:endParaRPr>
                </a:p>
              </p:txBody>
            </p:sp>
            <p:sp>
              <p:nvSpPr>
                <p:cNvPr id="39" name="Parallelogram 38">
                  <a:extLst>
                    <a:ext uri="{FF2B5EF4-FFF2-40B4-BE49-F238E27FC236}">
                      <a16:creationId xmlns:a16="http://schemas.microsoft.com/office/drawing/2014/main" id="{31883CEC-AA64-FE44-A5FC-74B71F35118C}"/>
                    </a:ext>
                  </a:extLst>
                </p:cNvPr>
                <p:cNvSpPr/>
                <p:nvPr userDrawn="1"/>
              </p:nvSpPr>
              <p:spPr>
                <a:xfrm>
                  <a:off x="3415664" y="740025"/>
                  <a:ext cx="168277" cy="72213"/>
                </a:xfrm>
                <a:prstGeom prst="parallelogram">
                  <a:avLst>
                    <a:gd name="adj" fmla="val 101349"/>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a:latin typeface="Myriad Pro" panose="020B0503030403020204" pitchFamily="34" charset="0"/>
                  </a:endParaRPr>
                </a:p>
              </p:txBody>
            </p:sp>
            <p:sp>
              <p:nvSpPr>
                <p:cNvPr id="40" name="Parallelogram 39">
                  <a:extLst>
                    <a:ext uri="{FF2B5EF4-FFF2-40B4-BE49-F238E27FC236}">
                      <a16:creationId xmlns:a16="http://schemas.microsoft.com/office/drawing/2014/main" id="{2A5967BE-0E03-9540-B340-78D0577F9C69}"/>
                    </a:ext>
                  </a:extLst>
                </p:cNvPr>
                <p:cNvSpPr/>
                <p:nvPr userDrawn="1"/>
              </p:nvSpPr>
              <p:spPr>
                <a:xfrm>
                  <a:off x="3543787" y="740025"/>
                  <a:ext cx="168277" cy="72213"/>
                </a:xfrm>
                <a:prstGeom prst="parallelogram">
                  <a:avLst>
                    <a:gd name="adj" fmla="val 101349"/>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a:latin typeface="Myriad Pro" panose="020B0503030403020204" pitchFamily="34" charset="0"/>
                  </a:endParaRPr>
                </a:p>
              </p:txBody>
            </p:sp>
            <p:sp>
              <p:nvSpPr>
                <p:cNvPr id="41" name="Parallelogram 40">
                  <a:extLst>
                    <a:ext uri="{FF2B5EF4-FFF2-40B4-BE49-F238E27FC236}">
                      <a16:creationId xmlns:a16="http://schemas.microsoft.com/office/drawing/2014/main" id="{7D25FA19-C64C-FE4D-8548-1787DF559686}"/>
                    </a:ext>
                  </a:extLst>
                </p:cNvPr>
                <p:cNvSpPr/>
                <p:nvPr userDrawn="1"/>
              </p:nvSpPr>
              <p:spPr>
                <a:xfrm>
                  <a:off x="3671911" y="740025"/>
                  <a:ext cx="168277" cy="72213"/>
                </a:xfrm>
                <a:prstGeom prst="parallelogram">
                  <a:avLst>
                    <a:gd name="adj" fmla="val 101349"/>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a:latin typeface="Myriad Pro" panose="020B0503030403020204" pitchFamily="34" charset="0"/>
                  </a:endParaRPr>
                </a:p>
              </p:txBody>
            </p:sp>
            <p:sp>
              <p:nvSpPr>
                <p:cNvPr id="42" name="Parallelogram 41">
                  <a:extLst>
                    <a:ext uri="{FF2B5EF4-FFF2-40B4-BE49-F238E27FC236}">
                      <a16:creationId xmlns:a16="http://schemas.microsoft.com/office/drawing/2014/main" id="{E2EA9B73-276B-C144-A0F6-E4D58A106AFC}"/>
                    </a:ext>
                  </a:extLst>
                </p:cNvPr>
                <p:cNvSpPr/>
                <p:nvPr userDrawn="1"/>
              </p:nvSpPr>
              <p:spPr>
                <a:xfrm>
                  <a:off x="3800035" y="740025"/>
                  <a:ext cx="168277" cy="72213"/>
                </a:xfrm>
                <a:prstGeom prst="parallelogram">
                  <a:avLst>
                    <a:gd name="adj" fmla="val 101349"/>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a:latin typeface="Myriad Pro" panose="020B0503030403020204" pitchFamily="34" charset="0"/>
                  </a:endParaRPr>
                </a:p>
              </p:txBody>
            </p:sp>
          </p:grpSp>
        </p:grpSp>
      </p:grpSp>
      <p:pic>
        <p:nvPicPr>
          <p:cNvPr id="43" name="Picture 42" descr="Icon&#10;&#10;Description automatically generated">
            <a:extLst>
              <a:ext uri="{FF2B5EF4-FFF2-40B4-BE49-F238E27FC236}">
                <a16:creationId xmlns:a16="http://schemas.microsoft.com/office/drawing/2014/main" id="{A6FAA0F7-3F4A-4241-B544-864DC134DA0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223530" y="414842"/>
            <a:ext cx="406258" cy="406258"/>
          </a:xfrm>
          <a:prstGeom prst="rect">
            <a:avLst/>
          </a:prstGeom>
        </p:spPr>
      </p:pic>
      <p:sp>
        <p:nvSpPr>
          <p:cNvPr id="44" name="Title 11">
            <a:extLst>
              <a:ext uri="{FF2B5EF4-FFF2-40B4-BE49-F238E27FC236}">
                <a16:creationId xmlns:a16="http://schemas.microsoft.com/office/drawing/2014/main" id="{B454B27A-BAD1-F848-99F3-FFEC677FA3C5}"/>
              </a:ext>
            </a:extLst>
          </p:cNvPr>
          <p:cNvSpPr>
            <a:spLocks noGrp="1"/>
          </p:cNvSpPr>
          <p:nvPr>
            <p:ph type="title"/>
          </p:nvPr>
        </p:nvSpPr>
        <p:spPr>
          <a:xfrm>
            <a:off x="647700" y="306962"/>
            <a:ext cx="10896600" cy="345688"/>
          </a:xfrm>
          <a:prstGeom prst="rect">
            <a:avLst/>
          </a:prstGeom>
        </p:spPr>
        <p:txBody>
          <a:bodyPr/>
          <a:lstStyle>
            <a:lvl1pPr>
              <a:defRPr sz="2400" b="0" i="0">
                <a:latin typeface="Myriad Pro" panose="020B0503030403020204" pitchFamily="34" charset="0"/>
              </a:defRPr>
            </a:lvl1pPr>
          </a:lstStyle>
          <a:p>
            <a:r>
              <a:rPr lang="en-US"/>
              <a:t>Click to edit Master title style</a:t>
            </a:r>
            <a:endParaRPr lang="en-CA"/>
          </a:p>
        </p:txBody>
      </p:sp>
      <p:sp>
        <p:nvSpPr>
          <p:cNvPr id="45" name="Subtitle 2">
            <a:extLst>
              <a:ext uri="{FF2B5EF4-FFF2-40B4-BE49-F238E27FC236}">
                <a16:creationId xmlns:a16="http://schemas.microsoft.com/office/drawing/2014/main" id="{17C6AF6E-9A4D-A24F-9DAB-B74208AFECE3}"/>
              </a:ext>
            </a:extLst>
          </p:cNvPr>
          <p:cNvSpPr>
            <a:spLocks noGrp="1"/>
          </p:cNvSpPr>
          <p:nvPr>
            <p:ph type="subTitle" idx="1"/>
          </p:nvPr>
        </p:nvSpPr>
        <p:spPr>
          <a:xfrm>
            <a:off x="654419" y="668142"/>
            <a:ext cx="10896599" cy="345688"/>
          </a:xfrm>
          <a:prstGeom prst="rect">
            <a:avLst/>
          </a:prstGeom>
        </p:spPr>
        <p:txBody>
          <a:bodyPr anchor="t">
            <a:normAutofit/>
          </a:bodyPr>
          <a:lstStyle>
            <a:lvl1pPr marL="0" indent="0" algn="l">
              <a:buNone/>
              <a:defRPr sz="1600" b="0" i="0">
                <a:solidFill>
                  <a:schemeClr val="accent1"/>
                </a:solidFill>
                <a:latin typeface="Myriad Pro" panose="020B0503030403020204" pitchFamily="34" charset="0"/>
              </a:defRPr>
            </a:lvl1pPr>
            <a:lvl2pPr marL="457171" indent="0" algn="ctr">
              <a:buNone/>
              <a:defRPr sz="2000"/>
            </a:lvl2pPr>
            <a:lvl3pPr marL="914340" indent="0" algn="ctr">
              <a:buNone/>
              <a:defRPr sz="1800"/>
            </a:lvl3pPr>
            <a:lvl4pPr marL="1371511" indent="0" algn="ctr">
              <a:buNone/>
              <a:defRPr sz="1600"/>
            </a:lvl4pPr>
            <a:lvl5pPr marL="1828681" indent="0" algn="ctr">
              <a:buNone/>
              <a:defRPr sz="1600"/>
            </a:lvl5pPr>
            <a:lvl6pPr marL="2285851" indent="0" algn="ctr">
              <a:buNone/>
              <a:defRPr sz="1600"/>
            </a:lvl6pPr>
            <a:lvl7pPr marL="2743021" indent="0" algn="ctr">
              <a:buNone/>
              <a:defRPr sz="1600"/>
            </a:lvl7pPr>
            <a:lvl8pPr marL="3200192" indent="0" algn="ctr">
              <a:buNone/>
              <a:defRPr sz="1600"/>
            </a:lvl8pPr>
            <a:lvl9pPr marL="3657362" indent="0" algn="ctr">
              <a:buNone/>
              <a:defRPr sz="1600"/>
            </a:lvl9pPr>
          </a:lstStyle>
          <a:p>
            <a:r>
              <a:rPr lang="en-US"/>
              <a:t>Click to edit Master subtitle style</a:t>
            </a:r>
            <a:endParaRPr lang="en-CA"/>
          </a:p>
        </p:txBody>
      </p:sp>
    </p:spTree>
    <p:extLst>
      <p:ext uri="{BB962C8B-B14F-4D97-AF65-F5344CB8AC3E}">
        <p14:creationId xmlns:p14="http://schemas.microsoft.com/office/powerpoint/2010/main" val="1743184815"/>
      </p:ext>
    </p:extLst>
  </p:cSld>
  <p:clrMapOvr>
    <a:masterClrMapping/>
  </p:clrMapOvr>
  <p:extLst>
    <p:ext uri="{DCECCB84-F9BA-43D5-87BE-67443E8EF086}">
      <p15:sldGuideLst xmlns:p15="http://schemas.microsoft.com/office/powerpoint/2012/main">
        <p15:guide id="1" orient="horz" pos="1350">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Cover_Fro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descr="Document Title"/>
          <p:cNvSpPr>
            <a:spLocks noGrp="1"/>
          </p:cNvSpPr>
          <p:nvPr>
            <p:ph type="ctrTitle" hasCustomPrompt="1"/>
          </p:nvPr>
        </p:nvSpPr>
        <p:spPr>
          <a:xfrm>
            <a:off x="1750000" y="2763595"/>
            <a:ext cx="7765062" cy="2387599"/>
          </a:xfrm>
        </p:spPr>
        <p:txBody>
          <a:bodyPr anchor="b">
            <a:noAutofit/>
          </a:bodyPr>
          <a:lstStyle>
            <a:lvl1pPr marL="411463" indent="-411463" algn="l">
              <a:lnSpc>
                <a:spcPct val="100000"/>
              </a:lnSpc>
              <a:spcBef>
                <a:spcPts val="600"/>
              </a:spcBef>
              <a:spcAft>
                <a:spcPts val="600"/>
              </a:spcAft>
              <a:buSzPct val="100000"/>
              <a:defRPr sz="4400" cap="none" baseline="0"/>
            </a:lvl1pPr>
          </a:lstStyle>
          <a:p>
            <a:r>
              <a:rPr lang="en-US"/>
              <a:t>Click to Edit Presentation Title</a:t>
            </a:r>
          </a:p>
        </p:txBody>
      </p:sp>
      <p:sp>
        <p:nvSpPr>
          <p:cNvPr id="3" name="Subtitle 2"/>
          <p:cNvSpPr>
            <a:spLocks noGrp="1"/>
          </p:cNvSpPr>
          <p:nvPr>
            <p:ph type="subTitle" idx="1"/>
          </p:nvPr>
        </p:nvSpPr>
        <p:spPr>
          <a:xfrm>
            <a:off x="1750000" y="5243270"/>
            <a:ext cx="7765062" cy="914400"/>
          </a:xfrm>
          <a:prstGeom prst="rect">
            <a:avLst/>
          </a:prstGeom>
        </p:spPr>
        <p:txBody>
          <a:bodyPr lIns="411480">
            <a:noAutofit/>
          </a:bodyPr>
          <a:lstStyle>
            <a:lvl1pPr marL="0" indent="0" algn="l">
              <a:lnSpc>
                <a:spcPct val="100000"/>
              </a:lnSpc>
              <a:spcBef>
                <a:spcPts val="600"/>
              </a:spcBef>
              <a:spcAft>
                <a:spcPts val="600"/>
              </a:spcAft>
              <a:buNone/>
              <a:defRPr sz="2400" b="0" i="0" cap="none" spc="34" baseline="0">
                <a:solidFill>
                  <a:schemeClr val="accent6"/>
                </a:solidFill>
                <a:latin typeface="Avenir" panose="02000503020000020003" pitchFamily="2" charset="0"/>
              </a:defRPr>
            </a:lvl1pPr>
            <a:lvl2pPr marL="264914" indent="0" algn="ctr">
              <a:buNone/>
              <a:defRPr sz="1159"/>
            </a:lvl2pPr>
            <a:lvl3pPr marL="529828" indent="0" algn="ctr">
              <a:buNone/>
              <a:defRPr sz="1043"/>
            </a:lvl3pPr>
            <a:lvl4pPr marL="794742" indent="0" algn="ctr">
              <a:buNone/>
              <a:defRPr sz="926"/>
            </a:lvl4pPr>
            <a:lvl5pPr marL="1059658" indent="0" algn="ctr">
              <a:buNone/>
              <a:defRPr sz="926"/>
            </a:lvl5pPr>
            <a:lvl6pPr marL="1324571" indent="0" algn="ctr">
              <a:buNone/>
              <a:defRPr sz="926"/>
            </a:lvl6pPr>
            <a:lvl7pPr marL="1589485" indent="0" algn="ctr">
              <a:buNone/>
              <a:defRPr sz="926"/>
            </a:lvl7pPr>
            <a:lvl8pPr marL="1854400" indent="0" algn="ctr">
              <a:buNone/>
              <a:defRPr sz="926"/>
            </a:lvl8pPr>
            <a:lvl9pPr marL="2119314" indent="0" algn="ctr">
              <a:buNone/>
              <a:defRPr sz="926"/>
            </a:lvl9pPr>
          </a:lstStyle>
          <a:p>
            <a:r>
              <a:rPr lang="en-US"/>
              <a:t>Click to edit Master subtitle style</a:t>
            </a:r>
          </a:p>
        </p:txBody>
      </p:sp>
      <p:sp>
        <p:nvSpPr>
          <p:cNvPr id="10" name="Rectangle 9">
            <a:extLst>
              <a:ext uri="{FF2B5EF4-FFF2-40B4-BE49-F238E27FC236}">
                <a16:creationId xmlns:a16="http://schemas.microsoft.com/office/drawing/2014/main" id="{2D8E201D-721F-3A98-EFE1-D88BFE634EC2}"/>
              </a:ext>
            </a:extLst>
          </p:cNvPr>
          <p:cNvSpPr/>
          <p:nvPr userDrawn="1"/>
        </p:nvSpPr>
        <p:spPr>
          <a:xfrm>
            <a:off x="6193900" y="0"/>
            <a:ext cx="5257800" cy="91440"/>
          </a:xfrm>
          <a:prstGeom prst="rect">
            <a:avLst/>
          </a:prstGeom>
          <a:solidFill>
            <a:srgbClr val="E89C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6" b="0" i="0">
              <a:latin typeface="Avenir Book" panose="02000503020000020003" pitchFamily="2" charset="0"/>
            </a:endParaRPr>
          </a:p>
        </p:txBody>
      </p:sp>
    </p:spTree>
    <p:extLst>
      <p:ext uri="{BB962C8B-B14F-4D97-AF65-F5344CB8AC3E}">
        <p14:creationId xmlns:p14="http://schemas.microsoft.com/office/powerpoint/2010/main" val="1822291716"/>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40E2E-6242-B4A1-7B63-2B6DC7B18D77}"/>
              </a:ext>
            </a:extLst>
          </p:cNvPr>
          <p:cNvSpPr>
            <a:spLocks noGrp="1"/>
          </p:cNvSpPr>
          <p:nvPr>
            <p:ph type="title" hasCustomPrompt="1"/>
          </p:nvPr>
        </p:nvSpPr>
        <p:spPr>
          <a:xfrm>
            <a:off x="1750000" y="2176013"/>
            <a:ext cx="6092143" cy="2505976"/>
          </a:xfrm>
        </p:spPr>
        <p:txBody>
          <a:bodyPr anchor="b">
            <a:noAutofit/>
          </a:bodyPr>
          <a:lstStyle>
            <a:lvl1pPr marL="411463" indent="-411463" algn="l" defTabSz="529828" rtl="0" eaLnBrk="1" latinLnBrk="0" hangingPunct="1">
              <a:lnSpc>
                <a:spcPct val="100000"/>
              </a:lnSpc>
              <a:spcBef>
                <a:spcPts val="600"/>
              </a:spcBef>
              <a:spcAft>
                <a:spcPts val="600"/>
              </a:spcAft>
              <a:buSzPct val="100000"/>
              <a:buFontTx/>
              <a:buBlip>
                <a:blip r:embed="rId3"/>
              </a:buBlip>
              <a:tabLst/>
              <a:defRPr lang="en-US" sz="4400" b="1" i="0" kern="1200" cap="none" baseline="0" dirty="0">
                <a:solidFill>
                  <a:schemeClr val="bg1"/>
                </a:solidFill>
                <a:latin typeface="Avenir Heavy" panose="02000503020000020003" pitchFamily="2" charset="0"/>
                <a:ea typeface="+mj-ea"/>
                <a:cs typeface="+mj-cs"/>
              </a:defRPr>
            </a:lvl1pPr>
          </a:lstStyle>
          <a:p>
            <a:r>
              <a:rPr lang="en-US"/>
              <a:t>Click To Edit Divider Title</a:t>
            </a:r>
          </a:p>
        </p:txBody>
      </p:sp>
    </p:spTree>
    <p:extLst>
      <p:ext uri="{BB962C8B-B14F-4D97-AF65-F5344CB8AC3E}">
        <p14:creationId xmlns:p14="http://schemas.microsoft.com/office/powerpoint/2010/main" val="29749255"/>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Legal Notic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4427" y="447125"/>
            <a:ext cx="10727800" cy="1051687"/>
          </a:xfrm>
        </p:spPr>
        <p:txBody>
          <a:bodyPr/>
          <a:lstStyle/>
          <a:p>
            <a:r>
              <a:rPr lang="en-US"/>
              <a:t>Disclaimers &amp; Disclosures</a:t>
            </a:r>
          </a:p>
        </p:txBody>
      </p:sp>
      <p:sp>
        <p:nvSpPr>
          <p:cNvPr id="8" name="Text Placeholder 11">
            <a:extLst>
              <a:ext uri="{FF2B5EF4-FFF2-40B4-BE49-F238E27FC236}">
                <a16:creationId xmlns:a16="http://schemas.microsoft.com/office/drawing/2014/main" id="{3B33DFC0-6AB1-B992-7323-C9BB594058E6}"/>
              </a:ext>
            </a:extLst>
          </p:cNvPr>
          <p:cNvSpPr>
            <a:spLocks noGrp="1"/>
          </p:cNvSpPr>
          <p:nvPr>
            <p:ph sz="quarter" idx="12" hasCustomPrompt="1"/>
          </p:nvPr>
        </p:nvSpPr>
        <p:spPr>
          <a:xfrm>
            <a:off x="724427" y="1498812"/>
            <a:ext cx="10743148" cy="358313"/>
          </a:xfrm>
        </p:spPr>
        <p:txBody>
          <a:bodyPr tIns="0" rIns="0"/>
          <a:lstStyle>
            <a:lvl1pPr>
              <a:defRPr sz="1800" b="1">
                <a:latin typeface="+mj-lt"/>
              </a:defRPr>
            </a:lvl1pPr>
          </a:lstStyle>
          <a:p>
            <a:r>
              <a:rPr lang="en-US"/>
              <a:t>Confidentiality &amp; non-distribution</a:t>
            </a:r>
          </a:p>
        </p:txBody>
      </p:sp>
      <p:grpSp>
        <p:nvGrpSpPr>
          <p:cNvPr id="10" name="Group 9">
            <a:extLst>
              <a:ext uri="{FF2B5EF4-FFF2-40B4-BE49-F238E27FC236}">
                <a16:creationId xmlns:a16="http://schemas.microsoft.com/office/drawing/2014/main" id="{413CD60A-3B69-7AA9-DBFD-5A2E56DE6C5E}"/>
              </a:ext>
            </a:extLst>
          </p:cNvPr>
          <p:cNvGrpSpPr/>
          <p:nvPr userDrawn="1"/>
        </p:nvGrpSpPr>
        <p:grpSpPr>
          <a:xfrm>
            <a:off x="9630136" y="2135538"/>
            <a:ext cx="1988552" cy="2306408"/>
            <a:chOff x="-451327" y="4742033"/>
            <a:chExt cx="2064285" cy="2801766"/>
          </a:xfrm>
        </p:grpSpPr>
        <p:sp>
          <p:nvSpPr>
            <p:cNvPr id="11" name="object 91">
              <a:extLst>
                <a:ext uri="{FF2B5EF4-FFF2-40B4-BE49-F238E27FC236}">
                  <a16:creationId xmlns:a16="http://schemas.microsoft.com/office/drawing/2014/main" id="{BC5D6472-52EB-701D-E314-107C31B51FAB}"/>
                </a:ext>
              </a:extLst>
            </p:cNvPr>
            <p:cNvSpPr/>
            <p:nvPr/>
          </p:nvSpPr>
          <p:spPr>
            <a:xfrm>
              <a:off x="-434528" y="4742033"/>
              <a:ext cx="1893665" cy="55538"/>
            </a:xfrm>
            <a:custGeom>
              <a:avLst/>
              <a:gdLst/>
              <a:ahLst/>
              <a:cxnLst/>
              <a:rect l="l" t="t" r="r" b="b"/>
              <a:pathLst>
                <a:path w="1023619">
                  <a:moveTo>
                    <a:pt x="0" y="0"/>
                  </a:moveTo>
                  <a:lnTo>
                    <a:pt x="1023619" y="0"/>
                  </a:lnTo>
                </a:path>
              </a:pathLst>
            </a:custGeom>
            <a:ln w="6350">
              <a:solidFill>
                <a:schemeClr val="accent1"/>
              </a:solidFill>
            </a:ln>
          </p:spPr>
          <p:txBody>
            <a:bodyPr wrap="square" lIns="0" tIns="0" rIns="0" bIns="0" rtlCol="0"/>
            <a:lstStyle/>
            <a:p>
              <a:endParaRPr sz="1226">
                <a:solidFill>
                  <a:schemeClr val="bg2"/>
                </a:solidFill>
                <a:latin typeface="Avenir Book" panose="02000503020000020003" pitchFamily="2" charset="0"/>
              </a:endParaRPr>
            </a:p>
          </p:txBody>
        </p:sp>
        <p:sp>
          <p:nvSpPr>
            <p:cNvPr id="12" name="Text Placeholder 13" descr="FIGURE">
              <a:extLst>
                <a:ext uri="{FF2B5EF4-FFF2-40B4-BE49-F238E27FC236}">
                  <a16:creationId xmlns:a16="http://schemas.microsoft.com/office/drawing/2014/main" id="{0CB2A227-10CF-DAE3-A995-9233184E76BA}"/>
                </a:ext>
              </a:extLst>
            </p:cNvPr>
            <p:cNvSpPr txBox="1">
              <a:spLocks/>
            </p:cNvSpPr>
            <p:nvPr/>
          </p:nvSpPr>
          <p:spPr>
            <a:xfrm>
              <a:off x="-451327" y="4899196"/>
              <a:ext cx="2064285" cy="2644603"/>
            </a:xfrm>
            <a:prstGeom prst="rect">
              <a:avLst/>
            </a:prstGeom>
          </p:spPr>
          <p:txBody>
            <a:bodyPr vert="horz" wrap="square" lIns="0" tIns="0" rIns="0" bIns="0" rtlCol="0">
              <a:noAutofit/>
            </a:bodyPr>
            <a:lstStyle>
              <a:lvl1pPr marL="0" indent="0" algn="r" defTabSz="777240" rtl="0" eaLnBrk="1" latinLnBrk="0" hangingPunct="1">
                <a:lnSpc>
                  <a:spcPts val="1080"/>
                </a:lnSpc>
                <a:spcBef>
                  <a:spcPts val="0"/>
                </a:spcBef>
                <a:spcAft>
                  <a:spcPts val="0"/>
                </a:spcAft>
                <a:buClr>
                  <a:schemeClr val="accent2"/>
                </a:buClr>
                <a:buFont typeface="Arial" panose="020B0604020202020204" pitchFamily="34" charset="0"/>
                <a:buNone/>
                <a:defRPr lang="en-US" sz="900" b="1" i="0" kern="1200" spc="0" baseline="0" dirty="0">
                  <a:solidFill>
                    <a:schemeClr val="accent3"/>
                  </a:solidFill>
                  <a:latin typeface="Avenir Black" panose="02000503020000020003" pitchFamily="2" charset="0"/>
                  <a:ea typeface="+mn-ea"/>
                  <a:cs typeface="Arial"/>
                </a:defRPr>
              </a:lvl1pPr>
              <a:lvl2pPr marL="320040" indent="-320040" algn="l" defTabSz="777240" rtl="0" eaLnBrk="1" latinLnBrk="0" hangingPunct="1">
                <a:lnSpc>
                  <a:spcPts val="2700"/>
                </a:lnSpc>
                <a:spcBef>
                  <a:spcPts val="600"/>
                </a:spcBef>
                <a:spcAft>
                  <a:spcPts val="600"/>
                </a:spcAft>
                <a:buClr>
                  <a:schemeClr val="accent2"/>
                </a:buClr>
                <a:buFont typeface="Arial" panose="020B0604020202020204" pitchFamily="34" charset="0"/>
                <a:buChar char="•"/>
                <a:defRPr sz="1900" b="0" i="0" kern="1200">
                  <a:solidFill>
                    <a:schemeClr val="accent4">
                      <a:lumMod val="50000"/>
                    </a:schemeClr>
                  </a:solidFill>
                  <a:latin typeface="Avenir Book" panose="02000503020000020003" pitchFamily="2" charset="0"/>
                  <a:ea typeface="+mn-ea"/>
                  <a:cs typeface="+mn-cs"/>
                </a:defRPr>
              </a:lvl2pPr>
              <a:lvl3pPr marL="685800" indent="-320040" algn="l" defTabSz="777240" rtl="0" eaLnBrk="1" latinLnBrk="0" hangingPunct="1">
                <a:lnSpc>
                  <a:spcPts val="2700"/>
                </a:lnSpc>
                <a:spcBef>
                  <a:spcPts val="600"/>
                </a:spcBef>
                <a:spcAft>
                  <a:spcPts val="600"/>
                </a:spcAft>
                <a:buClr>
                  <a:schemeClr val="accent2"/>
                </a:buClr>
                <a:buFont typeface="System Font Regular"/>
                <a:buChar char="–"/>
                <a:defRPr sz="1700" b="0" i="0" kern="1200">
                  <a:solidFill>
                    <a:schemeClr val="accent4"/>
                  </a:solidFill>
                  <a:latin typeface="Avenir Book" panose="02000503020000020003" pitchFamily="2" charset="0"/>
                  <a:ea typeface="+mn-ea"/>
                  <a:cs typeface="+mn-cs"/>
                </a:defRPr>
              </a:lvl3pPr>
              <a:lvl4pPr marL="1097280" indent="-320040" algn="l" defTabSz="777240" rtl="0" eaLnBrk="1" latinLnBrk="0" hangingPunct="1">
                <a:lnSpc>
                  <a:spcPts val="2700"/>
                </a:lnSpc>
                <a:spcBef>
                  <a:spcPts val="600"/>
                </a:spcBef>
                <a:spcAft>
                  <a:spcPts val="600"/>
                </a:spcAft>
                <a:buClr>
                  <a:schemeClr val="accent5"/>
                </a:buClr>
                <a:buSzPct val="90000"/>
                <a:buFont typeface="Arial" panose="020B0604020202020204" pitchFamily="34" charset="0"/>
                <a:buChar char="•"/>
                <a:defRPr sz="1530" b="0" i="0" kern="1200">
                  <a:solidFill>
                    <a:schemeClr val="accent5"/>
                  </a:solidFill>
                  <a:latin typeface="Avenir Book" panose="02000503020000020003" pitchFamily="2" charset="0"/>
                  <a:ea typeface="+mn-ea"/>
                  <a:cs typeface="+mn-cs"/>
                </a:defRPr>
              </a:lvl4pPr>
              <a:lvl5pPr marL="1417320" indent="-320040" algn="l" defTabSz="777240" rtl="0" eaLnBrk="1" latinLnBrk="0" hangingPunct="1">
                <a:lnSpc>
                  <a:spcPts val="2700"/>
                </a:lnSpc>
                <a:spcBef>
                  <a:spcPts val="600"/>
                </a:spcBef>
                <a:spcAft>
                  <a:spcPts val="600"/>
                </a:spcAft>
                <a:buSzPct val="90000"/>
                <a:buFont typeface="System Font Regular"/>
                <a:buChar char="–"/>
                <a:defRPr sz="1530" b="0" i="0" kern="1200">
                  <a:solidFill>
                    <a:schemeClr val="accent5"/>
                  </a:solidFill>
                  <a:latin typeface="Avenir Book" panose="02000503020000020003" pitchFamily="2" charset="0"/>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a:lstStyle>
            <a:p>
              <a:pPr algn="l">
                <a:lnSpc>
                  <a:spcPts val="2045"/>
                </a:lnSpc>
              </a:pPr>
              <a:r>
                <a:rPr lang="en-US" sz="1200" b="0" spc="-34">
                  <a:solidFill>
                    <a:schemeClr val="accent1"/>
                  </a:solidFill>
                  <a:latin typeface="Avenir Heavy" panose="02000503020000020003" pitchFamily="2" charset="0"/>
                </a:rPr>
                <a:t>Receipt and review of </a:t>
              </a:r>
              <a:br>
                <a:rPr lang="en-US" sz="1200" b="0" spc="-34">
                  <a:solidFill>
                    <a:schemeClr val="accent1"/>
                  </a:solidFill>
                  <a:latin typeface="Avenir Heavy" panose="02000503020000020003" pitchFamily="2" charset="0"/>
                </a:rPr>
              </a:br>
              <a:r>
                <a:rPr lang="en-US" sz="1200" b="0" spc="-34">
                  <a:solidFill>
                    <a:schemeClr val="accent1"/>
                  </a:solidFill>
                  <a:latin typeface="Avenir Heavy" panose="02000503020000020003" pitchFamily="2" charset="0"/>
                </a:rPr>
                <a:t>these materials constitutes acceptance of the terms </a:t>
              </a:r>
              <a:br>
                <a:rPr lang="en-US" sz="1200" b="0" spc="-34">
                  <a:solidFill>
                    <a:schemeClr val="accent1"/>
                  </a:solidFill>
                  <a:latin typeface="Avenir Heavy" panose="02000503020000020003" pitchFamily="2" charset="0"/>
                </a:rPr>
              </a:br>
              <a:r>
                <a:rPr lang="en-US" sz="1200" b="0" spc="-34">
                  <a:solidFill>
                    <a:schemeClr val="accent1"/>
                  </a:solidFill>
                  <a:latin typeface="Avenir Heavy" panose="02000503020000020003" pitchFamily="2" charset="0"/>
                </a:rPr>
                <a:t>and conditions of the Confidentiality Agreement. </a:t>
              </a:r>
            </a:p>
          </p:txBody>
        </p:sp>
      </p:grpSp>
      <p:pic>
        <p:nvPicPr>
          <p:cNvPr id="13" name="Picture 12">
            <a:extLst>
              <a:ext uri="{FF2B5EF4-FFF2-40B4-BE49-F238E27FC236}">
                <a16:creationId xmlns:a16="http://schemas.microsoft.com/office/drawing/2014/main" id="{5A7541D3-EC8D-08CA-D8CC-7A1E51C30D89}"/>
              </a:ext>
            </a:extLst>
          </p:cNvPr>
          <p:cNvPicPr>
            <a:picLocks noChangeAspect="1"/>
          </p:cNvPicPr>
          <p:nvPr userDrawn="1"/>
        </p:nvPicPr>
        <p:blipFill>
          <a:blip r:embed="rId2"/>
          <a:stretch>
            <a:fillRect/>
          </a:stretch>
        </p:blipFill>
        <p:spPr>
          <a:xfrm>
            <a:off x="698339" y="2036180"/>
            <a:ext cx="8623300" cy="4267200"/>
          </a:xfrm>
          <a:prstGeom prst="rect">
            <a:avLst/>
          </a:prstGeom>
        </p:spPr>
      </p:pic>
    </p:spTree>
    <p:extLst>
      <p:ext uri="{BB962C8B-B14F-4D97-AF65-F5344CB8AC3E}">
        <p14:creationId xmlns:p14="http://schemas.microsoft.com/office/powerpoint/2010/main" val="3761962568"/>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B02B953E-664F-D780-3967-9D0548A5D28F}"/>
              </a:ext>
            </a:extLst>
          </p:cNvPr>
          <p:cNvSpPr>
            <a:spLocks noGrp="1"/>
          </p:cNvSpPr>
          <p:nvPr>
            <p:ph type="title" hasCustomPrompt="1"/>
          </p:nvPr>
        </p:nvSpPr>
        <p:spPr>
          <a:xfrm>
            <a:off x="724427" y="447125"/>
            <a:ext cx="10734084" cy="1051687"/>
          </a:xfrm>
        </p:spPr>
        <p:txBody>
          <a:bodyPr/>
          <a:lstStyle/>
          <a:p>
            <a:r>
              <a:rPr lang="en-US"/>
              <a:t>Click to Edit Title</a:t>
            </a:r>
          </a:p>
        </p:txBody>
      </p:sp>
      <p:sp>
        <p:nvSpPr>
          <p:cNvPr id="3" name="Text Placeholder 2">
            <a:extLst>
              <a:ext uri="{FF2B5EF4-FFF2-40B4-BE49-F238E27FC236}">
                <a16:creationId xmlns:a16="http://schemas.microsoft.com/office/drawing/2014/main" id="{0C6B0A88-8773-FAB4-D19A-8D4B6BAFE221}"/>
              </a:ext>
            </a:extLst>
          </p:cNvPr>
          <p:cNvSpPr>
            <a:spLocks noGrp="1"/>
          </p:cNvSpPr>
          <p:nvPr>
            <p:ph type="body" sz="quarter" idx="14" hasCustomPrompt="1"/>
          </p:nvPr>
        </p:nvSpPr>
        <p:spPr>
          <a:xfrm>
            <a:off x="8097080" y="4435920"/>
            <a:ext cx="3361432" cy="439424"/>
          </a:xfrm>
          <a:prstGeom prst="rect">
            <a:avLst/>
          </a:prstGeom>
        </p:spPr>
        <p:txBody>
          <a:bodyPr lIns="0" anchor="ctr">
            <a:noAutofit/>
          </a:bodyPr>
          <a:lstStyle>
            <a:lvl1pPr marL="0" indent="0" algn="l" defTabSz="777209"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5" name="Text Placeholder 2">
            <a:extLst>
              <a:ext uri="{FF2B5EF4-FFF2-40B4-BE49-F238E27FC236}">
                <a16:creationId xmlns:a16="http://schemas.microsoft.com/office/drawing/2014/main" id="{65CBA3EC-8ACD-68A3-2E6E-2B896E781D78}"/>
              </a:ext>
            </a:extLst>
          </p:cNvPr>
          <p:cNvSpPr>
            <a:spLocks noGrp="1"/>
          </p:cNvSpPr>
          <p:nvPr>
            <p:ph type="body" sz="quarter" idx="15" hasCustomPrompt="1"/>
          </p:nvPr>
        </p:nvSpPr>
        <p:spPr>
          <a:xfrm>
            <a:off x="8097080" y="3909348"/>
            <a:ext cx="3361432" cy="439424"/>
          </a:xfrm>
          <a:prstGeom prst="rect">
            <a:avLst/>
          </a:prstGeom>
        </p:spPr>
        <p:txBody>
          <a:bodyPr lIns="0" anchor="ctr">
            <a:noAutofit/>
          </a:bodyPr>
          <a:lstStyle>
            <a:lvl1pPr marL="0" indent="0" algn="l" defTabSz="777209"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6" name="Text Placeholder 2">
            <a:extLst>
              <a:ext uri="{FF2B5EF4-FFF2-40B4-BE49-F238E27FC236}">
                <a16:creationId xmlns:a16="http://schemas.microsoft.com/office/drawing/2014/main" id="{FAF0F53F-889A-721B-B1C9-CA59E61375E5}"/>
              </a:ext>
            </a:extLst>
          </p:cNvPr>
          <p:cNvSpPr>
            <a:spLocks noGrp="1"/>
          </p:cNvSpPr>
          <p:nvPr>
            <p:ph type="body" sz="quarter" idx="16" hasCustomPrompt="1"/>
          </p:nvPr>
        </p:nvSpPr>
        <p:spPr>
          <a:xfrm>
            <a:off x="8097080" y="3382776"/>
            <a:ext cx="3361432" cy="439424"/>
          </a:xfrm>
          <a:prstGeom prst="rect">
            <a:avLst/>
          </a:prstGeom>
        </p:spPr>
        <p:txBody>
          <a:bodyPr lIns="0" anchor="ctr">
            <a:noAutofit/>
          </a:bodyPr>
          <a:lstStyle>
            <a:lvl1pPr marL="0" indent="0" algn="l" defTabSz="777209"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7" name="Text Placeholder 2">
            <a:extLst>
              <a:ext uri="{FF2B5EF4-FFF2-40B4-BE49-F238E27FC236}">
                <a16:creationId xmlns:a16="http://schemas.microsoft.com/office/drawing/2014/main" id="{3A54923A-D9AD-5C05-E439-508237F91EB1}"/>
              </a:ext>
            </a:extLst>
          </p:cNvPr>
          <p:cNvSpPr>
            <a:spLocks noGrp="1"/>
          </p:cNvSpPr>
          <p:nvPr>
            <p:ph type="body" sz="quarter" idx="12" hasCustomPrompt="1"/>
          </p:nvPr>
        </p:nvSpPr>
        <p:spPr>
          <a:xfrm>
            <a:off x="8097080" y="2856204"/>
            <a:ext cx="3361432" cy="439424"/>
          </a:xfrm>
          <a:prstGeom prst="rect">
            <a:avLst/>
          </a:prstGeom>
        </p:spPr>
        <p:txBody>
          <a:bodyPr lIns="0" anchor="ctr">
            <a:noAutofit/>
          </a:bodyPr>
          <a:lstStyle>
            <a:lvl1pPr marL="0" indent="0" algn="l" defTabSz="777209"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8" name="Text Placeholder 2">
            <a:extLst>
              <a:ext uri="{FF2B5EF4-FFF2-40B4-BE49-F238E27FC236}">
                <a16:creationId xmlns:a16="http://schemas.microsoft.com/office/drawing/2014/main" id="{E807E96C-7A2A-7702-5836-6082D73EC049}"/>
              </a:ext>
            </a:extLst>
          </p:cNvPr>
          <p:cNvSpPr>
            <a:spLocks noGrp="1"/>
          </p:cNvSpPr>
          <p:nvPr>
            <p:ph type="body" sz="quarter" idx="13" hasCustomPrompt="1"/>
          </p:nvPr>
        </p:nvSpPr>
        <p:spPr>
          <a:xfrm>
            <a:off x="8097080" y="2329632"/>
            <a:ext cx="3361432" cy="439424"/>
          </a:xfrm>
          <a:prstGeom prst="rect">
            <a:avLst/>
          </a:prstGeom>
        </p:spPr>
        <p:txBody>
          <a:bodyPr lIns="0" anchor="ctr">
            <a:noAutofit/>
          </a:bodyPr>
          <a:lstStyle>
            <a:lvl1pPr marL="0" indent="0" algn="l" defTabSz="777209"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9" name="Text Placeholder 2">
            <a:extLst>
              <a:ext uri="{FF2B5EF4-FFF2-40B4-BE49-F238E27FC236}">
                <a16:creationId xmlns:a16="http://schemas.microsoft.com/office/drawing/2014/main" id="{7B192EA8-6B13-B0BC-9DBE-47014B681563}"/>
              </a:ext>
            </a:extLst>
          </p:cNvPr>
          <p:cNvSpPr>
            <a:spLocks noGrp="1"/>
          </p:cNvSpPr>
          <p:nvPr>
            <p:ph type="body" sz="quarter" idx="11" hasCustomPrompt="1"/>
          </p:nvPr>
        </p:nvSpPr>
        <p:spPr>
          <a:xfrm>
            <a:off x="8097080" y="1803060"/>
            <a:ext cx="3361432" cy="439424"/>
          </a:xfrm>
          <a:prstGeom prst="rect">
            <a:avLst/>
          </a:prstGeom>
        </p:spPr>
        <p:txBody>
          <a:bodyPr lIns="0" anchor="ctr">
            <a:noAutofit/>
          </a:bodyPr>
          <a:lstStyle>
            <a:lvl1pPr marL="0" indent="0" algn="l" defTabSz="777209"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12" name="Text Placeholder 2">
            <a:extLst>
              <a:ext uri="{FF2B5EF4-FFF2-40B4-BE49-F238E27FC236}">
                <a16:creationId xmlns:a16="http://schemas.microsoft.com/office/drawing/2014/main" id="{6AE7FAA7-F3F9-6232-8A5F-2EB6EFB69B03}"/>
              </a:ext>
            </a:extLst>
          </p:cNvPr>
          <p:cNvSpPr>
            <a:spLocks noGrp="1"/>
          </p:cNvSpPr>
          <p:nvPr>
            <p:ph type="body" sz="quarter" idx="18" hasCustomPrompt="1"/>
          </p:nvPr>
        </p:nvSpPr>
        <p:spPr>
          <a:xfrm>
            <a:off x="8097080" y="5489064"/>
            <a:ext cx="3361432" cy="439424"/>
          </a:xfrm>
          <a:prstGeom prst="rect">
            <a:avLst/>
          </a:prstGeom>
        </p:spPr>
        <p:txBody>
          <a:bodyPr lIns="0" anchor="ctr">
            <a:noAutofit/>
          </a:bodyPr>
          <a:lstStyle>
            <a:lvl1pPr marL="0" indent="0" algn="l" defTabSz="777209"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13" name="Text Placeholder 2">
            <a:extLst>
              <a:ext uri="{FF2B5EF4-FFF2-40B4-BE49-F238E27FC236}">
                <a16:creationId xmlns:a16="http://schemas.microsoft.com/office/drawing/2014/main" id="{8728288B-DD1D-52F9-9C96-A048F7EC3ACD}"/>
              </a:ext>
            </a:extLst>
          </p:cNvPr>
          <p:cNvSpPr>
            <a:spLocks noGrp="1"/>
          </p:cNvSpPr>
          <p:nvPr>
            <p:ph type="body" sz="quarter" idx="19" hasCustomPrompt="1"/>
          </p:nvPr>
        </p:nvSpPr>
        <p:spPr>
          <a:xfrm>
            <a:off x="8097080" y="4962492"/>
            <a:ext cx="3361432" cy="439424"/>
          </a:xfrm>
          <a:prstGeom prst="rect">
            <a:avLst/>
          </a:prstGeom>
        </p:spPr>
        <p:txBody>
          <a:bodyPr lIns="0" anchor="ctr">
            <a:noAutofit/>
          </a:bodyPr>
          <a:lstStyle>
            <a:lvl1pPr marL="0" indent="0" algn="l" defTabSz="777209"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
        <p:nvSpPr>
          <p:cNvPr id="28" name="Content Placeholder 23">
            <a:extLst>
              <a:ext uri="{FF2B5EF4-FFF2-40B4-BE49-F238E27FC236}">
                <a16:creationId xmlns:a16="http://schemas.microsoft.com/office/drawing/2014/main" id="{5566A3BF-E125-8653-D6A2-6E0FAB447F6D}"/>
              </a:ext>
            </a:extLst>
          </p:cNvPr>
          <p:cNvSpPr>
            <a:spLocks noGrp="1"/>
          </p:cNvSpPr>
          <p:nvPr>
            <p:ph sz="quarter" idx="24" hasCustomPrompt="1"/>
          </p:nvPr>
        </p:nvSpPr>
        <p:spPr>
          <a:xfrm>
            <a:off x="4478217" y="1226675"/>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4" name="Content Placeholder 23">
            <a:extLst>
              <a:ext uri="{FF2B5EF4-FFF2-40B4-BE49-F238E27FC236}">
                <a16:creationId xmlns:a16="http://schemas.microsoft.com/office/drawing/2014/main" id="{08250C8B-9AFE-1092-FA23-0BC051AE8E21}"/>
              </a:ext>
            </a:extLst>
          </p:cNvPr>
          <p:cNvSpPr>
            <a:spLocks noGrp="1"/>
          </p:cNvSpPr>
          <p:nvPr>
            <p:ph sz="quarter" idx="25" hasCustomPrompt="1"/>
          </p:nvPr>
        </p:nvSpPr>
        <p:spPr>
          <a:xfrm>
            <a:off x="4478217" y="1753618"/>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5" name="Content Placeholder 23">
            <a:extLst>
              <a:ext uri="{FF2B5EF4-FFF2-40B4-BE49-F238E27FC236}">
                <a16:creationId xmlns:a16="http://schemas.microsoft.com/office/drawing/2014/main" id="{1A07EF63-2088-9EA0-EC20-98EE11B0CFED}"/>
              </a:ext>
            </a:extLst>
          </p:cNvPr>
          <p:cNvSpPr>
            <a:spLocks noGrp="1"/>
          </p:cNvSpPr>
          <p:nvPr>
            <p:ph sz="quarter" idx="26" hasCustomPrompt="1"/>
          </p:nvPr>
        </p:nvSpPr>
        <p:spPr>
          <a:xfrm>
            <a:off x="4478217" y="2280560"/>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6" name="Content Placeholder 23">
            <a:extLst>
              <a:ext uri="{FF2B5EF4-FFF2-40B4-BE49-F238E27FC236}">
                <a16:creationId xmlns:a16="http://schemas.microsoft.com/office/drawing/2014/main" id="{AF0DA902-6068-5700-F6EE-56565C11B296}"/>
              </a:ext>
            </a:extLst>
          </p:cNvPr>
          <p:cNvSpPr>
            <a:spLocks noGrp="1"/>
          </p:cNvSpPr>
          <p:nvPr>
            <p:ph sz="quarter" idx="27" hasCustomPrompt="1"/>
          </p:nvPr>
        </p:nvSpPr>
        <p:spPr>
          <a:xfrm>
            <a:off x="4478217" y="2807501"/>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7" name="Content Placeholder 23">
            <a:extLst>
              <a:ext uri="{FF2B5EF4-FFF2-40B4-BE49-F238E27FC236}">
                <a16:creationId xmlns:a16="http://schemas.microsoft.com/office/drawing/2014/main" id="{25E03AE6-16F6-41CA-0E00-924F69DF4912}"/>
              </a:ext>
            </a:extLst>
          </p:cNvPr>
          <p:cNvSpPr>
            <a:spLocks noGrp="1"/>
          </p:cNvSpPr>
          <p:nvPr>
            <p:ph sz="quarter" idx="28" hasCustomPrompt="1"/>
          </p:nvPr>
        </p:nvSpPr>
        <p:spPr>
          <a:xfrm>
            <a:off x="4478217" y="3334444"/>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8" name="Content Placeholder 23">
            <a:extLst>
              <a:ext uri="{FF2B5EF4-FFF2-40B4-BE49-F238E27FC236}">
                <a16:creationId xmlns:a16="http://schemas.microsoft.com/office/drawing/2014/main" id="{E72DCAC9-8695-0F0F-0D5B-3F8B3EE820E7}"/>
              </a:ext>
            </a:extLst>
          </p:cNvPr>
          <p:cNvSpPr>
            <a:spLocks noGrp="1"/>
          </p:cNvSpPr>
          <p:nvPr>
            <p:ph sz="quarter" idx="29" hasCustomPrompt="1"/>
          </p:nvPr>
        </p:nvSpPr>
        <p:spPr>
          <a:xfrm>
            <a:off x="4478217" y="3861386"/>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39" name="Content Placeholder 23">
            <a:extLst>
              <a:ext uri="{FF2B5EF4-FFF2-40B4-BE49-F238E27FC236}">
                <a16:creationId xmlns:a16="http://schemas.microsoft.com/office/drawing/2014/main" id="{CD4018D4-B3F4-77F3-C060-FFB77DE5F9AB}"/>
              </a:ext>
            </a:extLst>
          </p:cNvPr>
          <p:cNvSpPr>
            <a:spLocks noGrp="1"/>
          </p:cNvSpPr>
          <p:nvPr>
            <p:ph sz="quarter" idx="30" hasCustomPrompt="1"/>
          </p:nvPr>
        </p:nvSpPr>
        <p:spPr>
          <a:xfrm>
            <a:off x="4478217" y="4388327"/>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40" name="Content Placeholder 23">
            <a:extLst>
              <a:ext uri="{FF2B5EF4-FFF2-40B4-BE49-F238E27FC236}">
                <a16:creationId xmlns:a16="http://schemas.microsoft.com/office/drawing/2014/main" id="{5129D140-6B35-93B9-ECFD-9DD38DF9C9EE}"/>
              </a:ext>
            </a:extLst>
          </p:cNvPr>
          <p:cNvSpPr>
            <a:spLocks noGrp="1"/>
          </p:cNvSpPr>
          <p:nvPr>
            <p:ph sz="quarter" idx="31" hasCustomPrompt="1"/>
          </p:nvPr>
        </p:nvSpPr>
        <p:spPr>
          <a:xfrm>
            <a:off x="4478217" y="4915270"/>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41" name="Content Placeholder 23">
            <a:extLst>
              <a:ext uri="{FF2B5EF4-FFF2-40B4-BE49-F238E27FC236}">
                <a16:creationId xmlns:a16="http://schemas.microsoft.com/office/drawing/2014/main" id="{D484B4F0-E152-286D-3449-ED986EF2A5C3}"/>
              </a:ext>
            </a:extLst>
          </p:cNvPr>
          <p:cNvSpPr>
            <a:spLocks noGrp="1"/>
          </p:cNvSpPr>
          <p:nvPr>
            <p:ph sz="quarter" idx="32" hasCustomPrompt="1"/>
          </p:nvPr>
        </p:nvSpPr>
        <p:spPr>
          <a:xfrm>
            <a:off x="4478217" y="5442215"/>
            <a:ext cx="3367072" cy="486316"/>
          </a:xfrm>
          <a:prstGeom prst="rect">
            <a:avLst/>
          </a:prstGeom>
        </p:spPr>
        <p:txBody>
          <a:bodyPr lIns="0" tIns="0" rIns="0" bIns="0">
            <a:noAutofit/>
          </a:bodyPr>
          <a:lstStyle>
            <a:lvl1pPr algn="r">
              <a:lnSpc>
                <a:spcPts val="3600"/>
              </a:lnSpc>
              <a:spcBef>
                <a:spcPts val="0"/>
              </a:spcBef>
              <a:spcAft>
                <a:spcPts val="500"/>
              </a:spcAft>
              <a:defRPr sz="1600" b="1" i="0" baseline="0">
                <a:solidFill>
                  <a:schemeClr val="tx1"/>
                </a:solidFill>
                <a:latin typeface="Avenir Heavy" panose="02000503020000020003" pitchFamily="2" charset="0"/>
              </a:defRPr>
            </a:lvl1pPr>
          </a:lstStyle>
          <a:p>
            <a:pPr lvl="0"/>
            <a:r>
              <a:rPr lang="en-US"/>
              <a:t>Click to edit time</a:t>
            </a:r>
          </a:p>
        </p:txBody>
      </p:sp>
      <p:sp>
        <p:nvSpPr>
          <p:cNvPr id="10" name="Text Placeholder 2">
            <a:extLst>
              <a:ext uri="{FF2B5EF4-FFF2-40B4-BE49-F238E27FC236}">
                <a16:creationId xmlns:a16="http://schemas.microsoft.com/office/drawing/2014/main" id="{79EB0B7C-0884-C0EA-892D-5C6FE679FCA0}"/>
              </a:ext>
            </a:extLst>
          </p:cNvPr>
          <p:cNvSpPr>
            <a:spLocks noGrp="1"/>
          </p:cNvSpPr>
          <p:nvPr>
            <p:ph type="body" sz="quarter" idx="10" hasCustomPrompt="1"/>
          </p:nvPr>
        </p:nvSpPr>
        <p:spPr>
          <a:xfrm>
            <a:off x="8097080" y="1276488"/>
            <a:ext cx="3361432" cy="439424"/>
          </a:xfrm>
          <a:prstGeom prst="rect">
            <a:avLst/>
          </a:prstGeom>
        </p:spPr>
        <p:txBody>
          <a:bodyPr lIns="0" anchor="ctr">
            <a:noAutofit/>
          </a:bodyPr>
          <a:lstStyle>
            <a:lvl1pPr marL="0" indent="0" algn="l" defTabSz="777209"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Agenda line item</a:t>
            </a:r>
          </a:p>
        </p:txBody>
      </p:sp>
    </p:spTree>
    <p:extLst>
      <p:ext uri="{BB962C8B-B14F-4D97-AF65-F5344CB8AC3E}">
        <p14:creationId xmlns:p14="http://schemas.microsoft.com/office/powerpoint/2010/main" val="289161408"/>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B02B953E-664F-D780-3967-9D0548A5D28F}"/>
              </a:ext>
            </a:extLst>
          </p:cNvPr>
          <p:cNvSpPr>
            <a:spLocks noGrp="1"/>
          </p:cNvSpPr>
          <p:nvPr>
            <p:ph type="title" hasCustomPrompt="1"/>
          </p:nvPr>
        </p:nvSpPr>
        <p:spPr>
          <a:xfrm>
            <a:off x="724429" y="447125"/>
            <a:ext cx="3883907" cy="1051687"/>
          </a:xfrm>
        </p:spPr>
        <p:txBody>
          <a:bodyPr/>
          <a:lstStyle/>
          <a:p>
            <a:r>
              <a:rPr lang="en-US"/>
              <a:t>Click to Edit Title</a:t>
            </a:r>
          </a:p>
        </p:txBody>
      </p:sp>
      <p:sp>
        <p:nvSpPr>
          <p:cNvPr id="3" name="Text Placeholder 2">
            <a:extLst>
              <a:ext uri="{FF2B5EF4-FFF2-40B4-BE49-F238E27FC236}">
                <a16:creationId xmlns:a16="http://schemas.microsoft.com/office/drawing/2014/main" id="{0C6B0A88-8773-FAB4-D19A-8D4B6BAFE221}"/>
              </a:ext>
            </a:extLst>
          </p:cNvPr>
          <p:cNvSpPr>
            <a:spLocks noGrp="1"/>
          </p:cNvSpPr>
          <p:nvPr>
            <p:ph type="body" sz="quarter" idx="14" hasCustomPrompt="1"/>
          </p:nvPr>
        </p:nvSpPr>
        <p:spPr>
          <a:xfrm>
            <a:off x="6608247" y="3580740"/>
            <a:ext cx="4833476" cy="439424"/>
          </a:xfrm>
          <a:prstGeom prst="rect">
            <a:avLst/>
          </a:prstGeom>
        </p:spPr>
        <p:txBody>
          <a:bodyPr lIns="0" anchor="ctr">
            <a:noAutofit/>
          </a:bodyPr>
          <a:lstStyle>
            <a:lvl1pPr marL="0" indent="0" algn="l" defTabSz="777209"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5" name="Text Placeholder 2">
            <a:extLst>
              <a:ext uri="{FF2B5EF4-FFF2-40B4-BE49-F238E27FC236}">
                <a16:creationId xmlns:a16="http://schemas.microsoft.com/office/drawing/2014/main" id="{65CBA3EC-8ACD-68A3-2E6E-2B896E781D78}"/>
              </a:ext>
            </a:extLst>
          </p:cNvPr>
          <p:cNvSpPr>
            <a:spLocks noGrp="1"/>
          </p:cNvSpPr>
          <p:nvPr>
            <p:ph type="body" sz="quarter" idx="15" hasCustomPrompt="1"/>
          </p:nvPr>
        </p:nvSpPr>
        <p:spPr>
          <a:xfrm>
            <a:off x="6608247" y="3054046"/>
            <a:ext cx="4833476" cy="439424"/>
          </a:xfrm>
          <a:prstGeom prst="rect">
            <a:avLst/>
          </a:prstGeom>
        </p:spPr>
        <p:txBody>
          <a:bodyPr lIns="0" anchor="ctr">
            <a:noAutofit/>
          </a:bodyPr>
          <a:lstStyle>
            <a:lvl1pPr marL="0" indent="0" algn="l" defTabSz="777209"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6" name="Text Placeholder 2">
            <a:extLst>
              <a:ext uri="{FF2B5EF4-FFF2-40B4-BE49-F238E27FC236}">
                <a16:creationId xmlns:a16="http://schemas.microsoft.com/office/drawing/2014/main" id="{FAF0F53F-889A-721B-B1C9-CA59E61375E5}"/>
              </a:ext>
            </a:extLst>
          </p:cNvPr>
          <p:cNvSpPr>
            <a:spLocks noGrp="1"/>
          </p:cNvSpPr>
          <p:nvPr>
            <p:ph type="body" sz="quarter" idx="16" hasCustomPrompt="1"/>
          </p:nvPr>
        </p:nvSpPr>
        <p:spPr>
          <a:xfrm>
            <a:off x="6608247" y="2527353"/>
            <a:ext cx="4833476" cy="439424"/>
          </a:xfrm>
          <a:prstGeom prst="rect">
            <a:avLst/>
          </a:prstGeom>
        </p:spPr>
        <p:txBody>
          <a:bodyPr lIns="0" anchor="ctr">
            <a:noAutofit/>
          </a:bodyPr>
          <a:lstStyle>
            <a:lvl1pPr marL="0" indent="0" algn="l" defTabSz="777209"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7" name="Text Placeholder 2">
            <a:extLst>
              <a:ext uri="{FF2B5EF4-FFF2-40B4-BE49-F238E27FC236}">
                <a16:creationId xmlns:a16="http://schemas.microsoft.com/office/drawing/2014/main" id="{3A54923A-D9AD-5C05-E439-508237F91EB1}"/>
              </a:ext>
            </a:extLst>
          </p:cNvPr>
          <p:cNvSpPr>
            <a:spLocks noGrp="1"/>
          </p:cNvSpPr>
          <p:nvPr>
            <p:ph type="body" sz="quarter" idx="12" hasCustomPrompt="1"/>
          </p:nvPr>
        </p:nvSpPr>
        <p:spPr>
          <a:xfrm>
            <a:off x="6608247" y="2000661"/>
            <a:ext cx="4833476" cy="439424"/>
          </a:xfrm>
          <a:prstGeom prst="rect">
            <a:avLst/>
          </a:prstGeom>
        </p:spPr>
        <p:txBody>
          <a:bodyPr lIns="0" anchor="ctr">
            <a:noAutofit/>
          </a:bodyPr>
          <a:lstStyle>
            <a:lvl1pPr marL="0" indent="0" algn="l" defTabSz="777209"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8" name="Text Placeholder 2">
            <a:extLst>
              <a:ext uri="{FF2B5EF4-FFF2-40B4-BE49-F238E27FC236}">
                <a16:creationId xmlns:a16="http://schemas.microsoft.com/office/drawing/2014/main" id="{E807E96C-7A2A-7702-5836-6082D73EC049}"/>
              </a:ext>
            </a:extLst>
          </p:cNvPr>
          <p:cNvSpPr>
            <a:spLocks noGrp="1"/>
          </p:cNvSpPr>
          <p:nvPr>
            <p:ph type="body" sz="quarter" idx="13" hasCustomPrompt="1"/>
          </p:nvPr>
        </p:nvSpPr>
        <p:spPr>
          <a:xfrm>
            <a:off x="6608247" y="1473968"/>
            <a:ext cx="4833476" cy="439424"/>
          </a:xfrm>
          <a:prstGeom prst="rect">
            <a:avLst/>
          </a:prstGeom>
        </p:spPr>
        <p:txBody>
          <a:bodyPr lIns="0" anchor="ctr">
            <a:noAutofit/>
          </a:bodyPr>
          <a:lstStyle>
            <a:lvl1pPr marL="0" indent="0" algn="l" defTabSz="777209"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9" name="Text Placeholder 2">
            <a:extLst>
              <a:ext uri="{FF2B5EF4-FFF2-40B4-BE49-F238E27FC236}">
                <a16:creationId xmlns:a16="http://schemas.microsoft.com/office/drawing/2014/main" id="{7B192EA8-6B13-B0BC-9DBE-47014B681563}"/>
              </a:ext>
            </a:extLst>
          </p:cNvPr>
          <p:cNvSpPr>
            <a:spLocks noGrp="1"/>
          </p:cNvSpPr>
          <p:nvPr>
            <p:ph type="body" sz="quarter" idx="11" hasCustomPrompt="1"/>
          </p:nvPr>
        </p:nvSpPr>
        <p:spPr>
          <a:xfrm>
            <a:off x="6608247" y="947275"/>
            <a:ext cx="4833476" cy="439424"/>
          </a:xfrm>
          <a:prstGeom prst="rect">
            <a:avLst/>
          </a:prstGeom>
        </p:spPr>
        <p:txBody>
          <a:bodyPr lIns="0" anchor="ctr">
            <a:noAutofit/>
          </a:bodyPr>
          <a:lstStyle>
            <a:lvl1pPr marL="0" indent="0" algn="l" defTabSz="777209"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12" name="Text Placeholder 2">
            <a:extLst>
              <a:ext uri="{FF2B5EF4-FFF2-40B4-BE49-F238E27FC236}">
                <a16:creationId xmlns:a16="http://schemas.microsoft.com/office/drawing/2014/main" id="{6AE7FAA7-F3F9-6232-8A5F-2EB6EFB69B03}"/>
              </a:ext>
            </a:extLst>
          </p:cNvPr>
          <p:cNvSpPr>
            <a:spLocks noGrp="1"/>
          </p:cNvSpPr>
          <p:nvPr>
            <p:ph type="body" sz="quarter" idx="18" hasCustomPrompt="1"/>
          </p:nvPr>
        </p:nvSpPr>
        <p:spPr>
          <a:xfrm>
            <a:off x="6608247" y="4634126"/>
            <a:ext cx="4833476" cy="439424"/>
          </a:xfrm>
          <a:prstGeom prst="rect">
            <a:avLst/>
          </a:prstGeom>
        </p:spPr>
        <p:txBody>
          <a:bodyPr lIns="0" anchor="ctr">
            <a:noAutofit/>
          </a:bodyPr>
          <a:lstStyle>
            <a:lvl1pPr marL="0" indent="0" algn="l" defTabSz="777209"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13" name="Text Placeholder 2">
            <a:extLst>
              <a:ext uri="{FF2B5EF4-FFF2-40B4-BE49-F238E27FC236}">
                <a16:creationId xmlns:a16="http://schemas.microsoft.com/office/drawing/2014/main" id="{8728288B-DD1D-52F9-9C96-A048F7EC3ACD}"/>
              </a:ext>
            </a:extLst>
          </p:cNvPr>
          <p:cNvSpPr>
            <a:spLocks noGrp="1"/>
          </p:cNvSpPr>
          <p:nvPr>
            <p:ph type="body" sz="quarter" idx="19" hasCustomPrompt="1"/>
          </p:nvPr>
        </p:nvSpPr>
        <p:spPr>
          <a:xfrm>
            <a:off x="6608247" y="4107433"/>
            <a:ext cx="4833476" cy="439424"/>
          </a:xfrm>
          <a:prstGeom prst="rect">
            <a:avLst/>
          </a:prstGeom>
        </p:spPr>
        <p:txBody>
          <a:bodyPr lIns="0" anchor="ctr">
            <a:noAutofit/>
          </a:bodyPr>
          <a:lstStyle>
            <a:lvl1pPr marL="0" indent="0" algn="l" defTabSz="777209"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34" name="Content Placeholder 23">
            <a:extLst>
              <a:ext uri="{FF2B5EF4-FFF2-40B4-BE49-F238E27FC236}">
                <a16:creationId xmlns:a16="http://schemas.microsoft.com/office/drawing/2014/main" id="{08250C8B-9AFE-1092-FA23-0BC051AE8E21}"/>
              </a:ext>
            </a:extLst>
          </p:cNvPr>
          <p:cNvSpPr>
            <a:spLocks noGrp="1"/>
          </p:cNvSpPr>
          <p:nvPr>
            <p:ph sz="quarter" idx="25" hasCustomPrompt="1"/>
          </p:nvPr>
        </p:nvSpPr>
        <p:spPr>
          <a:xfrm>
            <a:off x="4874397" y="886109"/>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35" name="Content Placeholder 23">
            <a:extLst>
              <a:ext uri="{FF2B5EF4-FFF2-40B4-BE49-F238E27FC236}">
                <a16:creationId xmlns:a16="http://schemas.microsoft.com/office/drawing/2014/main" id="{1A07EF63-2088-9EA0-EC20-98EE11B0CFED}"/>
              </a:ext>
            </a:extLst>
          </p:cNvPr>
          <p:cNvSpPr>
            <a:spLocks noGrp="1"/>
          </p:cNvSpPr>
          <p:nvPr>
            <p:ph sz="quarter" idx="26" hasCustomPrompt="1"/>
          </p:nvPr>
        </p:nvSpPr>
        <p:spPr>
          <a:xfrm>
            <a:off x="4874397" y="1413126"/>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36" name="Content Placeholder 23">
            <a:extLst>
              <a:ext uri="{FF2B5EF4-FFF2-40B4-BE49-F238E27FC236}">
                <a16:creationId xmlns:a16="http://schemas.microsoft.com/office/drawing/2014/main" id="{AF0DA902-6068-5700-F6EE-56565C11B296}"/>
              </a:ext>
            </a:extLst>
          </p:cNvPr>
          <p:cNvSpPr>
            <a:spLocks noGrp="1"/>
          </p:cNvSpPr>
          <p:nvPr>
            <p:ph sz="quarter" idx="27" hasCustomPrompt="1"/>
          </p:nvPr>
        </p:nvSpPr>
        <p:spPr>
          <a:xfrm>
            <a:off x="4874397" y="1940144"/>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37" name="Content Placeholder 23">
            <a:extLst>
              <a:ext uri="{FF2B5EF4-FFF2-40B4-BE49-F238E27FC236}">
                <a16:creationId xmlns:a16="http://schemas.microsoft.com/office/drawing/2014/main" id="{25E03AE6-16F6-41CA-0E00-924F69DF4912}"/>
              </a:ext>
            </a:extLst>
          </p:cNvPr>
          <p:cNvSpPr>
            <a:spLocks noGrp="1"/>
          </p:cNvSpPr>
          <p:nvPr>
            <p:ph sz="quarter" idx="28" hasCustomPrompt="1"/>
          </p:nvPr>
        </p:nvSpPr>
        <p:spPr>
          <a:xfrm>
            <a:off x="4874397" y="2467161"/>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38" name="Content Placeholder 23">
            <a:extLst>
              <a:ext uri="{FF2B5EF4-FFF2-40B4-BE49-F238E27FC236}">
                <a16:creationId xmlns:a16="http://schemas.microsoft.com/office/drawing/2014/main" id="{E72DCAC9-8695-0F0F-0D5B-3F8B3EE820E7}"/>
              </a:ext>
            </a:extLst>
          </p:cNvPr>
          <p:cNvSpPr>
            <a:spLocks noGrp="1"/>
          </p:cNvSpPr>
          <p:nvPr>
            <p:ph sz="quarter" idx="29" hasCustomPrompt="1"/>
          </p:nvPr>
        </p:nvSpPr>
        <p:spPr>
          <a:xfrm>
            <a:off x="4874397" y="2994178"/>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39" name="Content Placeholder 23">
            <a:extLst>
              <a:ext uri="{FF2B5EF4-FFF2-40B4-BE49-F238E27FC236}">
                <a16:creationId xmlns:a16="http://schemas.microsoft.com/office/drawing/2014/main" id="{CD4018D4-B3F4-77F3-C060-FFB77DE5F9AB}"/>
              </a:ext>
            </a:extLst>
          </p:cNvPr>
          <p:cNvSpPr>
            <a:spLocks noGrp="1"/>
          </p:cNvSpPr>
          <p:nvPr>
            <p:ph sz="quarter" idx="30" hasCustomPrompt="1"/>
          </p:nvPr>
        </p:nvSpPr>
        <p:spPr>
          <a:xfrm>
            <a:off x="4874397" y="3521194"/>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40" name="Content Placeholder 23">
            <a:extLst>
              <a:ext uri="{FF2B5EF4-FFF2-40B4-BE49-F238E27FC236}">
                <a16:creationId xmlns:a16="http://schemas.microsoft.com/office/drawing/2014/main" id="{5129D140-6B35-93B9-ECFD-9DD38DF9C9EE}"/>
              </a:ext>
            </a:extLst>
          </p:cNvPr>
          <p:cNvSpPr>
            <a:spLocks noGrp="1"/>
          </p:cNvSpPr>
          <p:nvPr>
            <p:ph sz="quarter" idx="31" hasCustomPrompt="1"/>
          </p:nvPr>
        </p:nvSpPr>
        <p:spPr>
          <a:xfrm>
            <a:off x="4874397" y="4048211"/>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41" name="Content Placeholder 23">
            <a:extLst>
              <a:ext uri="{FF2B5EF4-FFF2-40B4-BE49-F238E27FC236}">
                <a16:creationId xmlns:a16="http://schemas.microsoft.com/office/drawing/2014/main" id="{D484B4F0-E152-286D-3449-ED986EF2A5C3}"/>
              </a:ext>
            </a:extLst>
          </p:cNvPr>
          <p:cNvSpPr>
            <a:spLocks noGrp="1"/>
          </p:cNvSpPr>
          <p:nvPr>
            <p:ph sz="quarter" idx="32" hasCustomPrompt="1"/>
          </p:nvPr>
        </p:nvSpPr>
        <p:spPr>
          <a:xfrm>
            <a:off x="4874397" y="4575228"/>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
        <p:nvSpPr>
          <p:cNvPr id="47" name="Text Placeholder 2">
            <a:extLst>
              <a:ext uri="{FF2B5EF4-FFF2-40B4-BE49-F238E27FC236}">
                <a16:creationId xmlns:a16="http://schemas.microsoft.com/office/drawing/2014/main" id="{A6AEDD94-6081-10CA-C570-ECAD1902B72C}"/>
              </a:ext>
            </a:extLst>
          </p:cNvPr>
          <p:cNvSpPr>
            <a:spLocks noGrp="1"/>
          </p:cNvSpPr>
          <p:nvPr>
            <p:ph type="body" sz="quarter" idx="33" hasCustomPrompt="1"/>
          </p:nvPr>
        </p:nvSpPr>
        <p:spPr>
          <a:xfrm>
            <a:off x="6608247" y="5160818"/>
            <a:ext cx="4833476" cy="439424"/>
          </a:xfrm>
          <a:prstGeom prst="rect">
            <a:avLst/>
          </a:prstGeom>
        </p:spPr>
        <p:txBody>
          <a:bodyPr lIns="0" anchor="ctr">
            <a:noAutofit/>
          </a:bodyPr>
          <a:lstStyle>
            <a:lvl1pPr marL="0" indent="0" algn="l" defTabSz="777209" rtl="0" eaLnBrk="1" latinLnBrk="0" hangingPunct="1">
              <a:lnSpc>
                <a:spcPct val="100000"/>
              </a:lnSpc>
              <a:spcBef>
                <a:spcPts val="0"/>
              </a:spcBef>
              <a:spcAft>
                <a:spcPts val="600"/>
              </a:spcAft>
              <a:buClr>
                <a:schemeClr val="accent2"/>
              </a:buClr>
              <a:buFontTx/>
              <a:buNone/>
              <a:defRPr lang="en-US" sz="1400" b="0" i="0" kern="1200" cap="none" spc="50" baseline="0" dirty="0">
                <a:solidFill>
                  <a:schemeClr val="accent4">
                    <a:lumMod val="50000"/>
                  </a:schemeClr>
                </a:solidFill>
                <a:latin typeface="Avenir Book" panose="02000503020000020003" pitchFamily="2" charset="0"/>
                <a:ea typeface="+mn-ea"/>
                <a:cs typeface="+mn-cs"/>
              </a:defRPr>
            </a:lvl1pPr>
          </a:lstStyle>
          <a:p>
            <a:pPr lvl="0"/>
            <a:r>
              <a:rPr lang="en-US"/>
              <a:t>Click to edit slide name</a:t>
            </a:r>
          </a:p>
        </p:txBody>
      </p:sp>
      <p:sp>
        <p:nvSpPr>
          <p:cNvPr id="48" name="Content Placeholder 23">
            <a:extLst>
              <a:ext uri="{FF2B5EF4-FFF2-40B4-BE49-F238E27FC236}">
                <a16:creationId xmlns:a16="http://schemas.microsoft.com/office/drawing/2014/main" id="{E586D051-24CF-3ACC-52EE-567998A60C9B}"/>
              </a:ext>
            </a:extLst>
          </p:cNvPr>
          <p:cNvSpPr>
            <a:spLocks noGrp="1"/>
          </p:cNvSpPr>
          <p:nvPr>
            <p:ph sz="quarter" idx="34" hasCustomPrompt="1"/>
          </p:nvPr>
        </p:nvSpPr>
        <p:spPr>
          <a:xfrm>
            <a:off x="4874397" y="5102246"/>
            <a:ext cx="1526404" cy="486316"/>
          </a:xfrm>
          <a:prstGeom prst="rect">
            <a:avLst/>
          </a:prstGeom>
        </p:spPr>
        <p:txBody>
          <a:bodyPr lIns="0" tIns="0" rIns="0" bIns="0">
            <a:noAutofit/>
          </a:bodyPr>
          <a:lstStyle>
            <a:lvl1pPr algn="r">
              <a:lnSpc>
                <a:spcPts val="3600"/>
              </a:lnSpc>
              <a:spcBef>
                <a:spcPts val="0"/>
              </a:spcBef>
              <a:spcAft>
                <a:spcPts val="500"/>
              </a:spcAft>
              <a:defRPr sz="1200" b="1" i="0" baseline="0">
                <a:solidFill>
                  <a:schemeClr val="tx1"/>
                </a:solidFill>
                <a:latin typeface="Avenir Heavy" panose="02000503020000020003" pitchFamily="2" charset="0"/>
              </a:defRPr>
            </a:lvl1pPr>
          </a:lstStyle>
          <a:p>
            <a:pPr lvl="0"/>
            <a:r>
              <a:rPr lang="en-US"/>
              <a:t>Click to edit pg. #</a:t>
            </a:r>
          </a:p>
        </p:txBody>
      </p:sp>
    </p:spTree>
    <p:extLst>
      <p:ext uri="{BB962C8B-B14F-4D97-AF65-F5344CB8AC3E}">
        <p14:creationId xmlns:p14="http://schemas.microsoft.com/office/powerpoint/2010/main" val="1605770025"/>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Full Margi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CD0B-E043-57DD-198E-A4CFB624345D}"/>
              </a:ext>
            </a:extLst>
          </p:cNvPr>
          <p:cNvSpPr>
            <a:spLocks noGrp="1"/>
          </p:cNvSpPr>
          <p:nvPr>
            <p:ph type="title" hasCustomPrompt="1"/>
          </p:nvPr>
        </p:nvSpPr>
        <p:spPr/>
        <p:txBody>
          <a:bodyPr/>
          <a:lstStyle/>
          <a:p>
            <a:r>
              <a:rPr lang="en-US"/>
              <a:t>Click to Edit Title</a:t>
            </a:r>
          </a:p>
        </p:txBody>
      </p:sp>
      <p:sp>
        <p:nvSpPr>
          <p:cNvPr id="4" name="Content Placeholder 3">
            <a:extLst>
              <a:ext uri="{FF2B5EF4-FFF2-40B4-BE49-F238E27FC236}">
                <a16:creationId xmlns:a16="http://schemas.microsoft.com/office/drawing/2014/main" id="{FB3CAA8F-9897-3EA9-A04B-2572C12CC583}"/>
              </a:ext>
            </a:extLst>
          </p:cNvPr>
          <p:cNvSpPr>
            <a:spLocks noGrp="1"/>
          </p:cNvSpPr>
          <p:nvPr>
            <p:ph sz="quarter" idx="10"/>
          </p:nvPr>
        </p:nvSpPr>
        <p:spPr>
          <a:xfrm>
            <a:off x="723901" y="1630016"/>
            <a:ext cx="10728325" cy="44298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0714859"/>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 Intro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CD0B-E043-57DD-198E-A4CFB624345D}"/>
              </a:ext>
            </a:extLst>
          </p:cNvPr>
          <p:cNvSpPr>
            <a:spLocks noGrp="1"/>
          </p:cNvSpPr>
          <p:nvPr>
            <p:ph type="title" hasCustomPrompt="1"/>
          </p:nvPr>
        </p:nvSpPr>
        <p:spPr/>
        <p:txBody>
          <a:bodyPr>
            <a:noAutofit/>
          </a:bodyPr>
          <a:lstStyle/>
          <a:p>
            <a:r>
              <a:rPr lang="en-US"/>
              <a:t>Click to Edit Title</a:t>
            </a:r>
          </a:p>
        </p:txBody>
      </p:sp>
      <p:sp>
        <p:nvSpPr>
          <p:cNvPr id="4" name="Content Placeholder 3">
            <a:extLst>
              <a:ext uri="{FF2B5EF4-FFF2-40B4-BE49-F238E27FC236}">
                <a16:creationId xmlns:a16="http://schemas.microsoft.com/office/drawing/2014/main" id="{FB3CAA8F-9897-3EA9-A04B-2572C12CC583}"/>
              </a:ext>
            </a:extLst>
          </p:cNvPr>
          <p:cNvSpPr>
            <a:spLocks noGrp="1"/>
          </p:cNvSpPr>
          <p:nvPr>
            <p:ph sz="quarter" idx="10"/>
          </p:nvPr>
        </p:nvSpPr>
        <p:spPr>
          <a:xfrm>
            <a:off x="723900" y="2491410"/>
            <a:ext cx="10744202" cy="3568428"/>
          </a:xfrm>
          <a:prstGeom prst="rect">
            <a:avLst/>
          </a:prstGeom>
        </p:spPr>
        <p:txBody>
          <a:bodyPr lIns="201168">
            <a:noAutofit/>
          </a:bodyPr>
          <a:lstStyle>
            <a:lvl1pPr>
              <a:defRPr sz="2000" baseline="0"/>
            </a:lvl1pPr>
            <a:lvl2pPr>
              <a:defRPr baseline="0"/>
            </a:lvl2pPr>
            <a:lvl3pPr>
              <a:defRPr baseline="0"/>
            </a:lvl3pPr>
            <a:lvl4pPr>
              <a:defRPr baseline="0"/>
            </a:lvl4pPr>
            <a:lvl5pPr>
              <a:defRPr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a:extLst>
              <a:ext uri="{FF2B5EF4-FFF2-40B4-BE49-F238E27FC236}">
                <a16:creationId xmlns:a16="http://schemas.microsoft.com/office/drawing/2014/main" id="{EF58F209-44F8-1944-A5D9-0DE8BAAC22F6}"/>
              </a:ext>
            </a:extLst>
          </p:cNvPr>
          <p:cNvSpPr>
            <a:spLocks noGrp="1"/>
          </p:cNvSpPr>
          <p:nvPr>
            <p:ph type="body" sz="quarter" idx="12" hasCustomPrompt="1"/>
          </p:nvPr>
        </p:nvSpPr>
        <p:spPr>
          <a:xfrm>
            <a:off x="722376" y="1630017"/>
            <a:ext cx="10745726" cy="725725"/>
          </a:xfrm>
          <a:prstGeom prst="rect">
            <a:avLst/>
          </a:prstGeom>
        </p:spPr>
        <p:txBody>
          <a:bodyPr lIns="201168" tIns="0">
            <a:noAutofit/>
          </a:bodyPr>
          <a:lstStyle>
            <a:lvl1pPr>
              <a:lnSpc>
                <a:spcPts val="2800"/>
              </a:lnSpc>
              <a:spcBef>
                <a:spcPts val="0"/>
              </a:spcBef>
              <a:spcAft>
                <a:spcPts val="0"/>
              </a:spcAft>
              <a:defRPr sz="2000" b="1" i="0">
                <a:latin typeface="Avenir Heavy" panose="02000503020000020003" pitchFamily="2" charset="0"/>
              </a:defRPr>
            </a:lvl1pPr>
          </a:lstStyle>
          <a:p>
            <a:pPr lvl="0"/>
            <a:r>
              <a:rPr lang="en-US"/>
              <a:t>Click to edit subtitle</a:t>
            </a:r>
          </a:p>
        </p:txBody>
      </p:sp>
    </p:spTree>
    <p:extLst>
      <p:ext uri="{BB962C8B-B14F-4D97-AF65-F5344CB8AC3E}">
        <p14:creationId xmlns:p14="http://schemas.microsoft.com/office/powerpoint/2010/main" val="3482583168"/>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CD0B-E043-57DD-198E-A4CFB624345D}"/>
              </a:ext>
            </a:extLst>
          </p:cNvPr>
          <p:cNvSpPr>
            <a:spLocks noGrp="1"/>
          </p:cNvSpPr>
          <p:nvPr>
            <p:ph type="title" hasCustomPrompt="1"/>
          </p:nvPr>
        </p:nvSpPr>
        <p:spPr/>
        <p:txBody>
          <a:bodyPr>
            <a:noAutofit/>
          </a:bodyPr>
          <a:lstStyle/>
          <a:p>
            <a:r>
              <a:rPr lang="en-US"/>
              <a:t>Click to Edit Title</a:t>
            </a:r>
          </a:p>
        </p:txBody>
      </p:sp>
      <p:sp>
        <p:nvSpPr>
          <p:cNvPr id="4" name="Content Placeholder 3">
            <a:extLst>
              <a:ext uri="{FF2B5EF4-FFF2-40B4-BE49-F238E27FC236}">
                <a16:creationId xmlns:a16="http://schemas.microsoft.com/office/drawing/2014/main" id="{FB3CAA8F-9897-3EA9-A04B-2572C12CC583}"/>
              </a:ext>
            </a:extLst>
          </p:cNvPr>
          <p:cNvSpPr>
            <a:spLocks noGrp="1"/>
          </p:cNvSpPr>
          <p:nvPr>
            <p:ph sz="quarter" idx="10" hasCustomPrompt="1"/>
          </p:nvPr>
        </p:nvSpPr>
        <p:spPr>
          <a:xfrm>
            <a:off x="723900" y="1630018"/>
            <a:ext cx="5189878" cy="4439479"/>
          </a:xfrm>
          <a:prstGeom prst="rect">
            <a:avLst/>
          </a:prstGeom>
        </p:spPr>
        <p:txBody>
          <a:bodyPr lIns="228600">
            <a:noAutofit/>
          </a:bodyPr>
          <a:lstStyle/>
          <a:p>
            <a:pPr lvl="0"/>
            <a:r>
              <a:rPr lang="en-US"/>
              <a:t>Click to edit first level</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842E74B6-B0B7-8C8C-6E21-66BE8A1FD403}"/>
              </a:ext>
            </a:extLst>
          </p:cNvPr>
          <p:cNvSpPr>
            <a:spLocks noGrp="1"/>
          </p:cNvSpPr>
          <p:nvPr>
            <p:ph sz="quarter" idx="11" hasCustomPrompt="1"/>
          </p:nvPr>
        </p:nvSpPr>
        <p:spPr>
          <a:xfrm>
            <a:off x="6278225" y="1630018"/>
            <a:ext cx="5189878" cy="4439479"/>
          </a:xfrm>
          <a:prstGeom prst="rect">
            <a:avLst/>
          </a:prstGeom>
        </p:spPr>
        <p:txBody>
          <a:bodyPr lIns="228600">
            <a:noAutofit/>
          </a:bodyPr>
          <a:lstStyle/>
          <a:p>
            <a:pPr lvl="0"/>
            <a:r>
              <a:rPr lang="en-US"/>
              <a:t>Click to edit first level</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62102812"/>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ext Column +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CD0B-E043-57DD-198E-A4CFB624345D}"/>
              </a:ext>
            </a:extLst>
          </p:cNvPr>
          <p:cNvSpPr>
            <a:spLocks noGrp="1"/>
          </p:cNvSpPr>
          <p:nvPr>
            <p:ph type="title" hasCustomPrompt="1"/>
          </p:nvPr>
        </p:nvSpPr>
        <p:spPr>
          <a:xfrm>
            <a:off x="724427" y="447125"/>
            <a:ext cx="5189352" cy="1051687"/>
          </a:xfrm>
        </p:spPr>
        <p:txBody>
          <a:bodyPr/>
          <a:lstStyle/>
          <a:p>
            <a:r>
              <a:rPr lang="en-US"/>
              <a:t>Click to Edit Title</a:t>
            </a:r>
          </a:p>
        </p:txBody>
      </p:sp>
      <p:sp>
        <p:nvSpPr>
          <p:cNvPr id="4" name="Content Placeholder 3">
            <a:extLst>
              <a:ext uri="{FF2B5EF4-FFF2-40B4-BE49-F238E27FC236}">
                <a16:creationId xmlns:a16="http://schemas.microsoft.com/office/drawing/2014/main" id="{FB3CAA8F-9897-3EA9-A04B-2572C12CC583}"/>
              </a:ext>
            </a:extLst>
          </p:cNvPr>
          <p:cNvSpPr>
            <a:spLocks noGrp="1"/>
          </p:cNvSpPr>
          <p:nvPr>
            <p:ph sz="quarter" idx="10" hasCustomPrompt="1"/>
          </p:nvPr>
        </p:nvSpPr>
        <p:spPr>
          <a:xfrm>
            <a:off x="723900" y="1630018"/>
            <a:ext cx="5189878" cy="4439479"/>
          </a:xfrm>
          <a:prstGeom prst="rect">
            <a:avLst/>
          </a:prstGeom>
        </p:spPr>
        <p:txBody>
          <a:bodyPr lIns="228600"/>
          <a:lstStyle>
            <a:lvl1pPr marL="0" marR="0" indent="0" algn="l" defTabSz="529828" rtl="0" eaLnBrk="1" fontAlgn="auto" latinLnBrk="0" hangingPunct="1">
              <a:lnSpc>
                <a:spcPct val="148000"/>
              </a:lnSpc>
              <a:spcBef>
                <a:spcPts val="100"/>
              </a:spcBef>
              <a:spcAft>
                <a:spcPts val="600"/>
              </a:spcAft>
              <a:buClr>
                <a:schemeClr val="accent2"/>
              </a:buClr>
              <a:buSzTx/>
              <a:buFont typeface="Arial" panose="020B0604020202020204" pitchFamily="34" charset="0"/>
              <a:buNone/>
              <a:tabLst/>
              <a:defRPr/>
            </a:lvl1pPr>
          </a:lstStyle>
          <a:p>
            <a:pPr marL="0" marR="0" lvl="0" indent="0" algn="l" defTabSz="529828" rtl="0" eaLnBrk="1" fontAlgn="auto" latinLnBrk="0" hangingPunct="1">
              <a:lnSpc>
                <a:spcPct val="148000"/>
              </a:lnSpc>
              <a:spcBef>
                <a:spcPts val="100"/>
              </a:spcBef>
              <a:spcAft>
                <a:spcPts val="600"/>
              </a:spcAft>
              <a:buClr>
                <a:schemeClr val="accent2"/>
              </a:buClr>
              <a:buSzTx/>
              <a:buFont typeface="Arial" panose="020B0604020202020204" pitchFamily="34" charset="0"/>
              <a:buNone/>
              <a:tabLst/>
              <a:defRPr/>
            </a:pPr>
            <a:r>
              <a:rPr lang="en-US"/>
              <a:t>Click to edit first level</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0C3FA70A-CDF4-85BB-A9DC-F04D72134D04}"/>
              </a:ext>
            </a:extLst>
          </p:cNvPr>
          <p:cNvSpPr>
            <a:spLocks noGrp="1"/>
          </p:cNvSpPr>
          <p:nvPr>
            <p:ph type="pic" sz="quarter" idx="11"/>
          </p:nvPr>
        </p:nvSpPr>
        <p:spPr>
          <a:xfrm>
            <a:off x="6197601" y="0"/>
            <a:ext cx="5994400" cy="6858000"/>
          </a:xfrm>
        </p:spPr>
        <p:txBody>
          <a:bodyPr/>
          <a:lstStyle/>
          <a:p>
            <a:r>
              <a:rPr lang="en-US"/>
              <a:t>Click icon to add picture</a:t>
            </a:r>
          </a:p>
        </p:txBody>
      </p:sp>
    </p:spTree>
    <p:extLst>
      <p:ext uri="{BB962C8B-B14F-4D97-AF65-F5344CB8AC3E}">
        <p14:creationId xmlns:p14="http://schemas.microsoft.com/office/powerpoint/2010/main" val="931460495"/>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CD0B-E043-57DD-198E-A4CFB624345D}"/>
              </a:ext>
            </a:extLst>
          </p:cNvPr>
          <p:cNvSpPr>
            <a:spLocks noGrp="1"/>
          </p:cNvSpPr>
          <p:nvPr>
            <p:ph type="title" hasCustomPrompt="1"/>
          </p:nvPr>
        </p:nvSpPr>
        <p:spPr/>
        <p:txBody>
          <a:bodyPr>
            <a:noAutofit/>
          </a:bodyPr>
          <a:lstStyle/>
          <a:p>
            <a:r>
              <a:rPr lang="en-US"/>
              <a:t>Click to Edit Title</a:t>
            </a:r>
          </a:p>
        </p:txBody>
      </p:sp>
      <p:sp>
        <p:nvSpPr>
          <p:cNvPr id="4" name="Content Placeholder 3">
            <a:extLst>
              <a:ext uri="{FF2B5EF4-FFF2-40B4-BE49-F238E27FC236}">
                <a16:creationId xmlns:a16="http://schemas.microsoft.com/office/drawing/2014/main" id="{FB3CAA8F-9897-3EA9-A04B-2572C12CC583}"/>
              </a:ext>
            </a:extLst>
          </p:cNvPr>
          <p:cNvSpPr>
            <a:spLocks noGrp="1"/>
          </p:cNvSpPr>
          <p:nvPr>
            <p:ph sz="quarter" idx="10"/>
          </p:nvPr>
        </p:nvSpPr>
        <p:spPr>
          <a:xfrm>
            <a:off x="723900" y="2491410"/>
            <a:ext cx="5189878" cy="3568428"/>
          </a:xfrm>
          <a:prstGeom prst="rect">
            <a:avLst/>
          </a:prstGeom>
        </p:spPr>
        <p:txBody>
          <a:bodyPr lIns="201168">
            <a:noAutofit/>
          </a:bodyPr>
          <a:lstStyle>
            <a:lvl1pPr>
              <a:defRPr sz="2200" baseline="0"/>
            </a:lvl1pPr>
            <a:lvl2pPr>
              <a:defRPr baseline="0"/>
            </a:lvl2pPr>
            <a:lvl3pPr>
              <a:defRPr baseline="0"/>
            </a:lvl3pPr>
            <a:lvl4pPr>
              <a:defRPr baseline="0"/>
            </a:lvl4pPr>
            <a:lvl5pPr>
              <a:defRPr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842E74B6-B0B7-8C8C-6E21-66BE8A1FD403}"/>
              </a:ext>
            </a:extLst>
          </p:cNvPr>
          <p:cNvSpPr>
            <a:spLocks noGrp="1"/>
          </p:cNvSpPr>
          <p:nvPr>
            <p:ph sz="quarter" idx="11"/>
          </p:nvPr>
        </p:nvSpPr>
        <p:spPr>
          <a:xfrm>
            <a:off x="6278225" y="2491410"/>
            <a:ext cx="5189878" cy="3568428"/>
          </a:xfrm>
          <a:prstGeom prst="rect">
            <a:avLst/>
          </a:prstGeom>
        </p:spPr>
        <p:txBody>
          <a:bodyPr lIns="201168">
            <a:noAutofit/>
          </a:bodyPr>
          <a:lstStyle>
            <a:lvl1pPr>
              <a:defRPr sz="2200" baseline="0"/>
            </a:lvl1pPr>
            <a:lvl2pPr>
              <a:defRPr baseline="0"/>
            </a:lvl2pPr>
            <a:lvl3pPr>
              <a:defRPr baseline="0"/>
            </a:lvl3pPr>
            <a:lvl4pPr>
              <a:defRPr baseline="0"/>
            </a:lvl4pPr>
            <a:lvl5pPr>
              <a:defRPr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a:extLst>
              <a:ext uri="{FF2B5EF4-FFF2-40B4-BE49-F238E27FC236}">
                <a16:creationId xmlns:a16="http://schemas.microsoft.com/office/drawing/2014/main" id="{EF58F209-44F8-1944-A5D9-0DE8BAAC22F6}"/>
              </a:ext>
            </a:extLst>
          </p:cNvPr>
          <p:cNvSpPr>
            <a:spLocks noGrp="1"/>
          </p:cNvSpPr>
          <p:nvPr>
            <p:ph type="body" sz="quarter" idx="12" hasCustomPrompt="1"/>
          </p:nvPr>
        </p:nvSpPr>
        <p:spPr>
          <a:xfrm>
            <a:off x="722377" y="1630018"/>
            <a:ext cx="5189538" cy="621792"/>
          </a:xfrm>
          <a:prstGeom prst="rect">
            <a:avLst/>
          </a:prstGeom>
        </p:spPr>
        <p:txBody>
          <a:bodyPr lIns="201168" tIns="0">
            <a:noAutofit/>
          </a:bodyPr>
          <a:lstStyle>
            <a:lvl1pPr>
              <a:lnSpc>
                <a:spcPts val="2800"/>
              </a:lnSpc>
              <a:spcBef>
                <a:spcPts val="0"/>
              </a:spcBef>
              <a:spcAft>
                <a:spcPts val="0"/>
              </a:spcAft>
              <a:defRPr sz="2200" b="1" i="0" baseline="0">
                <a:latin typeface="Avenir Heavy" panose="02000503020000020003" pitchFamily="2" charset="0"/>
              </a:defRPr>
            </a:lvl1pPr>
          </a:lstStyle>
          <a:p>
            <a:pPr lvl="0"/>
            <a:r>
              <a:rPr lang="en-US"/>
              <a:t>Click to edit column intro</a:t>
            </a:r>
          </a:p>
        </p:txBody>
      </p:sp>
      <p:sp>
        <p:nvSpPr>
          <p:cNvPr id="11" name="Text Placeholder 10">
            <a:extLst>
              <a:ext uri="{FF2B5EF4-FFF2-40B4-BE49-F238E27FC236}">
                <a16:creationId xmlns:a16="http://schemas.microsoft.com/office/drawing/2014/main" id="{ECDC26AF-0857-143E-9DFD-3C8E94B70437}"/>
              </a:ext>
            </a:extLst>
          </p:cNvPr>
          <p:cNvSpPr>
            <a:spLocks noGrp="1"/>
          </p:cNvSpPr>
          <p:nvPr>
            <p:ph type="body" sz="quarter" idx="13" hasCustomPrompt="1"/>
          </p:nvPr>
        </p:nvSpPr>
        <p:spPr>
          <a:xfrm>
            <a:off x="6278564" y="1622425"/>
            <a:ext cx="5193792" cy="621792"/>
          </a:xfrm>
          <a:prstGeom prst="rect">
            <a:avLst/>
          </a:prstGeom>
        </p:spPr>
        <p:txBody>
          <a:bodyPr vert="horz" lIns="201168" tIns="0" rIns="91440" bIns="45720" rtlCol="0">
            <a:noAutofit/>
          </a:bodyPr>
          <a:lstStyle>
            <a:lvl1pPr marL="0" indent="0" algn="l" defTabSz="529828" rtl="0" eaLnBrk="1" latinLnBrk="0" hangingPunct="1">
              <a:lnSpc>
                <a:spcPts val="2800"/>
              </a:lnSpc>
              <a:spcBef>
                <a:spcPts val="0"/>
              </a:spcBef>
              <a:spcAft>
                <a:spcPts val="0"/>
              </a:spcAft>
              <a:buClr>
                <a:schemeClr val="accent2"/>
              </a:buClr>
              <a:buFont typeface="Arial" panose="020B0604020202020204" pitchFamily="34" charset="0"/>
              <a:buNone/>
              <a:defRPr lang="en-US" sz="2200" b="1" i="0" kern="1200" baseline="0" dirty="0">
                <a:solidFill>
                  <a:schemeClr val="tx1"/>
                </a:solidFill>
                <a:latin typeface="Avenir Heavy" panose="02000503020000020003" pitchFamily="2" charset="0"/>
                <a:ea typeface="+mn-ea"/>
                <a:cs typeface="Arial"/>
              </a:defRPr>
            </a:lvl1pPr>
          </a:lstStyle>
          <a:p>
            <a:pPr marL="0" lvl="0" indent="0" algn="l" defTabSz="529828" rtl="0" eaLnBrk="1" latinLnBrk="0" hangingPunct="1">
              <a:lnSpc>
                <a:spcPts val="2800"/>
              </a:lnSpc>
              <a:spcBef>
                <a:spcPts val="0"/>
              </a:spcBef>
              <a:spcAft>
                <a:spcPts val="0"/>
              </a:spcAft>
              <a:buClr>
                <a:schemeClr val="accent2"/>
              </a:buClr>
              <a:buFont typeface="Arial" panose="020B0604020202020204" pitchFamily="34" charset="0"/>
              <a:buNone/>
            </a:pPr>
            <a:r>
              <a:rPr lang="en-US"/>
              <a:t>Click to edit column intro</a:t>
            </a:r>
          </a:p>
        </p:txBody>
      </p:sp>
    </p:spTree>
    <p:extLst>
      <p:ext uri="{BB962C8B-B14F-4D97-AF65-F5344CB8AC3E}">
        <p14:creationId xmlns:p14="http://schemas.microsoft.com/office/powerpoint/2010/main" val="2376523144"/>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cxnSp>
        <p:nvCxnSpPr>
          <p:cNvPr id="7" name="Straight Connector 6">
            <a:extLst>
              <a:ext uri="{FF2B5EF4-FFF2-40B4-BE49-F238E27FC236}">
                <a16:creationId xmlns:a16="http://schemas.microsoft.com/office/drawing/2014/main" id="{4F8E2DDF-5A93-3A8D-50CB-22D9B899DC27}"/>
              </a:ext>
            </a:extLst>
          </p:cNvPr>
          <p:cNvCxnSpPr>
            <a:cxnSpLocks/>
          </p:cNvCxnSpPr>
          <p:nvPr userDrawn="1"/>
        </p:nvCxnSpPr>
        <p:spPr>
          <a:xfrm>
            <a:off x="724421" y="1508912"/>
            <a:ext cx="10730366" cy="0"/>
          </a:xfrm>
          <a:prstGeom prst="line">
            <a:avLst/>
          </a:prstGeom>
          <a:ln w="3175">
            <a:solidFill>
              <a:srgbClr val="706F7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4777069"/>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0985016"/>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userDrawn="1">
  <p:cSld name="3-Column Image">
    <p:spTree>
      <p:nvGrpSpPr>
        <p:cNvPr id="1" name=""/>
        <p:cNvGrpSpPr/>
        <p:nvPr/>
      </p:nvGrpSpPr>
      <p:grpSpPr>
        <a:xfrm>
          <a:off x="0" y="0"/>
          <a:ext cx="0" cy="0"/>
          <a:chOff x="0" y="0"/>
          <a:chExt cx="0" cy="0"/>
        </a:xfrm>
      </p:grpSpPr>
      <p:sp>
        <p:nvSpPr>
          <p:cNvPr id="2" name="Picture Placeholder 2"/>
          <p:cNvSpPr>
            <a:spLocks noGrp="1"/>
          </p:cNvSpPr>
          <p:nvPr>
            <p:ph type="pic" sz="quarter" idx="10"/>
          </p:nvPr>
        </p:nvSpPr>
        <p:spPr>
          <a:xfrm>
            <a:off x="8335619" y="1076184"/>
            <a:ext cx="3856384" cy="3807248"/>
          </a:xfrm>
          <a:prstGeom prst="rect">
            <a:avLst/>
          </a:prstGeom>
        </p:spPr>
        <p:txBody>
          <a:bodyPr/>
          <a:lstStyle/>
          <a:p>
            <a:r>
              <a:rPr lang="en-US"/>
              <a:t>Click icon to add picture</a:t>
            </a:r>
            <a:endParaRPr lang="id-ID"/>
          </a:p>
        </p:txBody>
      </p:sp>
      <p:sp>
        <p:nvSpPr>
          <p:cNvPr id="3" name="Picture Placeholder 2"/>
          <p:cNvSpPr>
            <a:spLocks noGrp="1"/>
          </p:cNvSpPr>
          <p:nvPr>
            <p:ph type="pic" sz="quarter" idx="11"/>
          </p:nvPr>
        </p:nvSpPr>
        <p:spPr>
          <a:xfrm>
            <a:off x="5" y="1076184"/>
            <a:ext cx="3935897" cy="3807248"/>
          </a:xfrm>
          <a:prstGeom prst="rect">
            <a:avLst/>
          </a:prstGeom>
        </p:spPr>
        <p:txBody>
          <a:bodyPr/>
          <a:lstStyle/>
          <a:p>
            <a:r>
              <a:rPr lang="en-US"/>
              <a:t>Click icon to add picture</a:t>
            </a:r>
            <a:endParaRPr lang="id-ID"/>
          </a:p>
        </p:txBody>
      </p:sp>
      <p:sp>
        <p:nvSpPr>
          <p:cNvPr id="4" name="Picture Placeholder 2"/>
          <p:cNvSpPr>
            <a:spLocks noGrp="1"/>
          </p:cNvSpPr>
          <p:nvPr>
            <p:ph type="pic" sz="quarter" idx="12"/>
          </p:nvPr>
        </p:nvSpPr>
        <p:spPr>
          <a:xfrm>
            <a:off x="4108175" y="1076184"/>
            <a:ext cx="4055164" cy="3807248"/>
          </a:xfrm>
          <a:prstGeom prst="rect">
            <a:avLst/>
          </a:prstGeom>
        </p:spPr>
        <p:txBody>
          <a:bodyPr/>
          <a:lstStyle/>
          <a:p>
            <a:r>
              <a:rPr lang="en-US"/>
              <a:t>Click icon to add picture</a:t>
            </a:r>
            <a:endParaRPr lang="id-ID"/>
          </a:p>
        </p:txBody>
      </p:sp>
      <p:sp>
        <p:nvSpPr>
          <p:cNvPr id="7" name="Title 1">
            <a:extLst>
              <a:ext uri="{FF2B5EF4-FFF2-40B4-BE49-F238E27FC236}">
                <a16:creationId xmlns:a16="http://schemas.microsoft.com/office/drawing/2014/main" id="{C21FE345-07CF-C480-9E48-D7AA049A470B}"/>
              </a:ext>
            </a:extLst>
          </p:cNvPr>
          <p:cNvSpPr>
            <a:spLocks noGrp="1"/>
          </p:cNvSpPr>
          <p:nvPr>
            <p:ph type="title" hasCustomPrompt="1"/>
          </p:nvPr>
        </p:nvSpPr>
        <p:spPr>
          <a:xfrm>
            <a:off x="724427" y="4892334"/>
            <a:ext cx="10751957" cy="1051687"/>
          </a:xfrm>
        </p:spPr>
        <p:txBody>
          <a:bodyPr/>
          <a:lstStyle/>
          <a:p>
            <a:r>
              <a:rPr lang="en-US"/>
              <a:t>Click to Edit Title</a:t>
            </a:r>
          </a:p>
        </p:txBody>
      </p:sp>
    </p:spTree>
    <p:extLst>
      <p:ext uri="{BB962C8B-B14F-4D97-AF65-F5344CB8AC3E}">
        <p14:creationId xmlns:p14="http://schemas.microsoft.com/office/powerpoint/2010/main" val="2012802066"/>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op Imag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724426" y="1090670"/>
            <a:ext cx="10725450" cy="3455801"/>
          </a:xfrm>
          <a:prstGeom prst="rect">
            <a:avLst/>
          </a:prstGeom>
        </p:spPr>
        <p:txBody>
          <a:bodyPr>
            <a:noAutofit/>
          </a:bodyPr>
          <a:lstStyle/>
          <a:p>
            <a:r>
              <a:rPr lang="en-US"/>
              <a:t>Click icon to add picture</a:t>
            </a:r>
          </a:p>
        </p:txBody>
      </p:sp>
      <p:sp>
        <p:nvSpPr>
          <p:cNvPr id="5" name="Title 21">
            <a:extLst>
              <a:ext uri="{FF2B5EF4-FFF2-40B4-BE49-F238E27FC236}">
                <a16:creationId xmlns:a16="http://schemas.microsoft.com/office/drawing/2014/main" id="{D89DDDC0-7044-0206-0041-814FB4CD0484}"/>
              </a:ext>
            </a:extLst>
          </p:cNvPr>
          <p:cNvSpPr>
            <a:spLocks noGrp="1"/>
          </p:cNvSpPr>
          <p:nvPr>
            <p:ph type="title" hasCustomPrompt="1"/>
          </p:nvPr>
        </p:nvSpPr>
        <p:spPr>
          <a:xfrm>
            <a:off x="724427" y="4892334"/>
            <a:ext cx="10725450" cy="1051687"/>
          </a:xfrm>
        </p:spPr>
        <p:txBody>
          <a:bodyPr>
            <a:noAutofit/>
          </a:bodyPr>
          <a:lstStyle>
            <a:lvl1pPr>
              <a:defRPr sz="2800" baseline="0"/>
            </a:lvl1pPr>
          </a:lstStyle>
          <a:p>
            <a:r>
              <a:rPr lang="en-US"/>
              <a:t>Click to Edit Title</a:t>
            </a:r>
          </a:p>
        </p:txBody>
      </p:sp>
    </p:spTree>
    <p:extLst>
      <p:ext uri="{BB962C8B-B14F-4D97-AF65-F5344CB8AC3E}">
        <p14:creationId xmlns:p14="http://schemas.microsoft.com/office/powerpoint/2010/main" val="1211094001"/>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Cover_Back + Contact Inf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descr="Document Title"/>
          <p:cNvSpPr>
            <a:spLocks noGrp="1"/>
          </p:cNvSpPr>
          <p:nvPr>
            <p:ph type="ctrTitle" hasCustomPrompt="1"/>
          </p:nvPr>
        </p:nvSpPr>
        <p:spPr>
          <a:xfrm>
            <a:off x="1749999" y="1728409"/>
            <a:ext cx="6479602" cy="2387599"/>
          </a:xfrm>
        </p:spPr>
        <p:txBody>
          <a:bodyPr anchor="b">
            <a:noAutofit/>
          </a:bodyPr>
          <a:lstStyle>
            <a:lvl1pPr marL="411463" indent="-411463" algn="l">
              <a:lnSpc>
                <a:spcPct val="100000"/>
              </a:lnSpc>
              <a:spcBef>
                <a:spcPts val="600"/>
              </a:spcBef>
              <a:spcAft>
                <a:spcPts val="600"/>
              </a:spcAft>
              <a:buSzPct val="100000"/>
              <a:defRPr sz="4400" cap="none" baseline="0"/>
            </a:lvl1pPr>
          </a:lstStyle>
          <a:p>
            <a:r>
              <a:rPr lang="en-US"/>
              <a:t>Click to Edit Message</a:t>
            </a:r>
          </a:p>
        </p:txBody>
      </p:sp>
      <p:sp>
        <p:nvSpPr>
          <p:cNvPr id="4" name="Subtitle 2">
            <a:extLst>
              <a:ext uri="{FF2B5EF4-FFF2-40B4-BE49-F238E27FC236}">
                <a16:creationId xmlns:a16="http://schemas.microsoft.com/office/drawing/2014/main" id="{6B01209D-2F6A-571A-6F3B-00B31DEC6A49}"/>
              </a:ext>
            </a:extLst>
          </p:cNvPr>
          <p:cNvSpPr>
            <a:spLocks noGrp="1"/>
          </p:cNvSpPr>
          <p:nvPr>
            <p:ph type="subTitle" idx="1" hasCustomPrompt="1"/>
          </p:nvPr>
        </p:nvSpPr>
        <p:spPr>
          <a:xfrm>
            <a:off x="6294783" y="4952412"/>
            <a:ext cx="4664766" cy="344071"/>
          </a:xfrm>
          <a:prstGeom prst="rect">
            <a:avLst/>
          </a:prstGeom>
        </p:spPr>
        <p:txBody>
          <a:bodyPr lIns="411480">
            <a:noAutofit/>
          </a:bodyPr>
          <a:lstStyle>
            <a:lvl1pPr marL="0" indent="0" algn="l">
              <a:lnSpc>
                <a:spcPct val="100000"/>
              </a:lnSpc>
              <a:spcBef>
                <a:spcPts val="88"/>
              </a:spcBef>
              <a:spcAft>
                <a:spcPts val="529"/>
              </a:spcAft>
              <a:buNone/>
              <a:defRPr sz="1400" b="1" i="0" cap="all" spc="34" baseline="0">
                <a:solidFill>
                  <a:schemeClr val="accent6"/>
                </a:solidFill>
                <a:latin typeface="Avenir Heavy" panose="02000503020000020003" pitchFamily="2" charset="0"/>
              </a:defRPr>
            </a:lvl1pPr>
            <a:lvl2pPr marL="264914" indent="0" algn="ctr">
              <a:buNone/>
              <a:defRPr sz="1159"/>
            </a:lvl2pPr>
            <a:lvl3pPr marL="529828" indent="0" algn="ctr">
              <a:buNone/>
              <a:defRPr sz="1043"/>
            </a:lvl3pPr>
            <a:lvl4pPr marL="794742" indent="0" algn="ctr">
              <a:buNone/>
              <a:defRPr sz="926"/>
            </a:lvl4pPr>
            <a:lvl5pPr marL="1059658" indent="0" algn="ctr">
              <a:buNone/>
              <a:defRPr sz="926"/>
            </a:lvl5pPr>
            <a:lvl6pPr marL="1324571" indent="0" algn="ctr">
              <a:buNone/>
              <a:defRPr sz="926"/>
            </a:lvl6pPr>
            <a:lvl7pPr marL="1589485" indent="0" algn="ctr">
              <a:buNone/>
              <a:defRPr sz="926"/>
            </a:lvl7pPr>
            <a:lvl8pPr marL="1854400" indent="0" algn="ctr">
              <a:buNone/>
              <a:defRPr sz="926"/>
            </a:lvl8pPr>
            <a:lvl9pPr marL="2119314" indent="0" algn="ctr">
              <a:buNone/>
              <a:defRPr sz="926"/>
            </a:lvl9pPr>
          </a:lstStyle>
          <a:p>
            <a:r>
              <a:rPr lang="en-US"/>
              <a:t>Contact Name</a:t>
            </a:r>
          </a:p>
        </p:txBody>
      </p:sp>
      <p:sp>
        <p:nvSpPr>
          <p:cNvPr id="5" name="Text Placeholder 7">
            <a:extLst>
              <a:ext uri="{FF2B5EF4-FFF2-40B4-BE49-F238E27FC236}">
                <a16:creationId xmlns:a16="http://schemas.microsoft.com/office/drawing/2014/main" id="{C1F01649-406F-8EAF-4493-07106BD61A94}"/>
              </a:ext>
            </a:extLst>
          </p:cNvPr>
          <p:cNvSpPr>
            <a:spLocks noGrp="1"/>
          </p:cNvSpPr>
          <p:nvPr>
            <p:ph type="body" sz="quarter" idx="10" hasCustomPrompt="1"/>
          </p:nvPr>
        </p:nvSpPr>
        <p:spPr>
          <a:xfrm>
            <a:off x="6294783" y="5313349"/>
            <a:ext cx="4664766" cy="344071"/>
          </a:xfrm>
          <a:prstGeom prst="rect">
            <a:avLst/>
          </a:prstGeom>
        </p:spPr>
        <p:txBody>
          <a:bodyPr lIns="411480">
            <a:noAutofit/>
          </a:bodyPr>
          <a:lstStyle>
            <a:lvl1pPr marL="0" indent="0" algn="l" defTabSz="529828" rtl="0" eaLnBrk="1" latinLnBrk="0" hangingPunct="1">
              <a:lnSpc>
                <a:spcPct val="100000"/>
              </a:lnSpc>
              <a:spcBef>
                <a:spcPts val="88"/>
              </a:spcBef>
              <a:spcAft>
                <a:spcPts val="529"/>
              </a:spcAft>
              <a:buClr>
                <a:schemeClr val="accent2"/>
              </a:buClr>
              <a:buFont typeface="Arial" panose="020B0604020202020204" pitchFamily="34" charset="0"/>
              <a:buNone/>
              <a:defRPr lang="en-US" sz="1400" b="0" i="0" kern="1200" cap="none" spc="34" baseline="0" dirty="0">
                <a:solidFill>
                  <a:schemeClr val="accent6"/>
                </a:solidFill>
                <a:latin typeface="Avenir Book" panose="02000503020000020003" pitchFamily="2" charset="0"/>
                <a:ea typeface="+mn-ea"/>
                <a:cs typeface="Arial"/>
              </a:defRPr>
            </a:lvl1pPr>
          </a:lstStyle>
          <a:p>
            <a:pPr marL="0" lvl="0" indent="0" algn="l" defTabSz="529828" rtl="0" eaLnBrk="1" latinLnBrk="0" hangingPunct="1">
              <a:lnSpc>
                <a:spcPct val="100000"/>
              </a:lnSpc>
              <a:spcBef>
                <a:spcPts val="88"/>
              </a:spcBef>
              <a:spcAft>
                <a:spcPts val="529"/>
              </a:spcAft>
              <a:buClr>
                <a:schemeClr val="accent2"/>
              </a:buClr>
              <a:buFont typeface="Arial" panose="020B0604020202020204" pitchFamily="34" charset="0"/>
              <a:buNone/>
            </a:pPr>
            <a:r>
              <a:rPr lang="en-US"/>
              <a:t>(***) ***-****</a:t>
            </a:r>
          </a:p>
        </p:txBody>
      </p:sp>
      <p:sp>
        <p:nvSpPr>
          <p:cNvPr id="6" name="Text Placeholder 9">
            <a:extLst>
              <a:ext uri="{FF2B5EF4-FFF2-40B4-BE49-F238E27FC236}">
                <a16:creationId xmlns:a16="http://schemas.microsoft.com/office/drawing/2014/main" id="{E62AA295-2C94-98C5-CDC1-230C8A5DB459}"/>
              </a:ext>
            </a:extLst>
          </p:cNvPr>
          <p:cNvSpPr>
            <a:spLocks noGrp="1"/>
          </p:cNvSpPr>
          <p:nvPr>
            <p:ph type="body" sz="quarter" idx="11" hasCustomPrompt="1"/>
          </p:nvPr>
        </p:nvSpPr>
        <p:spPr>
          <a:xfrm>
            <a:off x="6294783" y="5684071"/>
            <a:ext cx="4664766" cy="344074"/>
          </a:xfrm>
          <a:prstGeom prst="rect">
            <a:avLst/>
          </a:prstGeom>
        </p:spPr>
        <p:txBody>
          <a:bodyPr lIns="411480">
            <a:noAutofit/>
          </a:bodyPr>
          <a:lstStyle>
            <a:lvl1pPr marL="0" indent="0" algn="l" defTabSz="529828" rtl="0" eaLnBrk="1" latinLnBrk="0" hangingPunct="1">
              <a:lnSpc>
                <a:spcPct val="100000"/>
              </a:lnSpc>
              <a:spcBef>
                <a:spcPts val="88"/>
              </a:spcBef>
              <a:spcAft>
                <a:spcPts val="529"/>
              </a:spcAft>
              <a:buClr>
                <a:schemeClr val="accent2"/>
              </a:buClr>
              <a:buFont typeface="Arial" panose="020B0604020202020204" pitchFamily="34" charset="0"/>
              <a:buNone/>
              <a:defRPr lang="en-US" sz="1400" b="0" i="0" kern="1200" cap="none" spc="34" baseline="0" dirty="0">
                <a:solidFill>
                  <a:schemeClr val="accent6"/>
                </a:solidFill>
                <a:latin typeface="Avenir Book" panose="02000503020000020003" pitchFamily="2" charset="0"/>
                <a:ea typeface="+mn-ea"/>
                <a:cs typeface="Arial"/>
              </a:defRPr>
            </a:lvl1pPr>
          </a:lstStyle>
          <a:p>
            <a:pPr lvl="0"/>
            <a:r>
              <a:rPr lang="en-US" err="1"/>
              <a:t>firstname.lastname@cyderes.com</a:t>
            </a:r>
            <a:endParaRPr lang="en-US"/>
          </a:p>
        </p:txBody>
      </p:sp>
      <p:sp>
        <p:nvSpPr>
          <p:cNvPr id="7" name="Rectangle 6">
            <a:extLst>
              <a:ext uri="{FF2B5EF4-FFF2-40B4-BE49-F238E27FC236}">
                <a16:creationId xmlns:a16="http://schemas.microsoft.com/office/drawing/2014/main" id="{DE01ABD5-C477-07E4-4BC9-82991B6844DE}"/>
              </a:ext>
            </a:extLst>
          </p:cNvPr>
          <p:cNvSpPr/>
          <p:nvPr userDrawn="1"/>
        </p:nvSpPr>
        <p:spPr>
          <a:xfrm>
            <a:off x="6193900" y="0"/>
            <a:ext cx="5257800" cy="91440"/>
          </a:xfrm>
          <a:prstGeom prst="rect">
            <a:avLst/>
          </a:prstGeom>
          <a:solidFill>
            <a:srgbClr val="E89C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6" b="0" i="0">
              <a:latin typeface="Avenir Book" panose="02000503020000020003" pitchFamily="2" charset="0"/>
            </a:endParaRPr>
          </a:p>
        </p:txBody>
      </p:sp>
    </p:spTree>
    <p:extLst>
      <p:ext uri="{BB962C8B-B14F-4D97-AF65-F5344CB8AC3E}">
        <p14:creationId xmlns:p14="http://schemas.microsoft.com/office/powerpoint/2010/main" val="2775294341"/>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userDrawn="1">
  <p:cSld name="Header 1A_Full Margi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15A65-BA15-A21B-9BED-EAE0F76DF69D}"/>
              </a:ext>
            </a:extLst>
          </p:cNvPr>
          <p:cNvSpPr>
            <a:spLocks noGrp="1"/>
          </p:cNvSpPr>
          <p:nvPr>
            <p:ph type="title" hasCustomPrompt="1"/>
          </p:nvPr>
        </p:nvSpPr>
        <p:spPr/>
        <p:txBody>
          <a:bodyPr/>
          <a:lstStyle/>
          <a:p>
            <a:r>
              <a:rPr lang="en-US"/>
              <a:t>Click to Edit Header 1A</a:t>
            </a:r>
          </a:p>
        </p:txBody>
      </p:sp>
      <p:sp>
        <p:nvSpPr>
          <p:cNvPr id="3" name="Text Placeholder 2">
            <a:extLst>
              <a:ext uri="{FF2B5EF4-FFF2-40B4-BE49-F238E27FC236}">
                <a16:creationId xmlns:a16="http://schemas.microsoft.com/office/drawing/2014/main" id="{C9D776A6-2AEC-9FCE-654B-66661CFD8FDB}"/>
              </a:ext>
            </a:extLst>
          </p:cNvPr>
          <p:cNvSpPr>
            <a:spLocks noGrp="1"/>
          </p:cNvSpPr>
          <p:nvPr>
            <p:ph idx="1"/>
          </p:nvPr>
        </p:nvSpPr>
        <p:spPr>
          <a:xfrm>
            <a:off x="724429" y="1626407"/>
            <a:ext cx="10573097" cy="4582166"/>
          </a:xfrm>
          <a:prstGeom prst="rect">
            <a:avLst/>
          </a:prstGeom>
        </p:spPr>
        <p:txBody>
          <a:bodyPr vert="horz" wrap="square" lIns="201168" tIns="0" rIns="0" bIns="0" rtlCol="0">
            <a:noAutofit/>
          </a:bodyPr>
          <a:lstStyle/>
          <a:p>
            <a:pPr marR="243830" lvl="0" defTabSz="403372">
              <a:lnSpc>
                <a:spcPct val="148200"/>
              </a:lnSpc>
            </a:pPr>
            <a:r>
              <a:rPr lang="en-US"/>
              <a:t>Click to edit Master text styles</a:t>
            </a:r>
          </a:p>
        </p:txBody>
      </p:sp>
    </p:spTree>
    <p:extLst>
      <p:ext uri="{BB962C8B-B14F-4D97-AF65-F5344CB8AC3E}">
        <p14:creationId xmlns:p14="http://schemas.microsoft.com/office/powerpoint/2010/main" val="205203792"/>
      </p:ext>
    </p:extLst>
  </p:cSld>
  <p:clrMapOvr>
    <a:masterClrMapping/>
  </p:clrMapOvr>
  <p:extLst>
    <p:ext uri="{DCECCB84-F9BA-43D5-87BE-67443E8EF086}">
      <p15:sldGuideLst xmlns:p15="http://schemas.microsoft.com/office/powerpoint/2012/main">
        <p15:guide id="1" orient="horz" pos="1008">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userDrawn="1">
  <p:cSld name="2_Slide title &amp; subhea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8FFCDB93-7EC8-4BD2-12C4-A4AEE2245CAB}"/>
              </a:ext>
            </a:extLst>
          </p:cNvPr>
          <p:cNvSpPr>
            <a:spLocks noGrp="1"/>
          </p:cNvSpPr>
          <p:nvPr>
            <p:ph type="title" hasCustomPrompt="1"/>
          </p:nvPr>
        </p:nvSpPr>
        <p:spPr>
          <a:xfrm>
            <a:off x="724427" y="447125"/>
            <a:ext cx="10727800" cy="1051687"/>
          </a:xfrm>
        </p:spPr>
        <p:txBody>
          <a:bodyPr>
            <a:noAutofit/>
          </a:bodyPr>
          <a:lstStyle/>
          <a:p>
            <a:r>
              <a:rPr lang="en-US"/>
              <a:t>Click to Edit Title</a:t>
            </a:r>
          </a:p>
        </p:txBody>
      </p:sp>
      <p:sp>
        <p:nvSpPr>
          <p:cNvPr id="12" name="Text Placeholder 7">
            <a:extLst>
              <a:ext uri="{FF2B5EF4-FFF2-40B4-BE49-F238E27FC236}">
                <a16:creationId xmlns:a16="http://schemas.microsoft.com/office/drawing/2014/main" id="{BF2489BA-92E5-B5F7-A141-EA785DAB7AF8}"/>
              </a:ext>
            </a:extLst>
          </p:cNvPr>
          <p:cNvSpPr>
            <a:spLocks noGrp="1"/>
          </p:cNvSpPr>
          <p:nvPr>
            <p:ph type="body" sz="quarter" idx="12" hasCustomPrompt="1"/>
          </p:nvPr>
        </p:nvSpPr>
        <p:spPr>
          <a:xfrm>
            <a:off x="722376" y="1630017"/>
            <a:ext cx="10745726" cy="725725"/>
          </a:xfrm>
          <a:prstGeom prst="rect">
            <a:avLst/>
          </a:prstGeom>
        </p:spPr>
        <p:txBody>
          <a:bodyPr lIns="201168" tIns="0">
            <a:noAutofit/>
          </a:bodyPr>
          <a:lstStyle>
            <a:lvl1pPr>
              <a:lnSpc>
                <a:spcPts val="2800"/>
              </a:lnSpc>
              <a:spcBef>
                <a:spcPts val="0"/>
              </a:spcBef>
              <a:spcAft>
                <a:spcPts val="0"/>
              </a:spcAft>
              <a:defRPr sz="2000" b="1" i="0">
                <a:latin typeface="Avenir Heavy" panose="02000503020000020003" pitchFamily="2" charset="0"/>
              </a:defRPr>
            </a:lvl1pPr>
          </a:lstStyle>
          <a:p>
            <a:pPr lvl="0"/>
            <a:r>
              <a:rPr lang="en-US"/>
              <a:t>Click to edit subtitle</a:t>
            </a:r>
          </a:p>
        </p:txBody>
      </p:sp>
    </p:spTree>
    <p:extLst>
      <p:ext uri="{BB962C8B-B14F-4D97-AF65-F5344CB8AC3E}">
        <p14:creationId xmlns:p14="http://schemas.microsoft.com/office/powerpoint/2010/main" val="3102677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20.xml"/><Relationship Id="rId7"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5" Type="http://schemas.openxmlformats.org/officeDocument/2006/relationships/slideLayout" Target="../slideLayouts/slideLayout22.xml"/><Relationship Id="rId10" Type="http://schemas.openxmlformats.org/officeDocument/2006/relationships/image" Target="../media/image2.png"/><Relationship Id="rId4" Type="http://schemas.openxmlformats.org/officeDocument/2006/relationships/slideLayout" Target="../slideLayouts/slideLayout21.xml"/><Relationship Id="rId9" Type="http://schemas.openxmlformats.org/officeDocument/2006/relationships/image" Target="../media/image7.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image" Target="../media/image1.png"/><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theme" Target="../theme/theme3.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10" Type="http://schemas.openxmlformats.org/officeDocument/2006/relationships/slideLayout" Target="../slideLayouts/slideLayout33.xml"/><Relationship Id="rId19" Type="http://schemas.openxmlformats.org/officeDocument/2006/relationships/image" Target="../media/image2.png"/><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slideLayout" Target="../slideLayouts/slideLayout52.xml"/><Relationship Id="rId18" Type="http://schemas.openxmlformats.org/officeDocument/2006/relationships/image" Target="../media/image1.png"/><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17" Type="http://schemas.openxmlformats.org/officeDocument/2006/relationships/theme" Target="../theme/theme4.xml"/><Relationship Id="rId2" Type="http://schemas.openxmlformats.org/officeDocument/2006/relationships/slideLayout" Target="../slideLayouts/slideLayout41.xml"/><Relationship Id="rId16" Type="http://schemas.openxmlformats.org/officeDocument/2006/relationships/slideLayout" Target="../slideLayouts/slideLayout55.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5" Type="http://schemas.openxmlformats.org/officeDocument/2006/relationships/slideLayout" Target="../slideLayouts/slideLayout54.xml"/><Relationship Id="rId10" Type="http://schemas.openxmlformats.org/officeDocument/2006/relationships/slideLayout" Target="../slideLayouts/slideLayout49.xml"/><Relationship Id="rId19" Type="http://schemas.openxmlformats.org/officeDocument/2006/relationships/image" Target="../media/image2.png"/><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slideLayout" Target="../slideLayouts/slideLayout68.xml"/><Relationship Id="rId18" Type="http://schemas.openxmlformats.org/officeDocument/2006/relationships/image" Target="../media/image2.png"/><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slideLayout" Target="../slideLayouts/slideLayout67.xml"/><Relationship Id="rId17" Type="http://schemas.openxmlformats.org/officeDocument/2006/relationships/image" Target="../media/image1.png"/><Relationship Id="rId2" Type="http://schemas.openxmlformats.org/officeDocument/2006/relationships/slideLayout" Target="../slideLayouts/slideLayout57.xml"/><Relationship Id="rId16" Type="http://schemas.openxmlformats.org/officeDocument/2006/relationships/theme" Target="../theme/theme5.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5" Type="http://schemas.openxmlformats.org/officeDocument/2006/relationships/slideLayout" Target="../slideLayouts/slideLayout7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slideLayout" Target="../slideLayouts/slideLayout69.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8.xml"/><Relationship Id="rId13" Type="http://schemas.openxmlformats.org/officeDocument/2006/relationships/slideLayout" Target="../slideLayouts/slideLayout83.xml"/><Relationship Id="rId18" Type="http://schemas.openxmlformats.org/officeDocument/2006/relationships/image" Target="../media/image2.png"/><Relationship Id="rId3" Type="http://schemas.openxmlformats.org/officeDocument/2006/relationships/slideLayout" Target="../slideLayouts/slideLayout73.xml"/><Relationship Id="rId7" Type="http://schemas.openxmlformats.org/officeDocument/2006/relationships/slideLayout" Target="../slideLayouts/slideLayout77.xml"/><Relationship Id="rId12" Type="http://schemas.openxmlformats.org/officeDocument/2006/relationships/slideLayout" Target="../slideLayouts/slideLayout82.xml"/><Relationship Id="rId17" Type="http://schemas.openxmlformats.org/officeDocument/2006/relationships/image" Target="../media/image1.png"/><Relationship Id="rId2" Type="http://schemas.openxmlformats.org/officeDocument/2006/relationships/slideLayout" Target="../slideLayouts/slideLayout72.xml"/><Relationship Id="rId16" Type="http://schemas.openxmlformats.org/officeDocument/2006/relationships/theme" Target="../theme/theme6.xml"/><Relationship Id="rId1" Type="http://schemas.openxmlformats.org/officeDocument/2006/relationships/slideLayout" Target="../slideLayouts/slideLayout71.xml"/><Relationship Id="rId6" Type="http://schemas.openxmlformats.org/officeDocument/2006/relationships/slideLayout" Target="../slideLayouts/slideLayout76.xml"/><Relationship Id="rId11" Type="http://schemas.openxmlformats.org/officeDocument/2006/relationships/slideLayout" Target="../slideLayouts/slideLayout81.xml"/><Relationship Id="rId5" Type="http://schemas.openxmlformats.org/officeDocument/2006/relationships/slideLayout" Target="../slideLayouts/slideLayout75.xml"/><Relationship Id="rId15" Type="http://schemas.openxmlformats.org/officeDocument/2006/relationships/slideLayout" Target="../slideLayouts/slideLayout85.xml"/><Relationship Id="rId10" Type="http://schemas.openxmlformats.org/officeDocument/2006/relationships/slideLayout" Target="../slideLayouts/slideLayout80.xml"/><Relationship Id="rId4" Type="http://schemas.openxmlformats.org/officeDocument/2006/relationships/slideLayout" Target="../slideLayouts/slideLayout74.xml"/><Relationship Id="rId9" Type="http://schemas.openxmlformats.org/officeDocument/2006/relationships/slideLayout" Target="../slideLayouts/slideLayout79.xml"/><Relationship Id="rId14" Type="http://schemas.openxmlformats.org/officeDocument/2006/relationships/slideLayout" Target="../slideLayouts/slideLayout8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93.xml"/><Relationship Id="rId13" Type="http://schemas.openxmlformats.org/officeDocument/2006/relationships/slideLayout" Target="../slideLayouts/slideLayout98.xml"/><Relationship Id="rId18" Type="http://schemas.openxmlformats.org/officeDocument/2006/relationships/slideLayout" Target="../slideLayouts/slideLayout103.xml"/><Relationship Id="rId3" Type="http://schemas.openxmlformats.org/officeDocument/2006/relationships/slideLayout" Target="../slideLayouts/slideLayout88.xml"/><Relationship Id="rId21" Type="http://schemas.openxmlformats.org/officeDocument/2006/relationships/image" Target="../media/image2.png"/><Relationship Id="rId7" Type="http://schemas.openxmlformats.org/officeDocument/2006/relationships/slideLayout" Target="../slideLayouts/slideLayout92.xml"/><Relationship Id="rId12" Type="http://schemas.openxmlformats.org/officeDocument/2006/relationships/slideLayout" Target="../slideLayouts/slideLayout97.xml"/><Relationship Id="rId17" Type="http://schemas.openxmlformats.org/officeDocument/2006/relationships/slideLayout" Target="../slideLayouts/slideLayout102.xml"/><Relationship Id="rId2" Type="http://schemas.openxmlformats.org/officeDocument/2006/relationships/slideLayout" Target="../slideLayouts/slideLayout87.xml"/><Relationship Id="rId16" Type="http://schemas.openxmlformats.org/officeDocument/2006/relationships/slideLayout" Target="../slideLayouts/slideLayout101.xml"/><Relationship Id="rId20" Type="http://schemas.openxmlformats.org/officeDocument/2006/relationships/image" Target="../media/image1.png"/><Relationship Id="rId1" Type="http://schemas.openxmlformats.org/officeDocument/2006/relationships/slideLayout" Target="../slideLayouts/slideLayout86.xml"/><Relationship Id="rId6" Type="http://schemas.openxmlformats.org/officeDocument/2006/relationships/slideLayout" Target="../slideLayouts/slideLayout91.xml"/><Relationship Id="rId11" Type="http://schemas.openxmlformats.org/officeDocument/2006/relationships/slideLayout" Target="../slideLayouts/slideLayout96.xml"/><Relationship Id="rId5" Type="http://schemas.openxmlformats.org/officeDocument/2006/relationships/slideLayout" Target="../slideLayouts/slideLayout90.xml"/><Relationship Id="rId15" Type="http://schemas.openxmlformats.org/officeDocument/2006/relationships/slideLayout" Target="../slideLayouts/slideLayout100.xml"/><Relationship Id="rId10" Type="http://schemas.openxmlformats.org/officeDocument/2006/relationships/slideLayout" Target="../slideLayouts/slideLayout95.xml"/><Relationship Id="rId19" Type="http://schemas.openxmlformats.org/officeDocument/2006/relationships/theme" Target="../theme/theme7.xml"/><Relationship Id="rId4" Type="http://schemas.openxmlformats.org/officeDocument/2006/relationships/slideLayout" Target="../slideLayouts/slideLayout89.xml"/><Relationship Id="rId9" Type="http://schemas.openxmlformats.org/officeDocument/2006/relationships/slideLayout" Target="../slideLayouts/slideLayout94.xml"/><Relationship Id="rId14" Type="http://schemas.openxmlformats.org/officeDocument/2006/relationships/slideLayout" Target="../slideLayouts/slideLayout99.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11.xml"/><Relationship Id="rId13" Type="http://schemas.openxmlformats.org/officeDocument/2006/relationships/slideLayout" Target="../slideLayouts/slideLayout116.xml"/><Relationship Id="rId18" Type="http://schemas.openxmlformats.org/officeDocument/2006/relationships/theme" Target="../theme/theme8.xml"/><Relationship Id="rId3" Type="http://schemas.openxmlformats.org/officeDocument/2006/relationships/slideLayout" Target="../slideLayouts/slideLayout106.xml"/><Relationship Id="rId7" Type="http://schemas.openxmlformats.org/officeDocument/2006/relationships/slideLayout" Target="../slideLayouts/slideLayout110.xml"/><Relationship Id="rId12" Type="http://schemas.openxmlformats.org/officeDocument/2006/relationships/slideLayout" Target="../slideLayouts/slideLayout115.xml"/><Relationship Id="rId17" Type="http://schemas.openxmlformats.org/officeDocument/2006/relationships/slideLayout" Target="../slideLayouts/slideLayout120.xml"/><Relationship Id="rId2" Type="http://schemas.openxmlformats.org/officeDocument/2006/relationships/slideLayout" Target="../slideLayouts/slideLayout105.xml"/><Relationship Id="rId16" Type="http://schemas.openxmlformats.org/officeDocument/2006/relationships/slideLayout" Target="../slideLayouts/slideLayout119.xml"/><Relationship Id="rId20" Type="http://schemas.openxmlformats.org/officeDocument/2006/relationships/image" Target="../media/image2.png"/><Relationship Id="rId1" Type="http://schemas.openxmlformats.org/officeDocument/2006/relationships/slideLayout" Target="../slideLayouts/slideLayout104.xml"/><Relationship Id="rId6" Type="http://schemas.openxmlformats.org/officeDocument/2006/relationships/slideLayout" Target="../slideLayouts/slideLayout109.xml"/><Relationship Id="rId11" Type="http://schemas.openxmlformats.org/officeDocument/2006/relationships/slideLayout" Target="../slideLayouts/slideLayout114.xml"/><Relationship Id="rId5" Type="http://schemas.openxmlformats.org/officeDocument/2006/relationships/slideLayout" Target="../slideLayouts/slideLayout108.xml"/><Relationship Id="rId15" Type="http://schemas.openxmlformats.org/officeDocument/2006/relationships/slideLayout" Target="../slideLayouts/slideLayout118.xml"/><Relationship Id="rId10" Type="http://schemas.openxmlformats.org/officeDocument/2006/relationships/slideLayout" Target="../slideLayouts/slideLayout113.xml"/><Relationship Id="rId19" Type="http://schemas.openxmlformats.org/officeDocument/2006/relationships/image" Target="../media/image1.png"/><Relationship Id="rId4" Type="http://schemas.openxmlformats.org/officeDocument/2006/relationships/slideLayout" Target="../slideLayouts/slideLayout107.xml"/><Relationship Id="rId9" Type="http://schemas.openxmlformats.org/officeDocument/2006/relationships/slideLayout" Target="../slideLayouts/slideLayout112.xml"/><Relationship Id="rId14" Type="http://schemas.openxmlformats.org/officeDocument/2006/relationships/slideLayout" Target="../slideLayouts/slideLayout1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24426" y="447124"/>
            <a:ext cx="10727799" cy="1051687"/>
          </a:xfrm>
          <a:prstGeom prst="rect">
            <a:avLst/>
          </a:prstGeom>
        </p:spPr>
        <p:txBody>
          <a:bodyPr vert="horz" lIns="0" tIns="182880" rIns="228600" bIns="45720" rtlCol="0" anchor="ctr">
            <a:noAutofit/>
          </a:bodyPr>
          <a:lstStyle/>
          <a:p>
            <a:r>
              <a:rPr lang="en-US"/>
              <a:t>Click to Edit Title</a:t>
            </a:r>
          </a:p>
        </p:txBody>
      </p:sp>
      <p:sp>
        <p:nvSpPr>
          <p:cNvPr id="10" name="TextBox 9">
            <a:extLst>
              <a:ext uri="{FF2B5EF4-FFF2-40B4-BE49-F238E27FC236}">
                <a16:creationId xmlns:a16="http://schemas.microsoft.com/office/drawing/2014/main" id="{0CA999F6-54C2-70DD-323C-1904075D0730}"/>
              </a:ext>
            </a:extLst>
          </p:cNvPr>
          <p:cNvSpPr txBox="1"/>
          <p:nvPr userDrawn="1"/>
        </p:nvSpPr>
        <p:spPr>
          <a:xfrm>
            <a:off x="723900" y="6446437"/>
            <a:ext cx="2045804" cy="184666"/>
          </a:xfrm>
          <a:prstGeom prst="rect">
            <a:avLst/>
          </a:prstGeom>
        </p:spPr>
        <p:txBody>
          <a:bodyPr wrap="square" lIns="0" rtlCol="0">
            <a:noAutofit/>
          </a:bodyPr>
          <a:lstStyle/>
          <a:p>
            <a:pPr marL="0" indent="0" algn="l">
              <a:spcBef>
                <a:spcPts val="281"/>
              </a:spcBef>
              <a:buFontTx/>
              <a:buNone/>
            </a:pPr>
            <a:fld id="{AA60669B-C963-E74E-AFE9-64193F3F50D2}" type="datetime3">
              <a:rPr lang="en-US" sz="600" b="0" i="0" smtClean="0">
                <a:solidFill>
                  <a:schemeClr val="accent4"/>
                </a:solidFill>
                <a:latin typeface="Avenir Book" panose="02000503020000020003" pitchFamily="2" charset="0"/>
              </a:rPr>
              <a:pPr marL="0" indent="0" algn="l">
                <a:spcBef>
                  <a:spcPts val="281"/>
                </a:spcBef>
                <a:buFontTx/>
                <a:buNone/>
              </a:pPr>
              <a:t>23 September 2025</a:t>
            </a:fld>
            <a:endParaRPr lang="en-US" sz="600" b="0" i="0">
              <a:solidFill>
                <a:schemeClr val="accent4"/>
              </a:solidFill>
              <a:latin typeface="Avenir Book" panose="02000503020000020003" pitchFamily="2" charset="0"/>
            </a:endParaRPr>
          </a:p>
        </p:txBody>
      </p:sp>
      <p:sp>
        <p:nvSpPr>
          <p:cNvPr id="9" name="TextBox 8">
            <a:extLst>
              <a:ext uri="{FF2B5EF4-FFF2-40B4-BE49-F238E27FC236}">
                <a16:creationId xmlns:a16="http://schemas.microsoft.com/office/drawing/2014/main" id="{0543CDB4-3071-06B0-72DD-C62411CB7694}"/>
              </a:ext>
            </a:extLst>
          </p:cNvPr>
          <p:cNvSpPr txBox="1"/>
          <p:nvPr userDrawn="1"/>
        </p:nvSpPr>
        <p:spPr>
          <a:xfrm>
            <a:off x="11090787" y="6448147"/>
            <a:ext cx="466273" cy="182956"/>
          </a:xfrm>
          <a:prstGeom prst="rect">
            <a:avLst/>
          </a:prstGeom>
        </p:spPr>
        <p:txBody>
          <a:bodyPr wrap="square" rtlCol="0">
            <a:noAutofit/>
          </a:bodyPr>
          <a:lstStyle/>
          <a:p>
            <a:pPr marL="0" indent="0" algn="r">
              <a:spcBef>
                <a:spcPts val="281"/>
              </a:spcBef>
              <a:buFontTx/>
              <a:buNone/>
            </a:pPr>
            <a:fld id="{042A0B4C-D6B4-3E46-9492-91B00F3524BF}" type="slidenum">
              <a:rPr lang="en-US" sz="600" b="0" i="0" smtClean="0">
                <a:solidFill>
                  <a:schemeClr val="bg1">
                    <a:lumMod val="50000"/>
                  </a:schemeClr>
                </a:solidFill>
                <a:latin typeface="Avenir Book" panose="02000503020000020003" pitchFamily="2" charset="0"/>
              </a:rPr>
              <a:pPr marL="0" indent="0" algn="r">
                <a:spcBef>
                  <a:spcPts val="281"/>
                </a:spcBef>
                <a:buFontTx/>
                <a:buNone/>
              </a:pPr>
              <a:t>‹#›</a:t>
            </a:fld>
            <a:endParaRPr lang="en-US" sz="600" b="0" i="0">
              <a:solidFill>
                <a:schemeClr val="bg1">
                  <a:lumMod val="50000"/>
                </a:schemeClr>
              </a:solidFill>
              <a:latin typeface="Avenir Book" panose="02000503020000020003" pitchFamily="2" charset="0"/>
            </a:endParaRPr>
          </a:p>
        </p:txBody>
      </p:sp>
      <p:sp>
        <p:nvSpPr>
          <p:cNvPr id="13" name="Rectangle 12">
            <a:extLst>
              <a:ext uri="{FF2B5EF4-FFF2-40B4-BE49-F238E27FC236}">
                <a16:creationId xmlns:a16="http://schemas.microsoft.com/office/drawing/2014/main" id="{6C4BB22D-F973-60DD-09FF-FF3C019F95C3}"/>
              </a:ext>
            </a:extLst>
          </p:cNvPr>
          <p:cNvSpPr/>
          <p:nvPr userDrawn="1"/>
        </p:nvSpPr>
        <p:spPr>
          <a:xfrm>
            <a:off x="6193899" y="0"/>
            <a:ext cx="5257800" cy="91440"/>
          </a:xfrm>
          <a:prstGeom prst="rect">
            <a:avLst/>
          </a:prstGeom>
          <a:solidFill>
            <a:srgbClr val="E89C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7" b="0" i="0">
              <a:latin typeface="Avenir Book" panose="02000503020000020003" pitchFamily="2" charset="0"/>
            </a:endParaRPr>
          </a:p>
        </p:txBody>
      </p:sp>
      <p:pic>
        <p:nvPicPr>
          <p:cNvPr id="7" name="Picture 6">
            <a:extLst>
              <a:ext uri="{FF2B5EF4-FFF2-40B4-BE49-F238E27FC236}">
                <a16:creationId xmlns:a16="http://schemas.microsoft.com/office/drawing/2014/main" id="{7F80CEB6-1A95-9907-4E47-D038B26BE0DB}"/>
              </a:ext>
            </a:extLst>
          </p:cNvPr>
          <p:cNvPicPr>
            <a:picLocks noChangeAspect="1"/>
          </p:cNvPicPr>
          <p:nvPr userDrawn="1"/>
        </p:nvPicPr>
        <p:blipFill rotWithShape="1">
          <a:blip r:embed="rId19" cstate="screen">
            <a:extLst>
              <a:ext uri="{28A0092B-C50C-407E-A947-70E740481C1C}">
                <a14:useLocalDpi xmlns:a14="http://schemas.microsoft.com/office/drawing/2010/main"/>
              </a:ext>
            </a:extLst>
          </a:blip>
          <a:srcRect r="-80939"/>
          <a:stretch/>
        </p:blipFill>
        <p:spPr>
          <a:xfrm>
            <a:off x="6193899" y="176121"/>
            <a:ext cx="5257800" cy="271003"/>
          </a:xfrm>
          <a:prstGeom prst="rect">
            <a:avLst/>
          </a:prstGeom>
        </p:spPr>
      </p:pic>
      <p:sp>
        <p:nvSpPr>
          <p:cNvPr id="15" name="object 6">
            <a:extLst>
              <a:ext uri="{FF2B5EF4-FFF2-40B4-BE49-F238E27FC236}">
                <a16:creationId xmlns:a16="http://schemas.microsoft.com/office/drawing/2014/main" id="{E3B10ABD-5025-C299-B34A-F9435F7D492C}"/>
              </a:ext>
            </a:extLst>
          </p:cNvPr>
          <p:cNvSpPr txBox="1"/>
          <p:nvPr userDrawn="1"/>
        </p:nvSpPr>
        <p:spPr>
          <a:xfrm>
            <a:off x="8794518" y="6483712"/>
            <a:ext cx="2468053" cy="116465"/>
          </a:xfrm>
          <a:prstGeom prst="rect">
            <a:avLst/>
          </a:prstGeom>
        </p:spPr>
        <p:txBody>
          <a:bodyPr vert="horz" wrap="square" lIns="0" tIns="8659" rIns="0" bIns="0" rtlCol="0">
            <a:noAutofit/>
          </a:bodyPr>
          <a:lstStyle/>
          <a:p>
            <a:pPr marL="8658" algn="r">
              <a:lnSpc>
                <a:spcPct val="100000"/>
              </a:lnSpc>
              <a:spcBef>
                <a:spcPts val="68"/>
              </a:spcBef>
            </a:pPr>
            <a:r>
              <a:rPr lang="en-US" sz="700" b="0" i="0" spc="0" baseline="0">
                <a:solidFill>
                  <a:srgbClr val="78787A"/>
                </a:solidFill>
                <a:latin typeface="Avenir Book" panose="02000503020000020003" pitchFamily="2" charset="0"/>
                <a:cs typeface="Arial"/>
              </a:rPr>
              <a:t>© Cyderes. All rights reserved. Highly confidential.</a:t>
            </a:r>
          </a:p>
        </p:txBody>
      </p:sp>
      <p:sp>
        <p:nvSpPr>
          <p:cNvPr id="8" name="Text Placeholder 7">
            <a:extLst>
              <a:ext uri="{FF2B5EF4-FFF2-40B4-BE49-F238E27FC236}">
                <a16:creationId xmlns:a16="http://schemas.microsoft.com/office/drawing/2014/main" id="{52809C6C-363F-9A92-C531-3F2BCEAC4989}"/>
              </a:ext>
            </a:extLst>
          </p:cNvPr>
          <p:cNvSpPr>
            <a:spLocks noGrp="1"/>
          </p:cNvSpPr>
          <p:nvPr>
            <p:ph type="body" idx="1"/>
          </p:nvPr>
        </p:nvSpPr>
        <p:spPr>
          <a:xfrm>
            <a:off x="723900" y="1630015"/>
            <a:ext cx="10727798" cy="4462447"/>
          </a:xfrm>
          <a:prstGeom prst="rect">
            <a:avLst/>
          </a:prstGeom>
        </p:spPr>
        <p:txBody>
          <a:bodyPr vert="horz" lIns="22860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48128039"/>
      </p:ext>
    </p:extLst>
  </p:cSld>
  <p:clrMap bg1="lt1" tx1="dk1" bg2="lt2" tx2="dk2" accent1="accent1" accent2="accent2" accent3="accent3" accent4="accent4" accent5="accent5" accent6="accent6" hlink="hlink" folHlink="folHlink"/>
  <p:sldLayoutIdLst>
    <p:sldLayoutId id="2147483897" r:id="rId1"/>
    <p:sldLayoutId id="2147483909" r:id="rId2"/>
    <p:sldLayoutId id="2147483907" r:id="rId3"/>
    <p:sldLayoutId id="2147483883" r:id="rId4"/>
    <p:sldLayoutId id="2147483931" r:id="rId5"/>
    <p:sldLayoutId id="2147483908" r:id="rId6"/>
    <p:sldLayoutId id="2147483913" r:id="rId7"/>
    <p:sldLayoutId id="2147483911" r:id="rId8"/>
    <p:sldLayoutId id="2147483914" r:id="rId9"/>
    <p:sldLayoutId id="2147483912" r:id="rId10"/>
    <p:sldLayoutId id="2147483798" r:id="rId11"/>
    <p:sldLayoutId id="2147483894" r:id="rId12"/>
    <p:sldLayoutId id="2147483810" r:id="rId13"/>
    <p:sldLayoutId id="2147483744" r:id="rId14"/>
    <p:sldLayoutId id="2147483910" r:id="rId15"/>
    <p:sldLayoutId id="2147483936" r:id="rId16"/>
    <p:sldLayoutId id="2147484072" r:id="rId17"/>
  </p:sldLayoutIdLst>
  <p:txStyles>
    <p:titleStyle>
      <a:lvl1pPr marL="201700" indent="-201700" algn="l" defTabSz="529849" rtl="0" eaLnBrk="1" latinLnBrk="0" hangingPunct="1">
        <a:lnSpc>
          <a:spcPts val="3000"/>
        </a:lnSpc>
        <a:spcBef>
          <a:spcPct val="0"/>
        </a:spcBef>
        <a:buSzPct val="102000"/>
        <a:buFontTx/>
        <a:buBlip>
          <a:blip r:embed="rId20"/>
        </a:buBlip>
        <a:tabLst/>
        <a:defRPr sz="2800" b="1" i="0" kern="1200" baseline="0">
          <a:solidFill>
            <a:schemeClr val="accent1"/>
          </a:solidFill>
          <a:latin typeface="Avenir Heavy" panose="02000503020000020003" pitchFamily="2" charset="0"/>
          <a:ea typeface="+mj-ea"/>
          <a:cs typeface="+mj-cs"/>
        </a:defRPr>
      </a:lvl1pPr>
    </p:titleStyle>
    <p:bodyStyle>
      <a:lvl1pPr marL="0" indent="0" algn="l" defTabSz="529849" rtl="0" eaLnBrk="1" latinLnBrk="0" hangingPunct="1">
        <a:lnSpc>
          <a:spcPct val="148000"/>
        </a:lnSpc>
        <a:spcBef>
          <a:spcPts val="100"/>
        </a:spcBef>
        <a:spcAft>
          <a:spcPts val="600"/>
        </a:spcAft>
        <a:buClr>
          <a:schemeClr val="accent2"/>
        </a:buClr>
        <a:buFont typeface="Arial" panose="020B0604020202020204" pitchFamily="34" charset="0"/>
        <a:buNone/>
        <a:defRPr lang="en-US" sz="2400" b="0" i="0" kern="1200" baseline="0" dirty="0">
          <a:solidFill>
            <a:schemeClr val="tx1"/>
          </a:solidFill>
          <a:latin typeface="+mn-lt"/>
          <a:ea typeface="+mn-ea"/>
          <a:cs typeface="Arial"/>
        </a:defRPr>
      </a:lvl1pPr>
      <a:lvl2pPr marL="320040" indent="-320040" algn="l" defTabSz="228600" rtl="0" eaLnBrk="1" latinLnBrk="0" hangingPunct="1">
        <a:lnSpc>
          <a:spcPct val="148000"/>
        </a:lnSpc>
        <a:spcBef>
          <a:spcPts val="100"/>
        </a:spcBef>
        <a:spcAft>
          <a:spcPts val="600"/>
        </a:spcAft>
        <a:buClr>
          <a:schemeClr val="accent2"/>
        </a:buClr>
        <a:buFont typeface="Arial" panose="020B0604020202020204" pitchFamily="34" charset="0"/>
        <a:buChar char="•"/>
        <a:defRPr sz="2000" b="0" i="0" kern="1200">
          <a:solidFill>
            <a:schemeClr val="accent4">
              <a:lumMod val="50000"/>
            </a:schemeClr>
          </a:solidFill>
          <a:latin typeface="+mn-lt"/>
          <a:ea typeface="+mn-ea"/>
          <a:cs typeface="+mn-cs"/>
        </a:defRPr>
      </a:lvl2pPr>
      <a:lvl3pPr marL="685800" marR="0" indent="-292608" algn="l" defTabSz="529849" rtl="0" eaLnBrk="1" fontAlgn="auto" latinLnBrk="0" hangingPunct="1">
        <a:lnSpc>
          <a:spcPct val="148000"/>
        </a:lnSpc>
        <a:spcBef>
          <a:spcPts val="100"/>
        </a:spcBef>
        <a:spcAft>
          <a:spcPts val="600"/>
        </a:spcAft>
        <a:buClr>
          <a:schemeClr val="accent2"/>
        </a:buClr>
        <a:buSzTx/>
        <a:buFont typeface="System Font Regular"/>
        <a:buChar char="–"/>
        <a:tabLst/>
        <a:defRPr sz="1800" b="0" i="0" kern="1200">
          <a:solidFill>
            <a:schemeClr val="accent4"/>
          </a:solidFill>
          <a:latin typeface="+mn-lt"/>
          <a:ea typeface="+mn-ea"/>
          <a:cs typeface="+mn-cs"/>
        </a:defRPr>
      </a:lvl3pPr>
      <a:lvl4pPr marL="1051560" indent="-274320" algn="l" defTabSz="529849" rtl="0" eaLnBrk="1" latinLnBrk="0" hangingPunct="1">
        <a:lnSpc>
          <a:spcPct val="148000"/>
        </a:lnSpc>
        <a:spcBef>
          <a:spcPts val="100"/>
        </a:spcBef>
        <a:spcAft>
          <a:spcPts val="600"/>
        </a:spcAft>
        <a:buClr>
          <a:schemeClr val="accent2"/>
        </a:buClr>
        <a:buSzPct val="80000"/>
        <a:buFont typeface="Arial" panose="020B0604020202020204" pitchFamily="34" charset="0"/>
        <a:buChar char="•"/>
        <a:defRPr sz="1600" b="0" i="0" kern="1200" baseline="0">
          <a:solidFill>
            <a:schemeClr val="accent5"/>
          </a:solidFill>
          <a:latin typeface="+mn-lt"/>
          <a:ea typeface="+mn-ea"/>
          <a:cs typeface="+mn-cs"/>
        </a:defRPr>
      </a:lvl4pPr>
      <a:lvl5pPr marL="1417320" indent="-292608" algn="l" defTabSz="529849" rtl="0" eaLnBrk="1" latinLnBrk="0" hangingPunct="1">
        <a:lnSpc>
          <a:spcPct val="148000"/>
        </a:lnSpc>
        <a:spcBef>
          <a:spcPts val="100"/>
        </a:spcBef>
        <a:spcAft>
          <a:spcPts val="600"/>
        </a:spcAft>
        <a:buClr>
          <a:schemeClr val="accent2"/>
        </a:buClr>
        <a:buSzPct val="90000"/>
        <a:buFont typeface="System Font Regular"/>
        <a:buChar char="–"/>
        <a:defRPr sz="1400" b="0" i="0" kern="1200" baseline="0">
          <a:solidFill>
            <a:schemeClr val="accent5"/>
          </a:solidFill>
          <a:latin typeface="+mn-lt"/>
          <a:ea typeface="+mn-ea"/>
          <a:cs typeface="+mn-cs"/>
        </a:defRPr>
      </a:lvl5pPr>
      <a:lvl6pPr marL="1457088" indent="-132462" algn="l" defTabSz="529849" rtl="0" eaLnBrk="1" latinLnBrk="0" hangingPunct="1">
        <a:lnSpc>
          <a:spcPct val="90000"/>
        </a:lnSpc>
        <a:spcBef>
          <a:spcPts val="289"/>
        </a:spcBef>
        <a:buFont typeface="Arial" panose="020B0604020202020204" pitchFamily="34" charset="0"/>
        <a:buChar char="•"/>
        <a:defRPr sz="1043" kern="1200">
          <a:solidFill>
            <a:schemeClr val="tx1"/>
          </a:solidFill>
          <a:latin typeface="+mn-lt"/>
          <a:ea typeface="+mn-ea"/>
          <a:cs typeface="+mn-cs"/>
        </a:defRPr>
      </a:lvl6pPr>
      <a:lvl7pPr marL="1722012" indent="-132462" algn="l" defTabSz="529849" rtl="0" eaLnBrk="1" latinLnBrk="0" hangingPunct="1">
        <a:lnSpc>
          <a:spcPct val="90000"/>
        </a:lnSpc>
        <a:spcBef>
          <a:spcPts val="289"/>
        </a:spcBef>
        <a:buFont typeface="Arial" panose="020B0604020202020204" pitchFamily="34" charset="0"/>
        <a:buChar char="•"/>
        <a:defRPr sz="1043" kern="1200">
          <a:solidFill>
            <a:schemeClr val="tx1"/>
          </a:solidFill>
          <a:latin typeface="+mn-lt"/>
          <a:ea typeface="+mn-ea"/>
          <a:cs typeface="+mn-cs"/>
        </a:defRPr>
      </a:lvl7pPr>
      <a:lvl8pPr marL="1986936" indent="-132462" algn="l" defTabSz="529849" rtl="0" eaLnBrk="1" latinLnBrk="0" hangingPunct="1">
        <a:lnSpc>
          <a:spcPct val="90000"/>
        </a:lnSpc>
        <a:spcBef>
          <a:spcPts val="289"/>
        </a:spcBef>
        <a:buFont typeface="Arial" panose="020B0604020202020204" pitchFamily="34" charset="0"/>
        <a:buChar char="•"/>
        <a:defRPr sz="1043" kern="1200">
          <a:solidFill>
            <a:schemeClr val="tx1"/>
          </a:solidFill>
          <a:latin typeface="+mn-lt"/>
          <a:ea typeface="+mn-ea"/>
          <a:cs typeface="+mn-cs"/>
        </a:defRPr>
      </a:lvl8pPr>
      <a:lvl9pPr marL="2251861" indent="-132462" algn="l" defTabSz="529849" rtl="0" eaLnBrk="1" latinLnBrk="0" hangingPunct="1">
        <a:lnSpc>
          <a:spcPct val="90000"/>
        </a:lnSpc>
        <a:spcBef>
          <a:spcPts val="289"/>
        </a:spcBef>
        <a:buFont typeface="Arial" panose="020B0604020202020204" pitchFamily="34" charset="0"/>
        <a:buChar char="•"/>
        <a:defRPr sz="1043" kern="1200">
          <a:solidFill>
            <a:schemeClr val="tx1"/>
          </a:solidFill>
          <a:latin typeface="+mn-lt"/>
          <a:ea typeface="+mn-ea"/>
          <a:cs typeface="+mn-cs"/>
        </a:defRPr>
      </a:lvl9pPr>
    </p:bodyStyle>
    <p:otherStyle>
      <a:defPPr>
        <a:defRPr lang="en-US"/>
      </a:defPPr>
      <a:lvl1pPr marL="0" algn="l" defTabSz="529849" rtl="0" eaLnBrk="1" latinLnBrk="0" hangingPunct="1">
        <a:defRPr sz="1043" kern="1200">
          <a:solidFill>
            <a:schemeClr val="tx1"/>
          </a:solidFill>
          <a:latin typeface="+mn-lt"/>
          <a:ea typeface="+mn-ea"/>
          <a:cs typeface="+mn-cs"/>
        </a:defRPr>
      </a:lvl1pPr>
      <a:lvl2pPr marL="264925" algn="l" defTabSz="529849" rtl="0" eaLnBrk="1" latinLnBrk="0" hangingPunct="1">
        <a:defRPr sz="1043" kern="1200">
          <a:solidFill>
            <a:schemeClr val="tx1"/>
          </a:solidFill>
          <a:latin typeface="+mn-lt"/>
          <a:ea typeface="+mn-ea"/>
          <a:cs typeface="+mn-cs"/>
        </a:defRPr>
      </a:lvl2pPr>
      <a:lvl3pPr marL="529849" algn="l" defTabSz="529849" rtl="0" eaLnBrk="1" latinLnBrk="0" hangingPunct="1">
        <a:defRPr sz="1043" kern="1200">
          <a:solidFill>
            <a:schemeClr val="tx1"/>
          </a:solidFill>
          <a:latin typeface="+mn-lt"/>
          <a:ea typeface="+mn-ea"/>
          <a:cs typeface="+mn-cs"/>
        </a:defRPr>
      </a:lvl3pPr>
      <a:lvl4pPr marL="794774" algn="l" defTabSz="529849" rtl="0" eaLnBrk="1" latinLnBrk="0" hangingPunct="1">
        <a:defRPr sz="1043" kern="1200">
          <a:solidFill>
            <a:schemeClr val="tx1"/>
          </a:solidFill>
          <a:latin typeface="+mn-lt"/>
          <a:ea typeface="+mn-ea"/>
          <a:cs typeface="+mn-cs"/>
        </a:defRPr>
      </a:lvl4pPr>
      <a:lvl5pPr marL="1059700" algn="l" defTabSz="529849" rtl="0" eaLnBrk="1" latinLnBrk="0" hangingPunct="1">
        <a:defRPr sz="1043" kern="1200">
          <a:solidFill>
            <a:schemeClr val="tx1"/>
          </a:solidFill>
          <a:latin typeface="+mn-lt"/>
          <a:ea typeface="+mn-ea"/>
          <a:cs typeface="+mn-cs"/>
        </a:defRPr>
      </a:lvl5pPr>
      <a:lvl6pPr marL="1324624" algn="l" defTabSz="529849" rtl="0" eaLnBrk="1" latinLnBrk="0" hangingPunct="1">
        <a:defRPr sz="1043" kern="1200">
          <a:solidFill>
            <a:schemeClr val="tx1"/>
          </a:solidFill>
          <a:latin typeface="+mn-lt"/>
          <a:ea typeface="+mn-ea"/>
          <a:cs typeface="+mn-cs"/>
        </a:defRPr>
      </a:lvl6pPr>
      <a:lvl7pPr marL="1589549" algn="l" defTabSz="529849" rtl="0" eaLnBrk="1" latinLnBrk="0" hangingPunct="1">
        <a:defRPr sz="1043" kern="1200">
          <a:solidFill>
            <a:schemeClr val="tx1"/>
          </a:solidFill>
          <a:latin typeface="+mn-lt"/>
          <a:ea typeface="+mn-ea"/>
          <a:cs typeface="+mn-cs"/>
        </a:defRPr>
      </a:lvl7pPr>
      <a:lvl8pPr marL="1854474" algn="l" defTabSz="529849" rtl="0" eaLnBrk="1" latinLnBrk="0" hangingPunct="1">
        <a:defRPr sz="1043" kern="1200">
          <a:solidFill>
            <a:schemeClr val="tx1"/>
          </a:solidFill>
          <a:latin typeface="+mn-lt"/>
          <a:ea typeface="+mn-ea"/>
          <a:cs typeface="+mn-cs"/>
        </a:defRPr>
      </a:lvl8pPr>
      <a:lvl9pPr marL="2119399" algn="l" defTabSz="529849" rtl="0" eaLnBrk="1" latinLnBrk="0" hangingPunct="1">
        <a:defRPr sz="1043"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08" userDrawn="1">
          <p15:clr>
            <a:srgbClr val="9FCC3B"/>
          </p15:clr>
        </p15:guide>
        <p15:guide id="2" orient="horz" pos="296" userDrawn="1">
          <p15:clr>
            <a:srgbClr val="9FCC3B"/>
          </p15:clr>
        </p15:guide>
        <p15:guide id="3" orient="horz" pos="949" userDrawn="1">
          <p15:clr>
            <a:srgbClr val="9FCC3B"/>
          </p15:clr>
        </p15:guide>
        <p15:guide id="5" orient="horz" pos="3682" userDrawn="1">
          <p15:clr>
            <a:srgbClr val="9FCC3B"/>
          </p15:clr>
        </p15:guide>
        <p15:guide id="8" orient="horz" pos="3911" userDrawn="1">
          <p15:clr>
            <a:srgbClr val="9FCC3B"/>
          </p15:clr>
        </p15:guide>
        <p15:guide id="9" orient="horz" pos="3322" userDrawn="1">
          <p15:clr>
            <a:srgbClr val="9FCC3B"/>
          </p15:clr>
        </p15:guide>
        <p15:guide id="10" pos="7214" userDrawn="1">
          <p15:clr>
            <a:srgbClr val="9FCC3B"/>
          </p15:clr>
        </p15:guide>
        <p15:guide id="11" pos="456" userDrawn="1">
          <p15:clr>
            <a:srgbClr val="9FCC3B"/>
          </p15:clr>
        </p15:guide>
        <p15:guide id="12" pos="579" userDrawn="1">
          <p15:clr>
            <a:srgbClr val="9FCC3B"/>
          </p15:clr>
        </p15:guide>
        <p15:guide id="13" orient="horz" pos="410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8">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0E38DC9-FFED-82DB-7F97-B8DF392C6C03}"/>
              </a:ext>
            </a:extLst>
          </p:cNvPr>
          <p:cNvPicPr>
            <a:picLocks noChangeAspect="1"/>
          </p:cNvPicPr>
          <p:nvPr userDrawn="1"/>
        </p:nvPicPr>
        <p:blipFill>
          <a:blip r:embed="rId9"/>
          <a:stretch>
            <a:fillRect/>
          </a:stretch>
        </p:blipFill>
        <p:spPr>
          <a:xfrm>
            <a:off x="6193899" y="176121"/>
            <a:ext cx="5270500" cy="266700"/>
          </a:xfrm>
          <a:prstGeom prst="rect">
            <a:avLst/>
          </a:prstGeom>
        </p:spPr>
      </p:pic>
      <p:sp>
        <p:nvSpPr>
          <p:cNvPr id="2" name="Title Placeholder 1"/>
          <p:cNvSpPr>
            <a:spLocks noGrp="1"/>
          </p:cNvSpPr>
          <p:nvPr>
            <p:ph type="title"/>
          </p:nvPr>
        </p:nvSpPr>
        <p:spPr>
          <a:xfrm>
            <a:off x="724426" y="447124"/>
            <a:ext cx="10727799" cy="1051687"/>
          </a:xfrm>
          <a:prstGeom prst="rect">
            <a:avLst/>
          </a:prstGeom>
        </p:spPr>
        <p:txBody>
          <a:bodyPr vert="horz" lIns="0" tIns="182880" rIns="228600" bIns="45720" rtlCol="0" anchor="ctr">
            <a:noAutofit/>
          </a:bodyPr>
          <a:lstStyle/>
          <a:p>
            <a:r>
              <a:rPr lang="en-US"/>
              <a:t>Click to Edit Title</a:t>
            </a:r>
          </a:p>
        </p:txBody>
      </p:sp>
      <p:sp>
        <p:nvSpPr>
          <p:cNvPr id="10" name="TextBox 9">
            <a:extLst>
              <a:ext uri="{FF2B5EF4-FFF2-40B4-BE49-F238E27FC236}">
                <a16:creationId xmlns:a16="http://schemas.microsoft.com/office/drawing/2014/main" id="{0CA999F6-54C2-70DD-323C-1904075D0730}"/>
              </a:ext>
            </a:extLst>
          </p:cNvPr>
          <p:cNvSpPr txBox="1"/>
          <p:nvPr userDrawn="1"/>
        </p:nvSpPr>
        <p:spPr>
          <a:xfrm>
            <a:off x="723900" y="6446437"/>
            <a:ext cx="2045804" cy="184666"/>
          </a:xfrm>
          <a:prstGeom prst="rect">
            <a:avLst/>
          </a:prstGeom>
        </p:spPr>
        <p:txBody>
          <a:bodyPr wrap="square" lIns="0" rtlCol="0">
            <a:noAutofit/>
          </a:bodyPr>
          <a:lstStyle/>
          <a:p>
            <a:pPr marL="0" indent="0" algn="l">
              <a:spcBef>
                <a:spcPts val="281"/>
              </a:spcBef>
              <a:buFontTx/>
              <a:buNone/>
            </a:pPr>
            <a:fld id="{AA60669B-C963-E74E-AFE9-64193F3F50D2}" type="datetime3">
              <a:rPr lang="en-US" sz="600" b="0" i="0" smtClean="0">
                <a:solidFill>
                  <a:schemeClr val="bg1">
                    <a:lumMod val="85000"/>
                  </a:schemeClr>
                </a:solidFill>
                <a:latin typeface="Avenir Book" panose="02000503020000020003" pitchFamily="2" charset="0"/>
              </a:rPr>
              <a:pPr marL="0" indent="0" algn="l">
                <a:spcBef>
                  <a:spcPts val="281"/>
                </a:spcBef>
                <a:buFontTx/>
                <a:buNone/>
              </a:pPr>
              <a:t>23 September 2025</a:t>
            </a:fld>
            <a:endParaRPr lang="en-US" sz="600" b="0" i="0">
              <a:solidFill>
                <a:schemeClr val="bg1">
                  <a:lumMod val="85000"/>
                </a:schemeClr>
              </a:solidFill>
              <a:latin typeface="Avenir Book" panose="02000503020000020003" pitchFamily="2" charset="0"/>
            </a:endParaRPr>
          </a:p>
        </p:txBody>
      </p:sp>
      <p:sp>
        <p:nvSpPr>
          <p:cNvPr id="9" name="TextBox 8">
            <a:extLst>
              <a:ext uri="{FF2B5EF4-FFF2-40B4-BE49-F238E27FC236}">
                <a16:creationId xmlns:a16="http://schemas.microsoft.com/office/drawing/2014/main" id="{0543CDB4-3071-06B0-72DD-C62411CB7694}"/>
              </a:ext>
            </a:extLst>
          </p:cNvPr>
          <p:cNvSpPr txBox="1"/>
          <p:nvPr userDrawn="1"/>
        </p:nvSpPr>
        <p:spPr>
          <a:xfrm>
            <a:off x="11090787" y="6448147"/>
            <a:ext cx="466273" cy="182956"/>
          </a:xfrm>
          <a:prstGeom prst="rect">
            <a:avLst/>
          </a:prstGeom>
        </p:spPr>
        <p:txBody>
          <a:bodyPr wrap="square" rtlCol="0">
            <a:noAutofit/>
          </a:bodyPr>
          <a:lstStyle/>
          <a:p>
            <a:pPr marL="0" indent="0" algn="r">
              <a:spcBef>
                <a:spcPts val="281"/>
              </a:spcBef>
              <a:buFontTx/>
              <a:buNone/>
            </a:pPr>
            <a:fld id="{042A0B4C-D6B4-3E46-9492-91B00F3524BF}" type="slidenum">
              <a:rPr lang="en-US" sz="600" b="0" i="0" smtClean="0">
                <a:solidFill>
                  <a:schemeClr val="bg1">
                    <a:lumMod val="85000"/>
                  </a:schemeClr>
                </a:solidFill>
                <a:latin typeface="Avenir Book" panose="02000503020000020003" pitchFamily="2" charset="0"/>
              </a:rPr>
              <a:pPr marL="0" indent="0" algn="r">
                <a:spcBef>
                  <a:spcPts val="281"/>
                </a:spcBef>
                <a:buFontTx/>
                <a:buNone/>
              </a:pPr>
              <a:t>‹#›</a:t>
            </a:fld>
            <a:endParaRPr lang="en-US" sz="600" b="0" i="0">
              <a:solidFill>
                <a:schemeClr val="bg1">
                  <a:lumMod val="85000"/>
                </a:schemeClr>
              </a:solidFill>
              <a:latin typeface="Avenir Book" panose="02000503020000020003" pitchFamily="2" charset="0"/>
            </a:endParaRPr>
          </a:p>
        </p:txBody>
      </p:sp>
      <p:sp>
        <p:nvSpPr>
          <p:cNvPr id="13" name="Rectangle 12">
            <a:extLst>
              <a:ext uri="{FF2B5EF4-FFF2-40B4-BE49-F238E27FC236}">
                <a16:creationId xmlns:a16="http://schemas.microsoft.com/office/drawing/2014/main" id="{6C4BB22D-F973-60DD-09FF-FF3C019F95C3}"/>
              </a:ext>
            </a:extLst>
          </p:cNvPr>
          <p:cNvSpPr/>
          <p:nvPr userDrawn="1"/>
        </p:nvSpPr>
        <p:spPr>
          <a:xfrm>
            <a:off x="6193899" y="0"/>
            <a:ext cx="5257800" cy="91440"/>
          </a:xfrm>
          <a:prstGeom prst="rect">
            <a:avLst/>
          </a:prstGeom>
          <a:solidFill>
            <a:srgbClr val="E89C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227" b="0" i="0">
              <a:latin typeface="Avenir Book" panose="02000503020000020003" pitchFamily="2" charset="0"/>
            </a:endParaRPr>
          </a:p>
        </p:txBody>
      </p:sp>
      <p:sp>
        <p:nvSpPr>
          <p:cNvPr id="15" name="object 6">
            <a:extLst>
              <a:ext uri="{FF2B5EF4-FFF2-40B4-BE49-F238E27FC236}">
                <a16:creationId xmlns:a16="http://schemas.microsoft.com/office/drawing/2014/main" id="{E3B10ABD-5025-C299-B34A-F9435F7D492C}"/>
              </a:ext>
            </a:extLst>
          </p:cNvPr>
          <p:cNvSpPr txBox="1"/>
          <p:nvPr userDrawn="1"/>
        </p:nvSpPr>
        <p:spPr>
          <a:xfrm>
            <a:off x="8803945" y="6483712"/>
            <a:ext cx="2468053" cy="116465"/>
          </a:xfrm>
          <a:prstGeom prst="rect">
            <a:avLst/>
          </a:prstGeom>
        </p:spPr>
        <p:txBody>
          <a:bodyPr vert="horz" wrap="square" lIns="0" tIns="8659" rIns="0" bIns="0" rtlCol="0">
            <a:noAutofit/>
          </a:bodyPr>
          <a:lstStyle/>
          <a:p>
            <a:pPr marL="8658" algn="r">
              <a:lnSpc>
                <a:spcPct val="100000"/>
              </a:lnSpc>
              <a:spcBef>
                <a:spcPts val="68"/>
              </a:spcBef>
            </a:pPr>
            <a:r>
              <a:rPr lang="en-US" sz="700" b="0" i="0" spc="0" baseline="0">
                <a:solidFill>
                  <a:schemeClr val="bg1">
                    <a:lumMod val="85000"/>
                  </a:schemeClr>
                </a:solidFill>
                <a:latin typeface="Avenir Book" panose="02000503020000020003" pitchFamily="2" charset="0"/>
                <a:cs typeface="Arial"/>
              </a:rPr>
              <a:t>© Cyderes. All rights reserved. Highly confidential.</a:t>
            </a:r>
          </a:p>
        </p:txBody>
      </p:sp>
      <p:sp>
        <p:nvSpPr>
          <p:cNvPr id="8" name="Text Placeholder 7">
            <a:extLst>
              <a:ext uri="{FF2B5EF4-FFF2-40B4-BE49-F238E27FC236}">
                <a16:creationId xmlns:a16="http://schemas.microsoft.com/office/drawing/2014/main" id="{52809C6C-363F-9A92-C531-3F2BCEAC4989}"/>
              </a:ext>
            </a:extLst>
          </p:cNvPr>
          <p:cNvSpPr>
            <a:spLocks noGrp="1"/>
          </p:cNvSpPr>
          <p:nvPr>
            <p:ph type="body" idx="1"/>
          </p:nvPr>
        </p:nvSpPr>
        <p:spPr>
          <a:xfrm>
            <a:off x="723900" y="1630015"/>
            <a:ext cx="10727798" cy="4462447"/>
          </a:xfrm>
          <a:prstGeom prst="rect">
            <a:avLst/>
          </a:prstGeom>
        </p:spPr>
        <p:txBody>
          <a:bodyPr vert="horz" lIns="228600" tIns="45720" rIns="91440" bIns="45720" rtlCol="0">
            <a:noAutofit/>
          </a:bodyPr>
          <a:lstStyle/>
          <a:p>
            <a:pPr lvl="0"/>
            <a:r>
              <a:rPr lang="en-US"/>
              <a:t>Click to edit first level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0643322"/>
      </p:ext>
    </p:extLst>
  </p:cSld>
  <p:clrMap bg1="lt1" tx1="dk1" bg2="lt2" tx2="dk2" accent1="accent1" accent2="accent2" accent3="accent3" accent4="accent4" accent5="accent5" accent6="accent6" hlink="hlink" folHlink="folHlink"/>
  <p:sldLayoutIdLst>
    <p:sldLayoutId id="2147483920" r:id="rId1"/>
    <p:sldLayoutId id="2147483921" r:id="rId2"/>
    <p:sldLayoutId id="2147483929" r:id="rId3"/>
    <p:sldLayoutId id="2147483932" r:id="rId4"/>
    <p:sldLayoutId id="2147483927" r:id="rId5"/>
    <p:sldLayoutId id="2147483928" r:id="rId6"/>
  </p:sldLayoutIdLst>
  <p:txStyles>
    <p:titleStyle>
      <a:lvl1pPr marL="201700" indent="-201700" algn="l" defTabSz="529849" rtl="0" eaLnBrk="1" latinLnBrk="0" hangingPunct="1">
        <a:lnSpc>
          <a:spcPts val="3000"/>
        </a:lnSpc>
        <a:spcBef>
          <a:spcPct val="0"/>
        </a:spcBef>
        <a:buSzPct val="102000"/>
        <a:buFontTx/>
        <a:buBlip>
          <a:blip r:embed="rId10"/>
        </a:buBlip>
        <a:tabLst/>
        <a:defRPr sz="2800" b="1" i="0" kern="1200" baseline="0">
          <a:solidFill>
            <a:schemeClr val="bg1"/>
          </a:solidFill>
          <a:latin typeface="Avenir Heavy" panose="02000503020000020003" pitchFamily="2" charset="0"/>
          <a:ea typeface="+mj-ea"/>
          <a:cs typeface="+mj-cs"/>
        </a:defRPr>
      </a:lvl1pPr>
    </p:titleStyle>
    <p:bodyStyle>
      <a:lvl1pPr marL="0" indent="0" algn="l" defTabSz="529849" rtl="0" eaLnBrk="1" latinLnBrk="0" hangingPunct="1">
        <a:lnSpc>
          <a:spcPct val="148000"/>
        </a:lnSpc>
        <a:spcBef>
          <a:spcPts val="100"/>
        </a:spcBef>
        <a:spcAft>
          <a:spcPts val="600"/>
        </a:spcAft>
        <a:buClr>
          <a:schemeClr val="accent2"/>
        </a:buClr>
        <a:buFont typeface="Arial" panose="020B0604020202020204" pitchFamily="34" charset="0"/>
        <a:buNone/>
        <a:defRPr lang="en-US" sz="2400" b="0" i="0" kern="1200" baseline="0" dirty="0">
          <a:solidFill>
            <a:schemeClr val="bg1"/>
          </a:solidFill>
          <a:latin typeface="+mn-lt"/>
          <a:ea typeface="+mn-ea"/>
          <a:cs typeface="Arial"/>
        </a:defRPr>
      </a:lvl1pPr>
      <a:lvl2pPr marL="320040" indent="-320040" algn="l" defTabSz="228600" rtl="0" eaLnBrk="1" latinLnBrk="0" hangingPunct="1">
        <a:lnSpc>
          <a:spcPct val="148000"/>
        </a:lnSpc>
        <a:spcBef>
          <a:spcPts val="100"/>
        </a:spcBef>
        <a:spcAft>
          <a:spcPts val="600"/>
        </a:spcAft>
        <a:buClr>
          <a:schemeClr val="accent2"/>
        </a:buClr>
        <a:buFont typeface="Arial" panose="020B0604020202020204" pitchFamily="34" charset="0"/>
        <a:buChar char="•"/>
        <a:defRPr sz="2000" b="0" i="0" kern="1200">
          <a:solidFill>
            <a:schemeClr val="bg1"/>
          </a:solidFill>
          <a:latin typeface="+mn-lt"/>
          <a:ea typeface="+mn-ea"/>
          <a:cs typeface="+mn-cs"/>
        </a:defRPr>
      </a:lvl2pPr>
      <a:lvl3pPr marL="685800" marR="0" indent="-292608" algn="l" defTabSz="529849" rtl="0" eaLnBrk="1" fontAlgn="auto" latinLnBrk="0" hangingPunct="1">
        <a:lnSpc>
          <a:spcPct val="148000"/>
        </a:lnSpc>
        <a:spcBef>
          <a:spcPts val="100"/>
        </a:spcBef>
        <a:spcAft>
          <a:spcPts val="600"/>
        </a:spcAft>
        <a:buClr>
          <a:schemeClr val="accent2"/>
        </a:buClr>
        <a:buSzTx/>
        <a:buFont typeface="System Font Regular"/>
        <a:buChar char="–"/>
        <a:tabLst/>
        <a:defRPr sz="1800" b="0" i="0" kern="1200">
          <a:solidFill>
            <a:schemeClr val="bg1"/>
          </a:solidFill>
          <a:latin typeface="+mn-lt"/>
          <a:ea typeface="+mn-ea"/>
          <a:cs typeface="+mn-cs"/>
        </a:defRPr>
      </a:lvl3pPr>
      <a:lvl4pPr marL="1051560" indent="-274320" algn="l" defTabSz="529849" rtl="0" eaLnBrk="1" latinLnBrk="0" hangingPunct="1">
        <a:lnSpc>
          <a:spcPct val="148000"/>
        </a:lnSpc>
        <a:spcBef>
          <a:spcPts val="100"/>
        </a:spcBef>
        <a:spcAft>
          <a:spcPts val="600"/>
        </a:spcAft>
        <a:buClr>
          <a:schemeClr val="accent2"/>
        </a:buClr>
        <a:buSzPct val="80000"/>
        <a:buFont typeface="Arial" panose="020B0604020202020204" pitchFamily="34" charset="0"/>
        <a:buChar char="•"/>
        <a:defRPr sz="1600" b="0" i="0" kern="1200" baseline="0">
          <a:solidFill>
            <a:schemeClr val="bg1">
              <a:lumMod val="85000"/>
            </a:schemeClr>
          </a:solidFill>
          <a:latin typeface="+mn-lt"/>
          <a:ea typeface="+mn-ea"/>
          <a:cs typeface="+mn-cs"/>
        </a:defRPr>
      </a:lvl4pPr>
      <a:lvl5pPr marL="1417320" indent="-292608" algn="l" defTabSz="529849" rtl="0" eaLnBrk="1" latinLnBrk="0" hangingPunct="1">
        <a:lnSpc>
          <a:spcPct val="148000"/>
        </a:lnSpc>
        <a:spcBef>
          <a:spcPts val="100"/>
        </a:spcBef>
        <a:spcAft>
          <a:spcPts val="600"/>
        </a:spcAft>
        <a:buClr>
          <a:schemeClr val="accent2"/>
        </a:buClr>
        <a:buSzPct val="90000"/>
        <a:buFont typeface="System Font Regular"/>
        <a:buChar char="–"/>
        <a:defRPr sz="1400" b="0" i="0" kern="1200" baseline="0">
          <a:solidFill>
            <a:schemeClr val="bg1">
              <a:lumMod val="85000"/>
            </a:schemeClr>
          </a:solidFill>
          <a:latin typeface="+mn-lt"/>
          <a:ea typeface="+mn-ea"/>
          <a:cs typeface="+mn-cs"/>
        </a:defRPr>
      </a:lvl5pPr>
      <a:lvl6pPr marL="1457088" indent="-132462" algn="l" defTabSz="529849" rtl="0" eaLnBrk="1" latinLnBrk="0" hangingPunct="1">
        <a:lnSpc>
          <a:spcPct val="90000"/>
        </a:lnSpc>
        <a:spcBef>
          <a:spcPts val="289"/>
        </a:spcBef>
        <a:buFont typeface="Arial" panose="020B0604020202020204" pitchFamily="34" charset="0"/>
        <a:buChar char="•"/>
        <a:defRPr sz="1043" kern="1200">
          <a:solidFill>
            <a:schemeClr val="tx1"/>
          </a:solidFill>
          <a:latin typeface="+mn-lt"/>
          <a:ea typeface="+mn-ea"/>
          <a:cs typeface="+mn-cs"/>
        </a:defRPr>
      </a:lvl6pPr>
      <a:lvl7pPr marL="1722012" indent="-132462" algn="l" defTabSz="529849" rtl="0" eaLnBrk="1" latinLnBrk="0" hangingPunct="1">
        <a:lnSpc>
          <a:spcPct val="90000"/>
        </a:lnSpc>
        <a:spcBef>
          <a:spcPts val="289"/>
        </a:spcBef>
        <a:buFont typeface="Arial" panose="020B0604020202020204" pitchFamily="34" charset="0"/>
        <a:buChar char="•"/>
        <a:defRPr sz="1043" kern="1200">
          <a:solidFill>
            <a:schemeClr val="tx1"/>
          </a:solidFill>
          <a:latin typeface="+mn-lt"/>
          <a:ea typeface="+mn-ea"/>
          <a:cs typeface="+mn-cs"/>
        </a:defRPr>
      </a:lvl7pPr>
      <a:lvl8pPr marL="1986936" indent="-132462" algn="l" defTabSz="529849" rtl="0" eaLnBrk="1" latinLnBrk="0" hangingPunct="1">
        <a:lnSpc>
          <a:spcPct val="90000"/>
        </a:lnSpc>
        <a:spcBef>
          <a:spcPts val="289"/>
        </a:spcBef>
        <a:buFont typeface="Arial" panose="020B0604020202020204" pitchFamily="34" charset="0"/>
        <a:buChar char="•"/>
        <a:defRPr sz="1043" kern="1200">
          <a:solidFill>
            <a:schemeClr val="tx1"/>
          </a:solidFill>
          <a:latin typeface="+mn-lt"/>
          <a:ea typeface="+mn-ea"/>
          <a:cs typeface="+mn-cs"/>
        </a:defRPr>
      </a:lvl8pPr>
      <a:lvl9pPr marL="2251861" indent="-132462" algn="l" defTabSz="529849" rtl="0" eaLnBrk="1" latinLnBrk="0" hangingPunct="1">
        <a:lnSpc>
          <a:spcPct val="90000"/>
        </a:lnSpc>
        <a:spcBef>
          <a:spcPts val="289"/>
        </a:spcBef>
        <a:buFont typeface="Arial" panose="020B0604020202020204" pitchFamily="34" charset="0"/>
        <a:buChar char="•"/>
        <a:defRPr sz="1043" kern="1200">
          <a:solidFill>
            <a:schemeClr val="tx1"/>
          </a:solidFill>
          <a:latin typeface="+mn-lt"/>
          <a:ea typeface="+mn-ea"/>
          <a:cs typeface="+mn-cs"/>
        </a:defRPr>
      </a:lvl9pPr>
    </p:bodyStyle>
    <p:otherStyle>
      <a:defPPr>
        <a:defRPr lang="en-US"/>
      </a:defPPr>
      <a:lvl1pPr marL="0" algn="l" defTabSz="529849" rtl="0" eaLnBrk="1" latinLnBrk="0" hangingPunct="1">
        <a:defRPr sz="1043" kern="1200">
          <a:solidFill>
            <a:schemeClr val="tx1"/>
          </a:solidFill>
          <a:latin typeface="+mn-lt"/>
          <a:ea typeface="+mn-ea"/>
          <a:cs typeface="+mn-cs"/>
        </a:defRPr>
      </a:lvl1pPr>
      <a:lvl2pPr marL="264925" algn="l" defTabSz="529849" rtl="0" eaLnBrk="1" latinLnBrk="0" hangingPunct="1">
        <a:defRPr sz="1043" kern="1200">
          <a:solidFill>
            <a:schemeClr val="tx1"/>
          </a:solidFill>
          <a:latin typeface="+mn-lt"/>
          <a:ea typeface="+mn-ea"/>
          <a:cs typeface="+mn-cs"/>
        </a:defRPr>
      </a:lvl2pPr>
      <a:lvl3pPr marL="529849" algn="l" defTabSz="529849" rtl="0" eaLnBrk="1" latinLnBrk="0" hangingPunct="1">
        <a:defRPr sz="1043" kern="1200">
          <a:solidFill>
            <a:schemeClr val="tx1"/>
          </a:solidFill>
          <a:latin typeface="+mn-lt"/>
          <a:ea typeface="+mn-ea"/>
          <a:cs typeface="+mn-cs"/>
        </a:defRPr>
      </a:lvl3pPr>
      <a:lvl4pPr marL="794774" algn="l" defTabSz="529849" rtl="0" eaLnBrk="1" latinLnBrk="0" hangingPunct="1">
        <a:defRPr sz="1043" kern="1200">
          <a:solidFill>
            <a:schemeClr val="tx1"/>
          </a:solidFill>
          <a:latin typeface="+mn-lt"/>
          <a:ea typeface="+mn-ea"/>
          <a:cs typeface="+mn-cs"/>
        </a:defRPr>
      </a:lvl4pPr>
      <a:lvl5pPr marL="1059700" algn="l" defTabSz="529849" rtl="0" eaLnBrk="1" latinLnBrk="0" hangingPunct="1">
        <a:defRPr sz="1043" kern="1200">
          <a:solidFill>
            <a:schemeClr val="tx1"/>
          </a:solidFill>
          <a:latin typeface="+mn-lt"/>
          <a:ea typeface="+mn-ea"/>
          <a:cs typeface="+mn-cs"/>
        </a:defRPr>
      </a:lvl5pPr>
      <a:lvl6pPr marL="1324624" algn="l" defTabSz="529849" rtl="0" eaLnBrk="1" latinLnBrk="0" hangingPunct="1">
        <a:defRPr sz="1043" kern="1200">
          <a:solidFill>
            <a:schemeClr val="tx1"/>
          </a:solidFill>
          <a:latin typeface="+mn-lt"/>
          <a:ea typeface="+mn-ea"/>
          <a:cs typeface="+mn-cs"/>
        </a:defRPr>
      </a:lvl6pPr>
      <a:lvl7pPr marL="1589549" algn="l" defTabSz="529849" rtl="0" eaLnBrk="1" latinLnBrk="0" hangingPunct="1">
        <a:defRPr sz="1043" kern="1200">
          <a:solidFill>
            <a:schemeClr val="tx1"/>
          </a:solidFill>
          <a:latin typeface="+mn-lt"/>
          <a:ea typeface="+mn-ea"/>
          <a:cs typeface="+mn-cs"/>
        </a:defRPr>
      </a:lvl7pPr>
      <a:lvl8pPr marL="1854474" algn="l" defTabSz="529849" rtl="0" eaLnBrk="1" latinLnBrk="0" hangingPunct="1">
        <a:defRPr sz="1043" kern="1200">
          <a:solidFill>
            <a:schemeClr val="tx1"/>
          </a:solidFill>
          <a:latin typeface="+mn-lt"/>
          <a:ea typeface="+mn-ea"/>
          <a:cs typeface="+mn-cs"/>
        </a:defRPr>
      </a:lvl8pPr>
      <a:lvl9pPr marL="2119399" algn="l" defTabSz="529849" rtl="0" eaLnBrk="1" latinLnBrk="0" hangingPunct="1">
        <a:defRPr sz="1043"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08" userDrawn="1">
          <p15:clr>
            <a:srgbClr val="9FCC3B"/>
          </p15:clr>
        </p15:guide>
        <p15:guide id="2" orient="horz" pos="296" userDrawn="1">
          <p15:clr>
            <a:srgbClr val="9FCC3B"/>
          </p15:clr>
        </p15:guide>
        <p15:guide id="3" orient="horz" pos="949" userDrawn="1">
          <p15:clr>
            <a:srgbClr val="9FCC3B"/>
          </p15:clr>
        </p15:guide>
        <p15:guide id="5" orient="horz" pos="3682" userDrawn="1">
          <p15:clr>
            <a:srgbClr val="9FCC3B"/>
          </p15:clr>
        </p15:guide>
        <p15:guide id="8" orient="horz" pos="3911" userDrawn="1">
          <p15:clr>
            <a:srgbClr val="9FCC3B"/>
          </p15:clr>
        </p15:guide>
        <p15:guide id="9" orient="horz" pos="3322" userDrawn="1">
          <p15:clr>
            <a:srgbClr val="9FCC3B"/>
          </p15:clr>
        </p15:guide>
        <p15:guide id="10" pos="7214" userDrawn="1">
          <p15:clr>
            <a:srgbClr val="9FCC3B"/>
          </p15:clr>
        </p15:guide>
        <p15:guide id="11" pos="456" userDrawn="1">
          <p15:clr>
            <a:srgbClr val="9FCC3B"/>
          </p15:clr>
        </p15:guide>
        <p15:guide id="12" pos="579" userDrawn="1">
          <p15:clr>
            <a:srgbClr val="9FCC3B"/>
          </p15:clr>
        </p15:guide>
        <p15:guide id="13" orient="horz" pos="410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24426" y="447124"/>
            <a:ext cx="10727799" cy="1051687"/>
          </a:xfrm>
          <a:prstGeom prst="rect">
            <a:avLst/>
          </a:prstGeom>
        </p:spPr>
        <p:txBody>
          <a:bodyPr vert="horz" lIns="0" tIns="182880" rIns="228600" bIns="45720" rtlCol="0" anchor="ctr">
            <a:noAutofit/>
          </a:bodyPr>
          <a:lstStyle/>
          <a:p>
            <a:r>
              <a:rPr lang="en-US"/>
              <a:t>Click to Edit Title</a:t>
            </a:r>
          </a:p>
        </p:txBody>
      </p:sp>
      <p:sp>
        <p:nvSpPr>
          <p:cNvPr id="10" name="TextBox 9">
            <a:extLst>
              <a:ext uri="{FF2B5EF4-FFF2-40B4-BE49-F238E27FC236}">
                <a16:creationId xmlns:a16="http://schemas.microsoft.com/office/drawing/2014/main" id="{0CA999F6-54C2-70DD-323C-1904075D0730}"/>
              </a:ext>
            </a:extLst>
          </p:cNvPr>
          <p:cNvSpPr txBox="1"/>
          <p:nvPr userDrawn="1"/>
        </p:nvSpPr>
        <p:spPr>
          <a:xfrm>
            <a:off x="723900" y="6446437"/>
            <a:ext cx="2045804" cy="184666"/>
          </a:xfrm>
          <a:prstGeom prst="rect">
            <a:avLst/>
          </a:prstGeom>
        </p:spPr>
        <p:txBody>
          <a:bodyPr wrap="square" lIns="0" rtlCol="0">
            <a:noAutofit/>
          </a:bodyPr>
          <a:lstStyle/>
          <a:p>
            <a:pPr marL="0" indent="0" algn="l">
              <a:spcBef>
                <a:spcPts val="281"/>
              </a:spcBef>
              <a:buFontTx/>
              <a:buNone/>
            </a:pPr>
            <a:fld id="{AA60669B-C963-E74E-AFE9-64193F3F50D2}" type="datetime3">
              <a:rPr lang="en-US" sz="600" b="0" i="0" smtClean="0">
                <a:solidFill>
                  <a:schemeClr val="accent4"/>
                </a:solidFill>
                <a:latin typeface="Avenir Book" panose="02000503020000020003" pitchFamily="2" charset="0"/>
              </a:rPr>
              <a:pPr marL="0" indent="0" algn="l">
                <a:spcBef>
                  <a:spcPts val="281"/>
                </a:spcBef>
                <a:buFontTx/>
                <a:buNone/>
              </a:pPr>
              <a:t>23 September 2025</a:t>
            </a:fld>
            <a:endParaRPr lang="en-US" sz="600" b="0" i="0">
              <a:solidFill>
                <a:schemeClr val="accent4"/>
              </a:solidFill>
              <a:latin typeface="Avenir Book" panose="02000503020000020003" pitchFamily="2" charset="0"/>
            </a:endParaRPr>
          </a:p>
        </p:txBody>
      </p:sp>
      <p:sp>
        <p:nvSpPr>
          <p:cNvPr id="9" name="TextBox 8">
            <a:extLst>
              <a:ext uri="{FF2B5EF4-FFF2-40B4-BE49-F238E27FC236}">
                <a16:creationId xmlns:a16="http://schemas.microsoft.com/office/drawing/2014/main" id="{0543CDB4-3071-06B0-72DD-C62411CB7694}"/>
              </a:ext>
            </a:extLst>
          </p:cNvPr>
          <p:cNvSpPr txBox="1"/>
          <p:nvPr userDrawn="1"/>
        </p:nvSpPr>
        <p:spPr>
          <a:xfrm>
            <a:off x="11090787" y="6448147"/>
            <a:ext cx="466273" cy="182956"/>
          </a:xfrm>
          <a:prstGeom prst="rect">
            <a:avLst/>
          </a:prstGeom>
        </p:spPr>
        <p:txBody>
          <a:bodyPr wrap="square" rtlCol="0">
            <a:noAutofit/>
          </a:bodyPr>
          <a:lstStyle/>
          <a:p>
            <a:pPr marL="0" indent="0" algn="r">
              <a:spcBef>
                <a:spcPts val="281"/>
              </a:spcBef>
              <a:buFontTx/>
              <a:buNone/>
            </a:pPr>
            <a:fld id="{042A0B4C-D6B4-3E46-9492-91B00F3524BF}" type="slidenum">
              <a:rPr lang="en-US" sz="600" b="0" i="0" smtClean="0">
                <a:solidFill>
                  <a:schemeClr val="bg1">
                    <a:lumMod val="50000"/>
                  </a:schemeClr>
                </a:solidFill>
                <a:latin typeface="Avenir Book" panose="02000503020000020003" pitchFamily="2" charset="0"/>
              </a:rPr>
              <a:pPr marL="0" indent="0" algn="r">
                <a:spcBef>
                  <a:spcPts val="281"/>
                </a:spcBef>
                <a:buFontTx/>
                <a:buNone/>
              </a:pPr>
              <a:t>‹#›</a:t>
            </a:fld>
            <a:endParaRPr lang="en-US" sz="600" b="0" i="0">
              <a:solidFill>
                <a:schemeClr val="bg1">
                  <a:lumMod val="50000"/>
                </a:schemeClr>
              </a:solidFill>
              <a:latin typeface="Avenir Book" panose="02000503020000020003" pitchFamily="2" charset="0"/>
            </a:endParaRPr>
          </a:p>
        </p:txBody>
      </p:sp>
      <p:sp>
        <p:nvSpPr>
          <p:cNvPr id="13" name="Rectangle 12">
            <a:extLst>
              <a:ext uri="{FF2B5EF4-FFF2-40B4-BE49-F238E27FC236}">
                <a16:creationId xmlns:a16="http://schemas.microsoft.com/office/drawing/2014/main" id="{6C4BB22D-F973-60DD-09FF-FF3C019F95C3}"/>
              </a:ext>
            </a:extLst>
          </p:cNvPr>
          <p:cNvSpPr/>
          <p:nvPr userDrawn="1"/>
        </p:nvSpPr>
        <p:spPr>
          <a:xfrm>
            <a:off x="6193899" y="0"/>
            <a:ext cx="5257800" cy="91440"/>
          </a:xfrm>
          <a:prstGeom prst="rect">
            <a:avLst/>
          </a:prstGeom>
          <a:solidFill>
            <a:srgbClr val="E89C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7" b="0" i="0">
              <a:latin typeface="Avenir Book" panose="02000503020000020003" pitchFamily="2" charset="0"/>
            </a:endParaRPr>
          </a:p>
        </p:txBody>
      </p:sp>
      <p:pic>
        <p:nvPicPr>
          <p:cNvPr id="7" name="Picture 6">
            <a:extLst>
              <a:ext uri="{FF2B5EF4-FFF2-40B4-BE49-F238E27FC236}">
                <a16:creationId xmlns:a16="http://schemas.microsoft.com/office/drawing/2014/main" id="{7F80CEB6-1A95-9907-4E47-D038B26BE0DB}"/>
              </a:ext>
            </a:extLst>
          </p:cNvPr>
          <p:cNvPicPr>
            <a:picLocks noChangeAspect="1"/>
          </p:cNvPicPr>
          <p:nvPr userDrawn="1"/>
        </p:nvPicPr>
        <p:blipFill rotWithShape="1">
          <a:blip r:embed="rId18" cstate="screen">
            <a:extLst>
              <a:ext uri="{28A0092B-C50C-407E-A947-70E740481C1C}">
                <a14:useLocalDpi xmlns:a14="http://schemas.microsoft.com/office/drawing/2010/main"/>
              </a:ext>
            </a:extLst>
          </a:blip>
          <a:srcRect r="-80939"/>
          <a:stretch/>
        </p:blipFill>
        <p:spPr>
          <a:xfrm>
            <a:off x="6193899" y="176121"/>
            <a:ext cx="5257800" cy="271003"/>
          </a:xfrm>
          <a:prstGeom prst="rect">
            <a:avLst/>
          </a:prstGeom>
        </p:spPr>
      </p:pic>
      <p:sp>
        <p:nvSpPr>
          <p:cNvPr id="15" name="object 6">
            <a:extLst>
              <a:ext uri="{FF2B5EF4-FFF2-40B4-BE49-F238E27FC236}">
                <a16:creationId xmlns:a16="http://schemas.microsoft.com/office/drawing/2014/main" id="{E3B10ABD-5025-C299-B34A-F9435F7D492C}"/>
              </a:ext>
            </a:extLst>
          </p:cNvPr>
          <p:cNvSpPr txBox="1"/>
          <p:nvPr userDrawn="1"/>
        </p:nvSpPr>
        <p:spPr>
          <a:xfrm>
            <a:off x="8794518" y="6483712"/>
            <a:ext cx="2468053" cy="116465"/>
          </a:xfrm>
          <a:prstGeom prst="rect">
            <a:avLst/>
          </a:prstGeom>
        </p:spPr>
        <p:txBody>
          <a:bodyPr vert="horz" wrap="square" lIns="0" tIns="8659" rIns="0" bIns="0" rtlCol="0">
            <a:noAutofit/>
          </a:bodyPr>
          <a:lstStyle/>
          <a:p>
            <a:pPr marL="8658" algn="r">
              <a:lnSpc>
                <a:spcPct val="100000"/>
              </a:lnSpc>
              <a:spcBef>
                <a:spcPts val="68"/>
              </a:spcBef>
            </a:pPr>
            <a:r>
              <a:rPr lang="en-US" sz="700" b="0" i="0" spc="0" baseline="0">
                <a:solidFill>
                  <a:srgbClr val="78787A"/>
                </a:solidFill>
                <a:latin typeface="Avenir Book" panose="02000503020000020003" pitchFamily="2" charset="0"/>
                <a:cs typeface="Arial"/>
              </a:rPr>
              <a:t>© Cyderes. All rights reserved. Highly confidential.</a:t>
            </a:r>
          </a:p>
        </p:txBody>
      </p:sp>
      <p:sp>
        <p:nvSpPr>
          <p:cNvPr id="8" name="Text Placeholder 7">
            <a:extLst>
              <a:ext uri="{FF2B5EF4-FFF2-40B4-BE49-F238E27FC236}">
                <a16:creationId xmlns:a16="http://schemas.microsoft.com/office/drawing/2014/main" id="{52809C6C-363F-9A92-C531-3F2BCEAC4989}"/>
              </a:ext>
            </a:extLst>
          </p:cNvPr>
          <p:cNvSpPr>
            <a:spLocks noGrp="1"/>
          </p:cNvSpPr>
          <p:nvPr>
            <p:ph type="body" idx="1"/>
          </p:nvPr>
        </p:nvSpPr>
        <p:spPr>
          <a:xfrm>
            <a:off x="723900" y="1630015"/>
            <a:ext cx="10727798" cy="4462447"/>
          </a:xfrm>
          <a:prstGeom prst="rect">
            <a:avLst/>
          </a:prstGeom>
        </p:spPr>
        <p:txBody>
          <a:bodyPr vert="horz" lIns="22860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07877539"/>
      </p:ext>
    </p:extLst>
  </p:cSld>
  <p:clrMap bg1="lt1" tx1="dk1" bg2="lt2" tx2="dk2" accent1="accent1" accent2="accent2" accent3="accent3" accent4="accent4" accent5="accent5" accent6="accent6" hlink="hlink" folHlink="folHlink"/>
  <p:sldLayoutIdLst>
    <p:sldLayoutId id="2147483943" r:id="rId1"/>
    <p:sldLayoutId id="2147483944" r:id="rId2"/>
    <p:sldLayoutId id="2147483945" r:id="rId3"/>
    <p:sldLayoutId id="2147483946" r:id="rId4"/>
    <p:sldLayoutId id="2147483947" r:id="rId5"/>
    <p:sldLayoutId id="2147483948" r:id="rId6"/>
    <p:sldLayoutId id="2147483949" r:id="rId7"/>
    <p:sldLayoutId id="2147483950" r:id="rId8"/>
    <p:sldLayoutId id="2147483951" r:id="rId9"/>
    <p:sldLayoutId id="2147483952" r:id="rId10"/>
    <p:sldLayoutId id="2147483953" r:id="rId11"/>
    <p:sldLayoutId id="2147483954" r:id="rId12"/>
    <p:sldLayoutId id="2147483955" r:id="rId13"/>
    <p:sldLayoutId id="2147483956" r:id="rId14"/>
    <p:sldLayoutId id="2147483957" r:id="rId15"/>
    <p:sldLayoutId id="2147483958" r:id="rId16"/>
  </p:sldLayoutIdLst>
  <p:txStyles>
    <p:titleStyle>
      <a:lvl1pPr marL="201700" indent="-201700" algn="l" defTabSz="529849" rtl="0" eaLnBrk="1" latinLnBrk="0" hangingPunct="1">
        <a:lnSpc>
          <a:spcPts val="3000"/>
        </a:lnSpc>
        <a:spcBef>
          <a:spcPct val="0"/>
        </a:spcBef>
        <a:buSzPct val="102000"/>
        <a:buFontTx/>
        <a:buBlip>
          <a:blip r:embed="rId19"/>
        </a:buBlip>
        <a:tabLst/>
        <a:defRPr sz="2800" b="1" i="0" kern="1200" baseline="0">
          <a:solidFill>
            <a:schemeClr val="accent1"/>
          </a:solidFill>
          <a:latin typeface="Avenir Heavy" panose="02000503020000020003" pitchFamily="2" charset="0"/>
          <a:ea typeface="+mj-ea"/>
          <a:cs typeface="+mj-cs"/>
        </a:defRPr>
      </a:lvl1pPr>
    </p:titleStyle>
    <p:bodyStyle>
      <a:lvl1pPr marL="0" indent="0" algn="l" defTabSz="529849" rtl="0" eaLnBrk="1" latinLnBrk="0" hangingPunct="1">
        <a:lnSpc>
          <a:spcPct val="148000"/>
        </a:lnSpc>
        <a:spcBef>
          <a:spcPts val="100"/>
        </a:spcBef>
        <a:spcAft>
          <a:spcPts val="600"/>
        </a:spcAft>
        <a:buClr>
          <a:schemeClr val="accent2"/>
        </a:buClr>
        <a:buFont typeface="Arial" panose="020B0604020202020204" pitchFamily="34" charset="0"/>
        <a:buNone/>
        <a:defRPr lang="en-US" sz="2400" b="0" i="0" kern="1200" baseline="0" dirty="0">
          <a:solidFill>
            <a:schemeClr val="tx1"/>
          </a:solidFill>
          <a:latin typeface="+mn-lt"/>
          <a:ea typeface="+mn-ea"/>
          <a:cs typeface="Arial"/>
        </a:defRPr>
      </a:lvl1pPr>
      <a:lvl2pPr marL="320040" indent="-320040" algn="l" defTabSz="228600" rtl="0" eaLnBrk="1" latinLnBrk="0" hangingPunct="1">
        <a:lnSpc>
          <a:spcPct val="148000"/>
        </a:lnSpc>
        <a:spcBef>
          <a:spcPts val="100"/>
        </a:spcBef>
        <a:spcAft>
          <a:spcPts val="600"/>
        </a:spcAft>
        <a:buClr>
          <a:schemeClr val="accent2"/>
        </a:buClr>
        <a:buFont typeface="Arial" panose="020B0604020202020204" pitchFamily="34" charset="0"/>
        <a:buChar char="•"/>
        <a:defRPr sz="2000" b="0" i="0" kern="1200">
          <a:solidFill>
            <a:schemeClr val="accent4">
              <a:lumMod val="50000"/>
            </a:schemeClr>
          </a:solidFill>
          <a:latin typeface="+mn-lt"/>
          <a:ea typeface="+mn-ea"/>
          <a:cs typeface="+mn-cs"/>
        </a:defRPr>
      </a:lvl2pPr>
      <a:lvl3pPr marL="685800" marR="0" indent="-292608" algn="l" defTabSz="529849" rtl="0" eaLnBrk="1" fontAlgn="auto" latinLnBrk="0" hangingPunct="1">
        <a:lnSpc>
          <a:spcPct val="148000"/>
        </a:lnSpc>
        <a:spcBef>
          <a:spcPts val="100"/>
        </a:spcBef>
        <a:spcAft>
          <a:spcPts val="600"/>
        </a:spcAft>
        <a:buClr>
          <a:schemeClr val="accent2"/>
        </a:buClr>
        <a:buSzTx/>
        <a:buFont typeface="System Font Regular"/>
        <a:buChar char="–"/>
        <a:tabLst/>
        <a:defRPr sz="1800" b="0" i="0" kern="1200">
          <a:solidFill>
            <a:schemeClr val="accent4"/>
          </a:solidFill>
          <a:latin typeface="+mn-lt"/>
          <a:ea typeface="+mn-ea"/>
          <a:cs typeface="+mn-cs"/>
        </a:defRPr>
      </a:lvl3pPr>
      <a:lvl4pPr marL="1051560" indent="-274320" algn="l" defTabSz="529849" rtl="0" eaLnBrk="1" latinLnBrk="0" hangingPunct="1">
        <a:lnSpc>
          <a:spcPct val="148000"/>
        </a:lnSpc>
        <a:spcBef>
          <a:spcPts val="100"/>
        </a:spcBef>
        <a:spcAft>
          <a:spcPts val="600"/>
        </a:spcAft>
        <a:buClr>
          <a:schemeClr val="accent2"/>
        </a:buClr>
        <a:buSzPct val="80000"/>
        <a:buFont typeface="Arial" panose="020B0604020202020204" pitchFamily="34" charset="0"/>
        <a:buChar char="•"/>
        <a:defRPr sz="1600" b="0" i="0" kern="1200" baseline="0">
          <a:solidFill>
            <a:schemeClr val="accent5"/>
          </a:solidFill>
          <a:latin typeface="+mn-lt"/>
          <a:ea typeface="+mn-ea"/>
          <a:cs typeface="+mn-cs"/>
        </a:defRPr>
      </a:lvl4pPr>
      <a:lvl5pPr marL="1417320" indent="-292608" algn="l" defTabSz="529849" rtl="0" eaLnBrk="1" latinLnBrk="0" hangingPunct="1">
        <a:lnSpc>
          <a:spcPct val="148000"/>
        </a:lnSpc>
        <a:spcBef>
          <a:spcPts val="100"/>
        </a:spcBef>
        <a:spcAft>
          <a:spcPts val="600"/>
        </a:spcAft>
        <a:buClr>
          <a:schemeClr val="accent2"/>
        </a:buClr>
        <a:buSzPct val="90000"/>
        <a:buFont typeface="System Font Regular"/>
        <a:buChar char="–"/>
        <a:defRPr sz="1400" b="0" i="0" kern="1200" baseline="0">
          <a:solidFill>
            <a:schemeClr val="accent5"/>
          </a:solidFill>
          <a:latin typeface="+mn-lt"/>
          <a:ea typeface="+mn-ea"/>
          <a:cs typeface="+mn-cs"/>
        </a:defRPr>
      </a:lvl5pPr>
      <a:lvl6pPr marL="1457088" indent="-132462" algn="l" defTabSz="529849" rtl="0" eaLnBrk="1" latinLnBrk="0" hangingPunct="1">
        <a:lnSpc>
          <a:spcPct val="90000"/>
        </a:lnSpc>
        <a:spcBef>
          <a:spcPts val="289"/>
        </a:spcBef>
        <a:buFont typeface="Arial" panose="020B0604020202020204" pitchFamily="34" charset="0"/>
        <a:buChar char="•"/>
        <a:defRPr sz="1043" kern="1200">
          <a:solidFill>
            <a:schemeClr val="tx1"/>
          </a:solidFill>
          <a:latin typeface="+mn-lt"/>
          <a:ea typeface="+mn-ea"/>
          <a:cs typeface="+mn-cs"/>
        </a:defRPr>
      </a:lvl6pPr>
      <a:lvl7pPr marL="1722012" indent="-132462" algn="l" defTabSz="529849" rtl="0" eaLnBrk="1" latinLnBrk="0" hangingPunct="1">
        <a:lnSpc>
          <a:spcPct val="90000"/>
        </a:lnSpc>
        <a:spcBef>
          <a:spcPts val="289"/>
        </a:spcBef>
        <a:buFont typeface="Arial" panose="020B0604020202020204" pitchFamily="34" charset="0"/>
        <a:buChar char="•"/>
        <a:defRPr sz="1043" kern="1200">
          <a:solidFill>
            <a:schemeClr val="tx1"/>
          </a:solidFill>
          <a:latin typeface="+mn-lt"/>
          <a:ea typeface="+mn-ea"/>
          <a:cs typeface="+mn-cs"/>
        </a:defRPr>
      </a:lvl7pPr>
      <a:lvl8pPr marL="1986936" indent="-132462" algn="l" defTabSz="529849" rtl="0" eaLnBrk="1" latinLnBrk="0" hangingPunct="1">
        <a:lnSpc>
          <a:spcPct val="90000"/>
        </a:lnSpc>
        <a:spcBef>
          <a:spcPts val="289"/>
        </a:spcBef>
        <a:buFont typeface="Arial" panose="020B0604020202020204" pitchFamily="34" charset="0"/>
        <a:buChar char="•"/>
        <a:defRPr sz="1043" kern="1200">
          <a:solidFill>
            <a:schemeClr val="tx1"/>
          </a:solidFill>
          <a:latin typeface="+mn-lt"/>
          <a:ea typeface="+mn-ea"/>
          <a:cs typeface="+mn-cs"/>
        </a:defRPr>
      </a:lvl8pPr>
      <a:lvl9pPr marL="2251861" indent="-132462" algn="l" defTabSz="529849" rtl="0" eaLnBrk="1" latinLnBrk="0" hangingPunct="1">
        <a:lnSpc>
          <a:spcPct val="90000"/>
        </a:lnSpc>
        <a:spcBef>
          <a:spcPts val="289"/>
        </a:spcBef>
        <a:buFont typeface="Arial" panose="020B0604020202020204" pitchFamily="34" charset="0"/>
        <a:buChar char="•"/>
        <a:defRPr sz="1043" kern="1200">
          <a:solidFill>
            <a:schemeClr val="tx1"/>
          </a:solidFill>
          <a:latin typeface="+mn-lt"/>
          <a:ea typeface="+mn-ea"/>
          <a:cs typeface="+mn-cs"/>
        </a:defRPr>
      </a:lvl9pPr>
    </p:bodyStyle>
    <p:otherStyle>
      <a:defPPr>
        <a:defRPr lang="en-US"/>
      </a:defPPr>
      <a:lvl1pPr marL="0" algn="l" defTabSz="529849" rtl="0" eaLnBrk="1" latinLnBrk="0" hangingPunct="1">
        <a:defRPr sz="1043" kern="1200">
          <a:solidFill>
            <a:schemeClr val="tx1"/>
          </a:solidFill>
          <a:latin typeface="+mn-lt"/>
          <a:ea typeface="+mn-ea"/>
          <a:cs typeface="+mn-cs"/>
        </a:defRPr>
      </a:lvl1pPr>
      <a:lvl2pPr marL="264925" algn="l" defTabSz="529849" rtl="0" eaLnBrk="1" latinLnBrk="0" hangingPunct="1">
        <a:defRPr sz="1043" kern="1200">
          <a:solidFill>
            <a:schemeClr val="tx1"/>
          </a:solidFill>
          <a:latin typeface="+mn-lt"/>
          <a:ea typeface="+mn-ea"/>
          <a:cs typeface="+mn-cs"/>
        </a:defRPr>
      </a:lvl2pPr>
      <a:lvl3pPr marL="529849" algn="l" defTabSz="529849" rtl="0" eaLnBrk="1" latinLnBrk="0" hangingPunct="1">
        <a:defRPr sz="1043" kern="1200">
          <a:solidFill>
            <a:schemeClr val="tx1"/>
          </a:solidFill>
          <a:latin typeface="+mn-lt"/>
          <a:ea typeface="+mn-ea"/>
          <a:cs typeface="+mn-cs"/>
        </a:defRPr>
      </a:lvl3pPr>
      <a:lvl4pPr marL="794774" algn="l" defTabSz="529849" rtl="0" eaLnBrk="1" latinLnBrk="0" hangingPunct="1">
        <a:defRPr sz="1043" kern="1200">
          <a:solidFill>
            <a:schemeClr val="tx1"/>
          </a:solidFill>
          <a:latin typeface="+mn-lt"/>
          <a:ea typeface="+mn-ea"/>
          <a:cs typeface="+mn-cs"/>
        </a:defRPr>
      </a:lvl4pPr>
      <a:lvl5pPr marL="1059700" algn="l" defTabSz="529849" rtl="0" eaLnBrk="1" latinLnBrk="0" hangingPunct="1">
        <a:defRPr sz="1043" kern="1200">
          <a:solidFill>
            <a:schemeClr val="tx1"/>
          </a:solidFill>
          <a:latin typeface="+mn-lt"/>
          <a:ea typeface="+mn-ea"/>
          <a:cs typeface="+mn-cs"/>
        </a:defRPr>
      </a:lvl5pPr>
      <a:lvl6pPr marL="1324624" algn="l" defTabSz="529849" rtl="0" eaLnBrk="1" latinLnBrk="0" hangingPunct="1">
        <a:defRPr sz="1043" kern="1200">
          <a:solidFill>
            <a:schemeClr val="tx1"/>
          </a:solidFill>
          <a:latin typeface="+mn-lt"/>
          <a:ea typeface="+mn-ea"/>
          <a:cs typeface="+mn-cs"/>
        </a:defRPr>
      </a:lvl6pPr>
      <a:lvl7pPr marL="1589549" algn="l" defTabSz="529849" rtl="0" eaLnBrk="1" latinLnBrk="0" hangingPunct="1">
        <a:defRPr sz="1043" kern="1200">
          <a:solidFill>
            <a:schemeClr val="tx1"/>
          </a:solidFill>
          <a:latin typeface="+mn-lt"/>
          <a:ea typeface="+mn-ea"/>
          <a:cs typeface="+mn-cs"/>
        </a:defRPr>
      </a:lvl7pPr>
      <a:lvl8pPr marL="1854474" algn="l" defTabSz="529849" rtl="0" eaLnBrk="1" latinLnBrk="0" hangingPunct="1">
        <a:defRPr sz="1043" kern="1200">
          <a:solidFill>
            <a:schemeClr val="tx1"/>
          </a:solidFill>
          <a:latin typeface="+mn-lt"/>
          <a:ea typeface="+mn-ea"/>
          <a:cs typeface="+mn-cs"/>
        </a:defRPr>
      </a:lvl8pPr>
      <a:lvl9pPr marL="2119399" algn="l" defTabSz="529849" rtl="0" eaLnBrk="1" latinLnBrk="0" hangingPunct="1">
        <a:defRPr sz="1043"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08">
          <p15:clr>
            <a:srgbClr val="9FCC3B"/>
          </p15:clr>
        </p15:guide>
        <p15:guide id="2" orient="horz" pos="296">
          <p15:clr>
            <a:srgbClr val="9FCC3B"/>
          </p15:clr>
        </p15:guide>
        <p15:guide id="3" orient="horz" pos="949">
          <p15:clr>
            <a:srgbClr val="9FCC3B"/>
          </p15:clr>
        </p15:guide>
        <p15:guide id="5" orient="horz" pos="3682">
          <p15:clr>
            <a:srgbClr val="9FCC3B"/>
          </p15:clr>
        </p15:guide>
        <p15:guide id="8" orient="horz" pos="3911">
          <p15:clr>
            <a:srgbClr val="9FCC3B"/>
          </p15:clr>
        </p15:guide>
        <p15:guide id="9" orient="horz" pos="3322">
          <p15:clr>
            <a:srgbClr val="9FCC3B"/>
          </p15:clr>
        </p15:guide>
        <p15:guide id="10" pos="7214">
          <p15:clr>
            <a:srgbClr val="9FCC3B"/>
          </p15:clr>
        </p15:guide>
        <p15:guide id="11" pos="456">
          <p15:clr>
            <a:srgbClr val="9FCC3B"/>
          </p15:clr>
        </p15:guide>
        <p15:guide id="12" pos="579">
          <p15:clr>
            <a:srgbClr val="9FCC3B"/>
          </p15:clr>
        </p15:guide>
        <p15:guide id="13" orient="horz" pos="4104">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24427" y="447125"/>
            <a:ext cx="10727800" cy="1051687"/>
          </a:xfrm>
          <a:prstGeom prst="rect">
            <a:avLst/>
          </a:prstGeom>
        </p:spPr>
        <p:txBody>
          <a:bodyPr vert="horz" lIns="0" tIns="182880" rIns="228600" bIns="45720" rtlCol="0" anchor="ctr">
            <a:noAutofit/>
          </a:bodyPr>
          <a:lstStyle/>
          <a:p>
            <a:r>
              <a:rPr lang="en-US"/>
              <a:t>Click to Edit Title</a:t>
            </a:r>
          </a:p>
        </p:txBody>
      </p:sp>
      <p:sp>
        <p:nvSpPr>
          <p:cNvPr id="10" name="TextBox 9">
            <a:extLst>
              <a:ext uri="{FF2B5EF4-FFF2-40B4-BE49-F238E27FC236}">
                <a16:creationId xmlns:a16="http://schemas.microsoft.com/office/drawing/2014/main" id="{0CA999F6-54C2-70DD-323C-1904075D0730}"/>
              </a:ext>
            </a:extLst>
          </p:cNvPr>
          <p:cNvSpPr txBox="1"/>
          <p:nvPr userDrawn="1"/>
        </p:nvSpPr>
        <p:spPr>
          <a:xfrm>
            <a:off x="723901" y="6446437"/>
            <a:ext cx="2045804" cy="184666"/>
          </a:xfrm>
          <a:prstGeom prst="rect">
            <a:avLst/>
          </a:prstGeom>
        </p:spPr>
        <p:txBody>
          <a:bodyPr wrap="square" lIns="0" rtlCol="0">
            <a:noAutofit/>
          </a:bodyPr>
          <a:lstStyle/>
          <a:p>
            <a:pPr marL="0" indent="0" algn="l">
              <a:spcBef>
                <a:spcPts val="281"/>
              </a:spcBef>
              <a:buFontTx/>
              <a:buNone/>
            </a:pPr>
            <a:fld id="{AA60669B-C963-E74E-AFE9-64193F3F50D2}" type="datetime3">
              <a:rPr lang="en-US" sz="600" b="0" i="0" smtClean="0">
                <a:solidFill>
                  <a:schemeClr val="accent4"/>
                </a:solidFill>
                <a:latin typeface="Avenir Book" panose="02000503020000020003" pitchFamily="2" charset="0"/>
              </a:rPr>
              <a:pPr marL="0" indent="0" algn="l">
                <a:spcBef>
                  <a:spcPts val="281"/>
                </a:spcBef>
                <a:buFontTx/>
                <a:buNone/>
              </a:pPr>
              <a:t>23 September 2025</a:t>
            </a:fld>
            <a:endParaRPr lang="en-US" sz="600" b="0" i="0">
              <a:solidFill>
                <a:schemeClr val="accent4"/>
              </a:solidFill>
              <a:latin typeface="Avenir Book" panose="02000503020000020003" pitchFamily="2" charset="0"/>
            </a:endParaRPr>
          </a:p>
        </p:txBody>
      </p:sp>
      <p:sp>
        <p:nvSpPr>
          <p:cNvPr id="9" name="TextBox 8">
            <a:extLst>
              <a:ext uri="{FF2B5EF4-FFF2-40B4-BE49-F238E27FC236}">
                <a16:creationId xmlns:a16="http://schemas.microsoft.com/office/drawing/2014/main" id="{0543CDB4-3071-06B0-72DD-C62411CB7694}"/>
              </a:ext>
            </a:extLst>
          </p:cNvPr>
          <p:cNvSpPr txBox="1"/>
          <p:nvPr userDrawn="1"/>
        </p:nvSpPr>
        <p:spPr>
          <a:xfrm>
            <a:off x="11090788" y="6448148"/>
            <a:ext cx="466273" cy="182956"/>
          </a:xfrm>
          <a:prstGeom prst="rect">
            <a:avLst/>
          </a:prstGeom>
        </p:spPr>
        <p:txBody>
          <a:bodyPr wrap="square" rtlCol="0">
            <a:noAutofit/>
          </a:bodyPr>
          <a:lstStyle/>
          <a:p>
            <a:pPr marL="0" indent="0" algn="r">
              <a:spcBef>
                <a:spcPts val="281"/>
              </a:spcBef>
              <a:buFontTx/>
              <a:buNone/>
            </a:pPr>
            <a:fld id="{042A0B4C-D6B4-3E46-9492-91B00F3524BF}" type="slidenum">
              <a:rPr lang="en-US" sz="600" b="0" i="0" smtClean="0">
                <a:solidFill>
                  <a:schemeClr val="bg1">
                    <a:lumMod val="50000"/>
                  </a:schemeClr>
                </a:solidFill>
                <a:latin typeface="Avenir Book" panose="02000503020000020003" pitchFamily="2" charset="0"/>
              </a:rPr>
              <a:pPr marL="0" indent="0" algn="r">
                <a:spcBef>
                  <a:spcPts val="281"/>
                </a:spcBef>
                <a:buFontTx/>
                <a:buNone/>
              </a:pPr>
              <a:t>‹#›</a:t>
            </a:fld>
            <a:endParaRPr lang="en-US" sz="600" b="0" i="0">
              <a:solidFill>
                <a:schemeClr val="bg1">
                  <a:lumMod val="50000"/>
                </a:schemeClr>
              </a:solidFill>
              <a:latin typeface="Avenir Book" panose="02000503020000020003" pitchFamily="2" charset="0"/>
            </a:endParaRPr>
          </a:p>
        </p:txBody>
      </p:sp>
      <p:sp>
        <p:nvSpPr>
          <p:cNvPr id="13" name="Rectangle 12">
            <a:extLst>
              <a:ext uri="{FF2B5EF4-FFF2-40B4-BE49-F238E27FC236}">
                <a16:creationId xmlns:a16="http://schemas.microsoft.com/office/drawing/2014/main" id="{6C4BB22D-F973-60DD-09FF-FF3C019F95C3}"/>
              </a:ext>
            </a:extLst>
          </p:cNvPr>
          <p:cNvSpPr/>
          <p:nvPr userDrawn="1"/>
        </p:nvSpPr>
        <p:spPr>
          <a:xfrm>
            <a:off x="6193900" y="0"/>
            <a:ext cx="5257800" cy="91440"/>
          </a:xfrm>
          <a:prstGeom prst="rect">
            <a:avLst/>
          </a:prstGeom>
          <a:solidFill>
            <a:srgbClr val="E89C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6" b="0" i="0">
              <a:latin typeface="Avenir Book" panose="02000503020000020003" pitchFamily="2" charset="0"/>
            </a:endParaRPr>
          </a:p>
        </p:txBody>
      </p:sp>
      <p:pic>
        <p:nvPicPr>
          <p:cNvPr id="7" name="Picture 6">
            <a:extLst>
              <a:ext uri="{FF2B5EF4-FFF2-40B4-BE49-F238E27FC236}">
                <a16:creationId xmlns:a16="http://schemas.microsoft.com/office/drawing/2014/main" id="{7F80CEB6-1A95-9907-4E47-D038B26BE0DB}"/>
              </a:ext>
            </a:extLst>
          </p:cNvPr>
          <p:cNvPicPr>
            <a:picLocks noChangeAspect="1"/>
          </p:cNvPicPr>
          <p:nvPr userDrawn="1"/>
        </p:nvPicPr>
        <p:blipFill rotWithShape="1">
          <a:blip r:embed="rId18" cstate="screen">
            <a:extLst>
              <a:ext uri="{28A0092B-C50C-407E-A947-70E740481C1C}">
                <a14:useLocalDpi xmlns:a14="http://schemas.microsoft.com/office/drawing/2010/main"/>
              </a:ext>
            </a:extLst>
          </a:blip>
          <a:srcRect r="-80939"/>
          <a:stretch/>
        </p:blipFill>
        <p:spPr>
          <a:xfrm>
            <a:off x="6193900" y="176122"/>
            <a:ext cx="5257800" cy="271003"/>
          </a:xfrm>
          <a:prstGeom prst="rect">
            <a:avLst/>
          </a:prstGeom>
        </p:spPr>
      </p:pic>
      <p:sp>
        <p:nvSpPr>
          <p:cNvPr id="15" name="object 6">
            <a:extLst>
              <a:ext uri="{FF2B5EF4-FFF2-40B4-BE49-F238E27FC236}">
                <a16:creationId xmlns:a16="http://schemas.microsoft.com/office/drawing/2014/main" id="{E3B10ABD-5025-C299-B34A-F9435F7D492C}"/>
              </a:ext>
            </a:extLst>
          </p:cNvPr>
          <p:cNvSpPr txBox="1"/>
          <p:nvPr userDrawn="1"/>
        </p:nvSpPr>
        <p:spPr>
          <a:xfrm>
            <a:off x="8794519" y="6483713"/>
            <a:ext cx="2468053" cy="116465"/>
          </a:xfrm>
          <a:prstGeom prst="rect">
            <a:avLst/>
          </a:prstGeom>
        </p:spPr>
        <p:txBody>
          <a:bodyPr vert="horz" wrap="square" lIns="0" tIns="8659" rIns="0" bIns="0" rtlCol="0">
            <a:noAutofit/>
          </a:bodyPr>
          <a:lstStyle/>
          <a:p>
            <a:pPr marL="8658" algn="r">
              <a:lnSpc>
                <a:spcPct val="100000"/>
              </a:lnSpc>
              <a:spcBef>
                <a:spcPts val="68"/>
              </a:spcBef>
            </a:pPr>
            <a:r>
              <a:rPr lang="en-US" sz="700" b="0" i="0" spc="0" baseline="0">
                <a:solidFill>
                  <a:srgbClr val="78787A"/>
                </a:solidFill>
                <a:latin typeface="Avenir Book" panose="02000503020000020003" pitchFamily="2" charset="0"/>
                <a:cs typeface="Arial"/>
              </a:rPr>
              <a:t>© Cyderes. All rights reserved. Highly confidential.</a:t>
            </a:r>
          </a:p>
        </p:txBody>
      </p:sp>
      <p:sp>
        <p:nvSpPr>
          <p:cNvPr id="8" name="Text Placeholder 7">
            <a:extLst>
              <a:ext uri="{FF2B5EF4-FFF2-40B4-BE49-F238E27FC236}">
                <a16:creationId xmlns:a16="http://schemas.microsoft.com/office/drawing/2014/main" id="{52809C6C-363F-9A92-C531-3F2BCEAC4989}"/>
              </a:ext>
            </a:extLst>
          </p:cNvPr>
          <p:cNvSpPr>
            <a:spLocks noGrp="1"/>
          </p:cNvSpPr>
          <p:nvPr>
            <p:ph type="body" idx="1"/>
          </p:nvPr>
        </p:nvSpPr>
        <p:spPr>
          <a:xfrm>
            <a:off x="723900" y="1630015"/>
            <a:ext cx="10727798" cy="4462447"/>
          </a:xfrm>
          <a:prstGeom prst="rect">
            <a:avLst/>
          </a:prstGeom>
        </p:spPr>
        <p:txBody>
          <a:bodyPr vert="horz" lIns="22860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8252669"/>
      </p:ext>
    </p:extLst>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 id="2147483984" r:id="rId12"/>
    <p:sldLayoutId id="2147483985" r:id="rId13"/>
    <p:sldLayoutId id="2147483986" r:id="rId14"/>
    <p:sldLayoutId id="2147483987" r:id="rId15"/>
    <p:sldLayoutId id="2147483988" r:id="rId16"/>
  </p:sldLayoutIdLst>
  <p:txStyles>
    <p:titleStyle>
      <a:lvl1pPr marL="201692" indent="-201692" algn="l" defTabSz="529828" rtl="0" eaLnBrk="1" latinLnBrk="0" hangingPunct="1">
        <a:lnSpc>
          <a:spcPts val="3000"/>
        </a:lnSpc>
        <a:spcBef>
          <a:spcPct val="0"/>
        </a:spcBef>
        <a:buSzPct val="102000"/>
        <a:buFontTx/>
        <a:buBlip>
          <a:blip r:embed="rId19"/>
        </a:buBlip>
        <a:tabLst/>
        <a:defRPr sz="2800" b="1" i="0" kern="1200" baseline="0">
          <a:solidFill>
            <a:schemeClr val="accent1"/>
          </a:solidFill>
          <a:latin typeface="Avenir Heavy" panose="02000503020000020003" pitchFamily="2" charset="0"/>
          <a:ea typeface="+mj-ea"/>
          <a:cs typeface="+mj-cs"/>
        </a:defRPr>
      </a:lvl1pPr>
    </p:titleStyle>
    <p:bodyStyle>
      <a:lvl1pPr marL="0" indent="0" algn="l" defTabSz="529828" rtl="0" eaLnBrk="1" latinLnBrk="0" hangingPunct="1">
        <a:lnSpc>
          <a:spcPct val="148000"/>
        </a:lnSpc>
        <a:spcBef>
          <a:spcPts val="100"/>
        </a:spcBef>
        <a:spcAft>
          <a:spcPts val="600"/>
        </a:spcAft>
        <a:buClr>
          <a:schemeClr val="accent2"/>
        </a:buClr>
        <a:buFont typeface="Arial" panose="020B0604020202020204" pitchFamily="34" charset="0"/>
        <a:buNone/>
        <a:defRPr lang="en-US" sz="2400" b="0" i="0" kern="1200" baseline="0" dirty="0">
          <a:solidFill>
            <a:schemeClr val="tx1"/>
          </a:solidFill>
          <a:latin typeface="+mn-lt"/>
          <a:ea typeface="+mn-ea"/>
          <a:cs typeface="Arial"/>
        </a:defRPr>
      </a:lvl1pPr>
      <a:lvl2pPr marL="320027" indent="-320027" algn="l" defTabSz="228590" rtl="0" eaLnBrk="1" latinLnBrk="0" hangingPunct="1">
        <a:lnSpc>
          <a:spcPct val="148000"/>
        </a:lnSpc>
        <a:spcBef>
          <a:spcPts val="100"/>
        </a:spcBef>
        <a:spcAft>
          <a:spcPts val="600"/>
        </a:spcAft>
        <a:buClr>
          <a:schemeClr val="accent2"/>
        </a:buClr>
        <a:buFont typeface="Arial" panose="020B0604020202020204" pitchFamily="34" charset="0"/>
        <a:buChar char="•"/>
        <a:defRPr sz="2000" b="0" i="0" kern="1200">
          <a:solidFill>
            <a:schemeClr val="accent4">
              <a:lumMod val="50000"/>
            </a:schemeClr>
          </a:solidFill>
          <a:latin typeface="+mn-lt"/>
          <a:ea typeface="+mn-ea"/>
          <a:cs typeface="+mn-cs"/>
        </a:defRPr>
      </a:lvl2pPr>
      <a:lvl3pPr marL="685772" marR="0" indent="-292596" algn="l" defTabSz="529828" rtl="0" eaLnBrk="1" fontAlgn="auto" latinLnBrk="0" hangingPunct="1">
        <a:lnSpc>
          <a:spcPct val="148000"/>
        </a:lnSpc>
        <a:spcBef>
          <a:spcPts val="100"/>
        </a:spcBef>
        <a:spcAft>
          <a:spcPts val="600"/>
        </a:spcAft>
        <a:buClr>
          <a:schemeClr val="accent2"/>
        </a:buClr>
        <a:buSzTx/>
        <a:buFont typeface="System Font Regular"/>
        <a:buChar char="–"/>
        <a:tabLst/>
        <a:defRPr sz="1800" b="0" i="0" kern="1200">
          <a:solidFill>
            <a:schemeClr val="accent4"/>
          </a:solidFill>
          <a:latin typeface="+mn-lt"/>
          <a:ea typeface="+mn-ea"/>
          <a:cs typeface="+mn-cs"/>
        </a:defRPr>
      </a:lvl3pPr>
      <a:lvl4pPr marL="1051518" indent="-274309" algn="l" defTabSz="529828" rtl="0" eaLnBrk="1" latinLnBrk="0" hangingPunct="1">
        <a:lnSpc>
          <a:spcPct val="148000"/>
        </a:lnSpc>
        <a:spcBef>
          <a:spcPts val="100"/>
        </a:spcBef>
        <a:spcAft>
          <a:spcPts val="600"/>
        </a:spcAft>
        <a:buClr>
          <a:schemeClr val="accent2"/>
        </a:buClr>
        <a:buSzPct val="80000"/>
        <a:buFont typeface="Arial" panose="020B0604020202020204" pitchFamily="34" charset="0"/>
        <a:buChar char="•"/>
        <a:defRPr sz="1600" b="0" i="0" kern="1200" baseline="0">
          <a:solidFill>
            <a:schemeClr val="accent5"/>
          </a:solidFill>
          <a:latin typeface="+mn-lt"/>
          <a:ea typeface="+mn-ea"/>
          <a:cs typeface="+mn-cs"/>
        </a:defRPr>
      </a:lvl4pPr>
      <a:lvl5pPr marL="1417264" indent="-292596" algn="l" defTabSz="529828" rtl="0" eaLnBrk="1" latinLnBrk="0" hangingPunct="1">
        <a:lnSpc>
          <a:spcPct val="148000"/>
        </a:lnSpc>
        <a:spcBef>
          <a:spcPts val="100"/>
        </a:spcBef>
        <a:spcAft>
          <a:spcPts val="600"/>
        </a:spcAft>
        <a:buClr>
          <a:schemeClr val="accent2"/>
        </a:buClr>
        <a:buSzPct val="90000"/>
        <a:buFont typeface="System Font Regular"/>
        <a:buChar char="–"/>
        <a:defRPr sz="1400" b="0" i="0" kern="1200" baseline="0">
          <a:solidFill>
            <a:schemeClr val="accent5"/>
          </a:solidFill>
          <a:latin typeface="+mn-lt"/>
          <a:ea typeface="+mn-ea"/>
          <a:cs typeface="+mn-cs"/>
        </a:defRPr>
      </a:lvl5pPr>
      <a:lvl6pPr marL="1457029" indent="-132457" algn="l" defTabSz="529828" rtl="0" eaLnBrk="1" latinLnBrk="0" hangingPunct="1">
        <a:lnSpc>
          <a:spcPct val="90000"/>
        </a:lnSpc>
        <a:spcBef>
          <a:spcPts val="289"/>
        </a:spcBef>
        <a:buFont typeface="Arial" panose="020B0604020202020204" pitchFamily="34" charset="0"/>
        <a:buChar char="•"/>
        <a:defRPr sz="1043" kern="1200">
          <a:solidFill>
            <a:schemeClr val="tx1"/>
          </a:solidFill>
          <a:latin typeface="+mn-lt"/>
          <a:ea typeface="+mn-ea"/>
          <a:cs typeface="+mn-cs"/>
        </a:defRPr>
      </a:lvl6pPr>
      <a:lvl7pPr marL="1721944" indent="-132457" algn="l" defTabSz="529828" rtl="0" eaLnBrk="1" latinLnBrk="0" hangingPunct="1">
        <a:lnSpc>
          <a:spcPct val="90000"/>
        </a:lnSpc>
        <a:spcBef>
          <a:spcPts val="289"/>
        </a:spcBef>
        <a:buFont typeface="Arial" panose="020B0604020202020204" pitchFamily="34" charset="0"/>
        <a:buChar char="•"/>
        <a:defRPr sz="1043" kern="1200">
          <a:solidFill>
            <a:schemeClr val="tx1"/>
          </a:solidFill>
          <a:latin typeface="+mn-lt"/>
          <a:ea typeface="+mn-ea"/>
          <a:cs typeface="+mn-cs"/>
        </a:defRPr>
      </a:lvl7pPr>
      <a:lvl8pPr marL="1986857" indent="-132457" algn="l" defTabSz="529828" rtl="0" eaLnBrk="1" latinLnBrk="0" hangingPunct="1">
        <a:lnSpc>
          <a:spcPct val="90000"/>
        </a:lnSpc>
        <a:spcBef>
          <a:spcPts val="289"/>
        </a:spcBef>
        <a:buFont typeface="Arial" panose="020B0604020202020204" pitchFamily="34" charset="0"/>
        <a:buChar char="•"/>
        <a:defRPr sz="1043" kern="1200">
          <a:solidFill>
            <a:schemeClr val="tx1"/>
          </a:solidFill>
          <a:latin typeface="+mn-lt"/>
          <a:ea typeface="+mn-ea"/>
          <a:cs typeface="+mn-cs"/>
        </a:defRPr>
      </a:lvl8pPr>
      <a:lvl9pPr marL="2251771" indent="-132457" algn="l" defTabSz="529828" rtl="0" eaLnBrk="1" latinLnBrk="0" hangingPunct="1">
        <a:lnSpc>
          <a:spcPct val="90000"/>
        </a:lnSpc>
        <a:spcBef>
          <a:spcPts val="289"/>
        </a:spcBef>
        <a:buFont typeface="Arial" panose="020B0604020202020204" pitchFamily="34" charset="0"/>
        <a:buChar char="•"/>
        <a:defRPr sz="1043" kern="1200">
          <a:solidFill>
            <a:schemeClr val="tx1"/>
          </a:solidFill>
          <a:latin typeface="+mn-lt"/>
          <a:ea typeface="+mn-ea"/>
          <a:cs typeface="+mn-cs"/>
        </a:defRPr>
      </a:lvl9pPr>
    </p:bodyStyle>
    <p:otherStyle>
      <a:defPPr>
        <a:defRPr lang="en-US"/>
      </a:defPPr>
      <a:lvl1pPr marL="0" algn="l" defTabSz="529828" rtl="0" eaLnBrk="1" latinLnBrk="0" hangingPunct="1">
        <a:defRPr sz="1043" kern="1200">
          <a:solidFill>
            <a:schemeClr val="tx1"/>
          </a:solidFill>
          <a:latin typeface="+mn-lt"/>
          <a:ea typeface="+mn-ea"/>
          <a:cs typeface="+mn-cs"/>
        </a:defRPr>
      </a:lvl1pPr>
      <a:lvl2pPr marL="264914" algn="l" defTabSz="529828" rtl="0" eaLnBrk="1" latinLnBrk="0" hangingPunct="1">
        <a:defRPr sz="1043" kern="1200">
          <a:solidFill>
            <a:schemeClr val="tx1"/>
          </a:solidFill>
          <a:latin typeface="+mn-lt"/>
          <a:ea typeface="+mn-ea"/>
          <a:cs typeface="+mn-cs"/>
        </a:defRPr>
      </a:lvl2pPr>
      <a:lvl3pPr marL="529828" algn="l" defTabSz="529828" rtl="0" eaLnBrk="1" latinLnBrk="0" hangingPunct="1">
        <a:defRPr sz="1043" kern="1200">
          <a:solidFill>
            <a:schemeClr val="tx1"/>
          </a:solidFill>
          <a:latin typeface="+mn-lt"/>
          <a:ea typeface="+mn-ea"/>
          <a:cs typeface="+mn-cs"/>
        </a:defRPr>
      </a:lvl3pPr>
      <a:lvl4pPr marL="794742" algn="l" defTabSz="529828" rtl="0" eaLnBrk="1" latinLnBrk="0" hangingPunct="1">
        <a:defRPr sz="1043" kern="1200">
          <a:solidFill>
            <a:schemeClr val="tx1"/>
          </a:solidFill>
          <a:latin typeface="+mn-lt"/>
          <a:ea typeface="+mn-ea"/>
          <a:cs typeface="+mn-cs"/>
        </a:defRPr>
      </a:lvl4pPr>
      <a:lvl5pPr marL="1059658" algn="l" defTabSz="529828" rtl="0" eaLnBrk="1" latinLnBrk="0" hangingPunct="1">
        <a:defRPr sz="1043" kern="1200">
          <a:solidFill>
            <a:schemeClr val="tx1"/>
          </a:solidFill>
          <a:latin typeface="+mn-lt"/>
          <a:ea typeface="+mn-ea"/>
          <a:cs typeface="+mn-cs"/>
        </a:defRPr>
      </a:lvl5pPr>
      <a:lvl6pPr marL="1324571" algn="l" defTabSz="529828" rtl="0" eaLnBrk="1" latinLnBrk="0" hangingPunct="1">
        <a:defRPr sz="1043" kern="1200">
          <a:solidFill>
            <a:schemeClr val="tx1"/>
          </a:solidFill>
          <a:latin typeface="+mn-lt"/>
          <a:ea typeface="+mn-ea"/>
          <a:cs typeface="+mn-cs"/>
        </a:defRPr>
      </a:lvl6pPr>
      <a:lvl7pPr marL="1589485" algn="l" defTabSz="529828" rtl="0" eaLnBrk="1" latinLnBrk="0" hangingPunct="1">
        <a:defRPr sz="1043" kern="1200">
          <a:solidFill>
            <a:schemeClr val="tx1"/>
          </a:solidFill>
          <a:latin typeface="+mn-lt"/>
          <a:ea typeface="+mn-ea"/>
          <a:cs typeface="+mn-cs"/>
        </a:defRPr>
      </a:lvl7pPr>
      <a:lvl8pPr marL="1854400" algn="l" defTabSz="529828" rtl="0" eaLnBrk="1" latinLnBrk="0" hangingPunct="1">
        <a:defRPr sz="1043" kern="1200">
          <a:solidFill>
            <a:schemeClr val="tx1"/>
          </a:solidFill>
          <a:latin typeface="+mn-lt"/>
          <a:ea typeface="+mn-ea"/>
          <a:cs typeface="+mn-cs"/>
        </a:defRPr>
      </a:lvl8pPr>
      <a:lvl9pPr marL="2119314" algn="l" defTabSz="529828" rtl="0" eaLnBrk="1" latinLnBrk="0" hangingPunct="1">
        <a:defRPr sz="1043"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08">
          <p15:clr>
            <a:srgbClr val="9FCC3B"/>
          </p15:clr>
        </p15:guide>
        <p15:guide id="2" orient="horz" pos="296">
          <p15:clr>
            <a:srgbClr val="9FCC3B"/>
          </p15:clr>
        </p15:guide>
        <p15:guide id="3" orient="horz" pos="949">
          <p15:clr>
            <a:srgbClr val="9FCC3B"/>
          </p15:clr>
        </p15:guide>
        <p15:guide id="5" orient="horz" pos="3682">
          <p15:clr>
            <a:srgbClr val="9FCC3B"/>
          </p15:clr>
        </p15:guide>
        <p15:guide id="8" orient="horz" pos="3911">
          <p15:clr>
            <a:srgbClr val="9FCC3B"/>
          </p15:clr>
        </p15:guide>
        <p15:guide id="9" orient="horz" pos="3322">
          <p15:clr>
            <a:srgbClr val="9FCC3B"/>
          </p15:clr>
        </p15:guide>
        <p15:guide id="10" pos="7214">
          <p15:clr>
            <a:srgbClr val="9FCC3B"/>
          </p15:clr>
        </p15:guide>
        <p15:guide id="11" pos="456">
          <p15:clr>
            <a:srgbClr val="9FCC3B"/>
          </p15:clr>
        </p15:guide>
        <p15:guide id="12" pos="579">
          <p15:clr>
            <a:srgbClr val="9FCC3B"/>
          </p15:clr>
        </p15:guide>
        <p15:guide id="13" orient="horz" pos="4104">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24426" y="447124"/>
            <a:ext cx="10727799" cy="1051687"/>
          </a:xfrm>
          <a:prstGeom prst="rect">
            <a:avLst/>
          </a:prstGeom>
        </p:spPr>
        <p:txBody>
          <a:bodyPr vert="horz" lIns="0" tIns="182880" rIns="228600" bIns="45720" rtlCol="0" anchor="ctr">
            <a:noAutofit/>
          </a:bodyPr>
          <a:lstStyle/>
          <a:p>
            <a:r>
              <a:rPr lang="en-US"/>
              <a:t>Click to Edit Title</a:t>
            </a:r>
          </a:p>
        </p:txBody>
      </p:sp>
      <p:sp>
        <p:nvSpPr>
          <p:cNvPr id="10" name="TextBox 9">
            <a:extLst>
              <a:ext uri="{FF2B5EF4-FFF2-40B4-BE49-F238E27FC236}">
                <a16:creationId xmlns:a16="http://schemas.microsoft.com/office/drawing/2014/main" id="{0CA999F6-54C2-70DD-323C-1904075D0730}"/>
              </a:ext>
            </a:extLst>
          </p:cNvPr>
          <p:cNvSpPr txBox="1"/>
          <p:nvPr userDrawn="1"/>
        </p:nvSpPr>
        <p:spPr>
          <a:xfrm>
            <a:off x="723900" y="6446437"/>
            <a:ext cx="2045804" cy="184666"/>
          </a:xfrm>
          <a:prstGeom prst="rect">
            <a:avLst/>
          </a:prstGeom>
        </p:spPr>
        <p:txBody>
          <a:bodyPr wrap="square" lIns="0" rtlCol="0">
            <a:noAutofit/>
          </a:bodyPr>
          <a:lstStyle/>
          <a:p>
            <a:pPr marL="0" indent="0" algn="l">
              <a:spcBef>
                <a:spcPts val="281"/>
              </a:spcBef>
              <a:buFontTx/>
              <a:buNone/>
            </a:pPr>
            <a:r>
              <a:rPr lang="en-US" sz="600" b="0" i="0">
                <a:solidFill>
                  <a:schemeClr val="accent4"/>
                </a:solidFill>
                <a:latin typeface="Avenir Book" panose="02000503020000020003" pitchFamily="2" charset="0"/>
              </a:rPr>
              <a:t>Q2 2022</a:t>
            </a:r>
          </a:p>
        </p:txBody>
      </p:sp>
      <p:sp>
        <p:nvSpPr>
          <p:cNvPr id="9" name="TextBox 8">
            <a:extLst>
              <a:ext uri="{FF2B5EF4-FFF2-40B4-BE49-F238E27FC236}">
                <a16:creationId xmlns:a16="http://schemas.microsoft.com/office/drawing/2014/main" id="{0543CDB4-3071-06B0-72DD-C62411CB7694}"/>
              </a:ext>
            </a:extLst>
          </p:cNvPr>
          <p:cNvSpPr txBox="1"/>
          <p:nvPr userDrawn="1"/>
        </p:nvSpPr>
        <p:spPr>
          <a:xfrm>
            <a:off x="11090787" y="6448147"/>
            <a:ext cx="466273" cy="182956"/>
          </a:xfrm>
          <a:prstGeom prst="rect">
            <a:avLst/>
          </a:prstGeom>
        </p:spPr>
        <p:txBody>
          <a:bodyPr wrap="square" rtlCol="0">
            <a:noAutofit/>
          </a:bodyPr>
          <a:lstStyle/>
          <a:p>
            <a:pPr marL="0" indent="0" algn="r">
              <a:spcBef>
                <a:spcPts val="281"/>
              </a:spcBef>
              <a:buFontTx/>
              <a:buNone/>
            </a:pPr>
            <a:fld id="{042A0B4C-D6B4-3E46-9492-91B00F3524BF}" type="slidenum">
              <a:rPr lang="en-US" sz="600" b="0" i="0" smtClean="0">
                <a:solidFill>
                  <a:schemeClr val="bg1">
                    <a:lumMod val="50000"/>
                  </a:schemeClr>
                </a:solidFill>
                <a:latin typeface="Avenir Book" panose="02000503020000020003" pitchFamily="2" charset="0"/>
              </a:rPr>
              <a:pPr marL="0" indent="0" algn="r">
                <a:spcBef>
                  <a:spcPts val="281"/>
                </a:spcBef>
                <a:buFontTx/>
                <a:buNone/>
              </a:pPr>
              <a:t>‹#›</a:t>
            </a:fld>
            <a:endParaRPr lang="en-US" sz="600" b="0" i="0">
              <a:solidFill>
                <a:schemeClr val="bg1">
                  <a:lumMod val="50000"/>
                </a:schemeClr>
              </a:solidFill>
              <a:latin typeface="Avenir Book" panose="02000503020000020003" pitchFamily="2" charset="0"/>
            </a:endParaRPr>
          </a:p>
        </p:txBody>
      </p:sp>
      <p:sp>
        <p:nvSpPr>
          <p:cNvPr id="13" name="Rectangle 12">
            <a:extLst>
              <a:ext uri="{FF2B5EF4-FFF2-40B4-BE49-F238E27FC236}">
                <a16:creationId xmlns:a16="http://schemas.microsoft.com/office/drawing/2014/main" id="{6C4BB22D-F973-60DD-09FF-FF3C019F95C3}"/>
              </a:ext>
            </a:extLst>
          </p:cNvPr>
          <p:cNvSpPr/>
          <p:nvPr userDrawn="1"/>
        </p:nvSpPr>
        <p:spPr>
          <a:xfrm>
            <a:off x="6193899" y="0"/>
            <a:ext cx="5257800" cy="91440"/>
          </a:xfrm>
          <a:prstGeom prst="rect">
            <a:avLst/>
          </a:prstGeom>
          <a:solidFill>
            <a:srgbClr val="E89C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7" b="0" i="0">
              <a:latin typeface="Avenir Book" panose="02000503020000020003" pitchFamily="2" charset="0"/>
            </a:endParaRPr>
          </a:p>
        </p:txBody>
      </p:sp>
      <p:pic>
        <p:nvPicPr>
          <p:cNvPr id="7" name="Picture 6">
            <a:extLst>
              <a:ext uri="{FF2B5EF4-FFF2-40B4-BE49-F238E27FC236}">
                <a16:creationId xmlns:a16="http://schemas.microsoft.com/office/drawing/2014/main" id="{7F80CEB6-1A95-9907-4E47-D038B26BE0DB}"/>
              </a:ext>
            </a:extLst>
          </p:cNvPr>
          <p:cNvPicPr>
            <a:picLocks noChangeAspect="1"/>
          </p:cNvPicPr>
          <p:nvPr userDrawn="1"/>
        </p:nvPicPr>
        <p:blipFill rotWithShape="1">
          <a:blip r:embed="rId17" cstate="screen">
            <a:extLst>
              <a:ext uri="{28A0092B-C50C-407E-A947-70E740481C1C}">
                <a14:useLocalDpi xmlns:a14="http://schemas.microsoft.com/office/drawing/2010/main"/>
              </a:ext>
            </a:extLst>
          </a:blip>
          <a:srcRect r="-80939"/>
          <a:stretch/>
        </p:blipFill>
        <p:spPr>
          <a:xfrm>
            <a:off x="6193899" y="176121"/>
            <a:ext cx="5257800" cy="271003"/>
          </a:xfrm>
          <a:prstGeom prst="rect">
            <a:avLst/>
          </a:prstGeom>
        </p:spPr>
      </p:pic>
      <p:sp>
        <p:nvSpPr>
          <p:cNvPr id="15" name="object 6">
            <a:extLst>
              <a:ext uri="{FF2B5EF4-FFF2-40B4-BE49-F238E27FC236}">
                <a16:creationId xmlns:a16="http://schemas.microsoft.com/office/drawing/2014/main" id="{E3B10ABD-5025-C299-B34A-F9435F7D492C}"/>
              </a:ext>
            </a:extLst>
          </p:cNvPr>
          <p:cNvSpPr txBox="1"/>
          <p:nvPr userDrawn="1"/>
        </p:nvSpPr>
        <p:spPr>
          <a:xfrm>
            <a:off x="8794518" y="6483712"/>
            <a:ext cx="2468053" cy="116465"/>
          </a:xfrm>
          <a:prstGeom prst="rect">
            <a:avLst/>
          </a:prstGeom>
        </p:spPr>
        <p:txBody>
          <a:bodyPr vert="horz" wrap="square" lIns="0" tIns="8659" rIns="0" bIns="0" rtlCol="0">
            <a:noAutofit/>
          </a:bodyPr>
          <a:lstStyle/>
          <a:p>
            <a:pPr marL="8658" algn="r">
              <a:lnSpc>
                <a:spcPct val="100000"/>
              </a:lnSpc>
              <a:spcBef>
                <a:spcPts val="68"/>
              </a:spcBef>
            </a:pPr>
            <a:r>
              <a:rPr lang="en-US" sz="700" b="0" i="0" spc="0" baseline="0">
                <a:solidFill>
                  <a:srgbClr val="78787A"/>
                </a:solidFill>
                <a:latin typeface="Avenir Book" panose="02000503020000020003" pitchFamily="2" charset="0"/>
                <a:cs typeface="Arial"/>
              </a:rPr>
              <a:t>© Cyderes. All rights reserved. Highly confidential.</a:t>
            </a:r>
          </a:p>
        </p:txBody>
      </p:sp>
      <p:sp>
        <p:nvSpPr>
          <p:cNvPr id="8" name="Text Placeholder 7">
            <a:extLst>
              <a:ext uri="{FF2B5EF4-FFF2-40B4-BE49-F238E27FC236}">
                <a16:creationId xmlns:a16="http://schemas.microsoft.com/office/drawing/2014/main" id="{52809C6C-363F-9A92-C531-3F2BCEAC4989}"/>
              </a:ext>
            </a:extLst>
          </p:cNvPr>
          <p:cNvSpPr>
            <a:spLocks noGrp="1"/>
          </p:cNvSpPr>
          <p:nvPr>
            <p:ph type="body" idx="1"/>
          </p:nvPr>
        </p:nvSpPr>
        <p:spPr>
          <a:xfrm>
            <a:off x="723900" y="1630015"/>
            <a:ext cx="10727798" cy="4462447"/>
          </a:xfrm>
          <a:prstGeom prst="rect">
            <a:avLst/>
          </a:prstGeom>
        </p:spPr>
        <p:txBody>
          <a:bodyPr vert="horz" lIns="22860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0403453"/>
      </p:ext>
    </p:extLst>
  </p:cSld>
  <p:clrMap bg1="lt1" tx1="dk1" bg2="lt2" tx2="dk2" accent1="accent1" accent2="accent2" accent3="accent3" accent4="accent4" accent5="accent5" accent6="accent6" hlink="hlink" folHlink="folHlink"/>
  <p:sldLayoutIdLst>
    <p:sldLayoutId id="2147483990" r:id="rId1"/>
    <p:sldLayoutId id="2147483991" r:id="rId2"/>
    <p:sldLayoutId id="2147483992" r:id="rId3"/>
    <p:sldLayoutId id="2147483993" r:id="rId4"/>
    <p:sldLayoutId id="2147483994" r:id="rId5"/>
    <p:sldLayoutId id="2147483995" r:id="rId6"/>
    <p:sldLayoutId id="2147483996" r:id="rId7"/>
    <p:sldLayoutId id="2147483997" r:id="rId8"/>
    <p:sldLayoutId id="2147483998" r:id="rId9"/>
    <p:sldLayoutId id="2147483999" r:id="rId10"/>
    <p:sldLayoutId id="2147484000" r:id="rId11"/>
    <p:sldLayoutId id="2147484001" r:id="rId12"/>
    <p:sldLayoutId id="2147484002" r:id="rId13"/>
    <p:sldLayoutId id="2147484003" r:id="rId14"/>
    <p:sldLayoutId id="2147484004" r:id="rId15"/>
  </p:sldLayoutIdLst>
  <p:txStyles>
    <p:titleStyle>
      <a:lvl1pPr marL="201700" indent="-201700" algn="l" defTabSz="529849" rtl="0" eaLnBrk="1" latinLnBrk="0" hangingPunct="1">
        <a:lnSpc>
          <a:spcPts val="3000"/>
        </a:lnSpc>
        <a:spcBef>
          <a:spcPct val="0"/>
        </a:spcBef>
        <a:buSzPct val="102000"/>
        <a:buFontTx/>
        <a:buBlip>
          <a:blip r:embed="rId18"/>
        </a:buBlip>
        <a:tabLst/>
        <a:defRPr sz="2800" b="1" i="0" kern="1200" baseline="0">
          <a:solidFill>
            <a:schemeClr val="accent1"/>
          </a:solidFill>
          <a:latin typeface="Avenir Heavy" panose="02000503020000020003" pitchFamily="2" charset="0"/>
          <a:ea typeface="+mj-ea"/>
          <a:cs typeface="+mj-cs"/>
        </a:defRPr>
      </a:lvl1pPr>
    </p:titleStyle>
    <p:bodyStyle>
      <a:lvl1pPr marL="0" indent="0" algn="l" defTabSz="529849" rtl="0" eaLnBrk="1" latinLnBrk="0" hangingPunct="1">
        <a:lnSpc>
          <a:spcPct val="148000"/>
        </a:lnSpc>
        <a:spcBef>
          <a:spcPts val="100"/>
        </a:spcBef>
        <a:spcAft>
          <a:spcPts val="600"/>
        </a:spcAft>
        <a:buClr>
          <a:schemeClr val="accent2"/>
        </a:buClr>
        <a:buFont typeface="Arial" panose="020B0604020202020204" pitchFamily="34" charset="0"/>
        <a:buNone/>
        <a:defRPr lang="en-US" sz="2400" b="0" i="0" kern="1200" baseline="0" dirty="0">
          <a:solidFill>
            <a:schemeClr val="tx1"/>
          </a:solidFill>
          <a:latin typeface="+mn-lt"/>
          <a:ea typeface="+mn-ea"/>
          <a:cs typeface="Arial"/>
        </a:defRPr>
      </a:lvl1pPr>
      <a:lvl2pPr marL="320040" indent="-320040" algn="l" defTabSz="228600" rtl="0" eaLnBrk="1" latinLnBrk="0" hangingPunct="1">
        <a:lnSpc>
          <a:spcPct val="148000"/>
        </a:lnSpc>
        <a:spcBef>
          <a:spcPts val="100"/>
        </a:spcBef>
        <a:spcAft>
          <a:spcPts val="600"/>
        </a:spcAft>
        <a:buClr>
          <a:schemeClr val="accent2"/>
        </a:buClr>
        <a:buFont typeface="Arial" panose="020B0604020202020204" pitchFamily="34" charset="0"/>
        <a:buChar char="•"/>
        <a:defRPr sz="2000" b="0" i="0" kern="1200">
          <a:solidFill>
            <a:schemeClr val="accent4">
              <a:lumMod val="50000"/>
            </a:schemeClr>
          </a:solidFill>
          <a:latin typeface="+mn-lt"/>
          <a:ea typeface="+mn-ea"/>
          <a:cs typeface="+mn-cs"/>
        </a:defRPr>
      </a:lvl2pPr>
      <a:lvl3pPr marL="685800" marR="0" indent="-292608" algn="l" defTabSz="529849" rtl="0" eaLnBrk="1" fontAlgn="auto" latinLnBrk="0" hangingPunct="1">
        <a:lnSpc>
          <a:spcPct val="148000"/>
        </a:lnSpc>
        <a:spcBef>
          <a:spcPts val="100"/>
        </a:spcBef>
        <a:spcAft>
          <a:spcPts val="600"/>
        </a:spcAft>
        <a:buClr>
          <a:schemeClr val="accent2"/>
        </a:buClr>
        <a:buSzTx/>
        <a:buFont typeface="System Font Regular"/>
        <a:buChar char="–"/>
        <a:tabLst/>
        <a:defRPr sz="1800" b="0" i="0" kern="1200">
          <a:solidFill>
            <a:schemeClr val="accent4"/>
          </a:solidFill>
          <a:latin typeface="+mn-lt"/>
          <a:ea typeface="+mn-ea"/>
          <a:cs typeface="+mn-cs"/>
        </a:defRPr>
      </a:lvl3pPr>
      <a:lvl4pPr marL="1051560" indent="-274320" algn="l" defTabSz="529849" rtl="0" eaLnBrk="1" latinLnBrk="0" hangingPunct="1">
        <a:lnSpc>
          <a:spcPct val="148000"/>
        </a:lnSpc>
        <a:spcBef>
          <a:spcPts val="100"/>
        </a:spcBef>
        <a:spcAft>
          <a:spcPts val="600"/>
        </a:spcAft>
        <a:buClr>
          <a:schemeClr val="accent2"/>
        </a:buClr>
        <a:buSzPct val="80000"/>
        <a:buFont typeface="Arial" panose="020B0604020202020204" pitchFamily="34" charset="0"/>
        <a:buChar char="•"/>
        <a:defRPr sz="1600" b="0" i="0" kern="1200" baseline="0">
          <a:solidFill>
            <a:schemeClr val="accent5"/>
          </a:solidFill>
          <a:latin typeface="+mn-lt"/>
          <a:ea typeface="+mn-ea"/>
          <a:cs typeface="+mn-cs"/>
        </a:defRPr>
      </a:lvl4pPr>
      <a:lvl5pPr marL="1417320" indent="-292608" algn="l" defTabSz="529849" rtl="0" eaLnBrk="1" latinLnBrk="0" hangingPunct="1">
        <a:lnSpc>
          <a:spcPct val="148000"/>
        </a:lnSpc>
        <a:spcBef>
          <a:spcPts val="100"/>
        </a:spcBef>
        <a:spcAft>
          <a:spcPts val="600"/>
        </a:spcAft>
        <a:buClr>
          <a:schemeClr val="accent2"/>
        </a:buClr>
        <a:buSzPct val="90000"/>
        <a:buFont typeface="System Font Regular"/>
        <a:buChar char="–"/>
        <a:defRPr sz="1400" b="0" i="0" kern="1200" baseline="0">
          <a:solidFill>
            <a:schemeClr val="accent5"/>
          </a:solidFill>
          <a:latin typeface="+mn-lt"/>
          <a:ea typeface="+mn-ea"/>
          <a:cs typeface="+mn-cs"/>
        </a:defRPr>
      </a:lvl5pPr>
      <a:lvl6pPr marL="1457088" indent="-132462" algn="l" defTabSz="529849" rtl="0" eaLnBrk="1" latinLnBrk="0" hangingPunct="1">
        <a:lnSpc>
          <a:spcPct val="90000"/>
        </a:lnSpc>
        <a:spcBef>
          <a:spcPts val="289"/>
        </a:spcBef>
        <a:buFont typeface="Arial" panose="020B0604020202020204" pitchFamily="34" charset="0"/>
        <a:buChar char="•"/>
        <a:defRPr sz="1043" kern="1200">
          <a:solidFill>
            <a:schemeClr val="tx1"/>
          </a:solidFill>
          <a:latin typeface="+mn-lt"/>
          <a:ea typeface="+mn-ea"/>
          <a:cs typeface="+mn-cs"/>
        </a:defRPr>
      </a:lvl6pPr>
      <a:lvl7pPr marL="1722012" indent="-132462" algn="l" defTabSz="529849" rtl="0" eaLnBrk="1" latinLnBrk="0" hangingPunct="1">
        <a:lnSpc>
          <a:spcPct val="90000"/>
        </a:lnSpc>
        <a:spcBef>
          <a:spcPts val="289"/>
        </a:spcBef>
        <a:buFont typeface="Arial" panose="020B0604020202020204" pitchFamily="34" charset="0"/>
        <a:buChar char="•"/>
        <a:defRPr sz="1043" kern="1200">
          <a:solidFill>
            <a:schemeClr val="tx1"/>
          </a:solidFill>
          <a:latin typeface="+mn-lt"/>
          <a:ea typeface="+mn-ea"/>
          <a:cs typeface="+mn-cs"/>
        </a:defRPr>
      </a:lvl7pPr>
      <a:lvl8pPr marL="1986936" indent="-132462" algn="l" defTabSz="529849" rtl="0" eaLnBrk="1" latinLnBrk="0" hangingPunct="1">
        <a:lnSpc>
          <a:spcPct val="90000"/>
        </a:lnSpc>
        <a:spcBef>
          <a:spcPts val="289"/>
        </a:spcBef>
        <a:buFont typeface="Arial" panose="020B0604020202020204" pitchFamily="34" charset="0"/>
        <a:buChar char="•"/>
        <a:defRPr sz="1043" kern="1200">
          <a:solidFill>
            <a:schemeClr val="tx1"/>
          </a:solidFill>
          <a:latin typeface="+mn-lt"/>
          <a:ea typeface="+mn-ea"/>
          <a:cs typeface="+mn-cs"/>
        </a:defRPr>
      </a:lvl8pPr>
      <a:lvl9pPr marL="2251861" indent="-132462" algn="l" defTabSz="529849" rtl="0" eaLnBrk="1" latinLnBrk="0" hangingPunct="1">
        <a:lnSpc>
          <a:spcPct val="90000"/>
        </a:lnSpc>
        <a:spcBef>
          <a:spcPts val="289"/>
        </a:spcBef>
        <a:buFont typeface="Arial" panose="020B0604020202020204" pitchFamily="34" charset="0"/>
        <a:buChar char="•"/>
        <a:defRPr sz="1043" kern="1200">
          <a:solidFill>
            <a:schemeClr val="tx1"/>
          </a:solidFill>
          <a:latin typeface="+mn-lt"/>
          <a:ea typeface="+mn-ea"/>
          <a:cs typeface="+mn-cs"/>
        </a:defRPr>
      </a:lvl9pPr>
    </p:bodyStyle>
    <p:otherStyle>
      <a:defPPr>
        <a:defRPr lang="en-US"/>
      </a:defPPr>
      <a:lvl1pPr marL="0" algn="l" defTabSz="529849" rtl="0" eaLnBrk="1" latinLnBrk="0" hangingPunct="1">
        <a:defRPr sz="1043" kern="1200">
          <a:solidFill>
            <a:schemeClr val="tx1"/>
          </a:solidFill>
          <a:latin typeface="+mn-lt"/>
          <a:ea typeface="+mn-ea"/>
          <a:cs typeface="+mn-cs"/>
        </a:defRPr>
      </a:lvl1pPr>
      <a:lvl2pPr marL="264925" algn="l" defTabSz="529849" rtl="0" eaLnBrk="1" latinLnBrk="0" hangingPunct="1">
        <a:defRPr sz="1043" kern="1200">
          <a:solidFill>
            <a:schemeClr val="tx1"/>
          </a:solidFill>
          <a:latin typeface="+mn-lt"/>
          <a:ea typeface="+mn-ea"/>
          <a:cs typeface="+mn-cs"/>
        </a:defRPr>
      </a:lvl2pPr>
      <a:lvl3pPr marL="529849" algn="l" defTabSz="529849" rtl="0" eaLnBrk="1" latinLnBrk="0" hangingPunct="1">
        <a:defRPr sz="1043" kern="1200">
          <a:solidFill>
            <a:schemeClr val="tx1"/>
          </a:solidFill>
          <a:latin typeface="+mn-lt"/>
          <a:ea typeface="+mn-ea"/>
          <a:cs typeface="+mn-cs"/>
        </a:defRPr>
      </a:lvl3pPr>
      <a:lvl4pPr marL="794774" algn="l" defTabSz="529849" rtl="0" eaLnBrk="1" latinLnBrk="0" hangingPunct="1">
        <a:defRPr sz="1043" kern="1200">
          <a:solidFill>
            <a:schemeClr val="tx1"/>
          </a:solidFill>
          <a:latin typeface="+mn-lt"/>
          <a:ea typeface="+mn-ea"/>
          <a:cs typeface="+mn-cs"/>
        </a:defRPr>
      </a:lvl4pPr>
      <a:lvl5pPr marL="1059700" algn="l" defTabSz="529849" rtl="0" eaLnBrk="1" latinLnBrk="0" hangingPunct="1">
        <a:defRPr sz="1043" kern="1200">
          <a:solidFill>
            <a:schemeClr val="tx1"/>
          </a:solidFill>
          <a:latin typeface="+mn-lt"/>
          <a:ea typeface="+mn-ea"/>
          <a:cs typeface="+mn-cs"/>
        </a:defRPr>
      </a:lvl5pPr>
      <a:lvl6pPr marL="1324624" algn="l" defTabSz="529849" rtl="0" eaLnBrk="1" latinLnBrk="0" hangingPunct="1">
        <a:defRPr sz="1043" kern="1200">
          <a:solidFill>
            <a:schemeClr val="tx1"/>
          </a:solidFill>
          <a:latin typeface="+mn-lt"/>
          <a:ea typeface="+mn-ea"/>
          <a:cs typeface="+mn-cs"/>
        </a:defRPr>
      </a:lvl6pPr>
      <a:lvl7pPr marL="1589549" algn="l" defTabSz="529849" rtl="0" eaLnBrk="1" latinLnBrk="0" hangingPunct="1">
        <a:defRPr sz="1043" kern="1200">
          <a:solidFill>
            <a:schemeClr val="tx1"/>
          </a:solidFill>
          <a:latin typeface="+mn-lt"/>
          <a:ea typeface="+mn-ea"/>
          <a:cs typeface="+mn-cs"/>
        </a:defRPr>
      </a:lvl7pPr>
      <a:lvl8pPr marL="1854474" algn="l" defTabSz="529849" rtl="0" eaLnBrk="1" latinLnBrk="0" hangingPunct="1">
        <a:defRPr sz="1043" kern="1200">
          <a:solidFill>
            <a:schemeClr val="tx1"/>
          </a:solidFill>
          <a:latin typeface="+mn-lt"/>
          <a:ea typeface="+mn-ea"/>
          <a:cs typeface="+mn-cs"/>
        </a:defRPr>
      </a:lvl8pPr>
      <a:lvl9pPr marL="2119399" algn="l" defTabSz="529849" rtl="0" eaLnBrk="1" latinLnBrk="0" hangingPunct="1">
        <a:defRPr sz="1043"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08">
          <p15:clr>
            <a:srgbClr val="9FCC3B"/>
          </p15:clr>
        </p15:guide>
        <p15:guide id="2" orient="horz" pos="296">
          <p15:clr>
            <a:srgbClr val="9FCC3B"/>
          </p15:clr>
        </p15:guide>
        <p15:guide id="3" orient="horz" pos="949">
          <p15:clr>
            <a:srgbClr val="9FCC3B"/>
          </p15:clr>
        </p15:guide>
        <p15:guide id="5" orient="horz" pos="3682">
          <p15:clr>
            <a:srgbClr val="9FCC3B"/>
          </p15:clr>
        </p15:guide>
        <p15:guide id="8" orient="horz" pos="3911">
          <p15:clr>
            <a:srgbClr val="9FCC3B"/>
          </p15:clr>
        </p15:guide>
        <p15:guide id="9" orient="horz" pos="3322">
          <p15:clr>
            <a:srgbClr val="9FCC3B"/>
          </p15:clr>
        </p15:guide>
        <p15:guide id="10" pos="7214">
          <p15:clr>
            <a:srgbClr val="9FCC3B"/>
          </p15:clr>
        </p15:guide>
        <p15:guide id="11" pos="456">
          <p15:clr>
            <a:srgbClr val="9FCC3B"/>
          </p15:clr>
        </p15:guide>
        <p15:guide id="12" pos="579">
          <p15:clr>
            <a:srgbClr val="9FCC3B"/>
          </p15:clr>
        </p15:guide>
        <p15:guide id="13" orient="horz" pos="4104">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24426" y="447124"/>
            <a:ext cx="10727799" cy="1051687"/>
          </a:xfrm>
          <a:prstGeom prst="rect">
            <a:avLst/>
          </a:prstGeom>
        </p:spPr>
        <p:txBody>
          <a:bodyPr vert="horz" lIns="0" tIns="182880" rIns="228600" bIns="45720" rtlCol="0" anchor="ctr">
            <a:noAutofit/>
          </a:bodyPr>
          <a:lstStyle/>
          <a:p>
            <a:r>
              <a:rPr lang="en-US"/>
              <a:t>Click to Edit Title</a:t>
            </a:r>
          </a:p>
        </p:txBody>
      </p:sp>
      <p:sp>
        <p:nvSpPr>
          <p:cNvPr id="10" name="TextBox 9">
            <a:extLst>
              <a:ext uri="{FF2B5EF4-FFF2-40B4-BE49-F238E27FC236}">
                <a16:creationId xmlns:a16="http://schemas.microsoft.com/office/drawing/2014/main" id="{0CA999F6-54C2-70DD-323C-1904075D0730}"/>
              </a:ext>
            </a:extLst>
          </p:cNvPr>
          <p:cNvSpPr txBox="1"/>
          <p:nvPr userDrawn="1"/>
        </p:nvSpPr>
        <p:spPr>
          <a:xfrm>
            <a:off x="723900" y="6446437"/>
            <a:ext cx="2045804" cy="184666"/>
          </a:xfrm>
          <a:prstGeom prst="rect">
            <a:avLst/>
          </a:prstGeom>
        </p:spPr>
        <p:txBody>
          <a:bodyPr wrap="square" lIns="0" rtlCol="0">
            <a:noAutofit/>
          </a:bodyPr>
          <a:lstStyle/>
          <a:p>
            <a:pPr marL="0" indent="0" algn="l">
              <a:spcBef>
                <a:spcPts val="281"/>
              </a:spcBef>
              <a:buFontTx/>
              <a:buNone/>
            </a:pPr>
            <a:fld id="{AA60669B-C963-E74E-AFE9-64193F3F50D2}" type="datetime3">
              <a:rPr lang="en-US" sz="600" b="0" i="0" smtClean="0">
                <a:solidFill>
                  <a:schemeClr val="accent4"/>
                </a:solidFill>
                <a:latin typeface="Avenir Book" panose="02000503020000020003" pitchFamily="2" charset="0"/>
              </a:rPr>
              <a:pPr marL="0" indent="0" algn="l">
                <a:spcBef>
                  <a:spcPts val="281"/>
                </a:spcBef>
                <a:buFontTx/>
                <a:buNone/>
              </a:pPr>
              <a:t>23 September 2025</a:t>
            </a:fld>
            <a:endParaRPr lang="en-US" sz="600" b="0" i="0">
              <a:solidFill>
                <a:schemeClr val="accent4"/>
              </a:solidFill>
              <a:latin typeface="Avenir Book" panose="02000503020000020003" pitchFamily="2" charset="0"/>
            </a:endParaRPr>
          </a:p>
        </p:txBody>
      </p:sp>
      <p:sp>
        <p:nvSpPr>
          <p:cNvPr id="9" name="TextBox 8">
            <a:extLst>
              <a:ext uri="{FF2B5EF4-FFF2-40B4-BE49-F238E27FC236}">
                <a16:creationId xmlns:a16="http://schemas.microsoft.com/office/drawing/2014/main" id="{0543CDB4-3071-06B0-72DD-C62411CB7694}"/>
              </a:ext>
            </a:extLst>
          </p:cNvPr>
          <p:cNvSpPr txBox="1"/>
          <p:nvPr userDrawn="1"/>
        </p:nvSpPr>
        <p:spPr>
          <a:xfrm>
            <a:off x="11090787" y="6448147"/>
            <a:ext cx="466273" cy="182956"/>
          </a:xfrm>
          <a:prstGeom prst="rect">
            <a:avLst/>
          </a:prstGeom>
        </p:spPr>
        <p:txBody>
          <a:bodyPr wrap="square" rtlCol="0">
            <a:noAutofit/>
          </a:bodyPr>
          <a:lstStyle/>
          <a:p>
            <a:pPr marL="0" indent="0" algn="r">
              <a:spcBef>
                <a:spcPts val="281"/>
              </a:spcBef>
              <a:buFontTx/>
              <a:buNone/>
            </a:pPr>
            <a:fld id="{042A0B4C-D6B4-3E46-9492-91B00F3524BF}" type="slidenum">
              <a:rPr lang="en-US" sz="600" b="0" i="0" smtClean="0">
                <a:solidFill>
                  <a:schemeClr val="bg1">
                    <a:lumMod val="50000"/>
                  </a:schemeClr>
                </a:solidFill>
                <a:latin typeface="Avenir Book" panose="02000503020000020003" pitchFamily="2" charset="0"/>
              </a:rPr>
              <a:pPr marL="0" indent="0" algn="r">
                <a:spcBef>
                  <a:spcPts val="281"/>
                </a:spcBef>
                <a:buFontTx/>
                <a:buNone/>
              </a:pPr>
              <a:t>‹#›</a:t>
            </a:fld>
            <a:endParaRPr lang="en-US" sz="600" b="0" i="0">
              <a:solidFill>
                <a:schemeClr val="bg1">
                  <a:lumMod val="50000"/>
                </a:schemeClr>
              </a:solidFill>
              <a:latin typeface="Avenir Book" panose="02000503020000020003" pitchFamily="2" charset="0"/>
            </a:endParaRPr>
          </a:p>
        </p:txBody>
      </p:sp>
      <p:sp>
        <p:nvSpPr>
          <p:cNvPr id="13" name="Rectangle 12">
            <a:extLst>
              <a:ext uri="{FF2B5EF4-FFF2-40B4-BE49-F238E27FC236}">
                <a16:creationId xmlns:a16="http://schemas.microsoft.com/office/drawing/2014/main" id="{6C4BB22D-F973-60DD-09FF-FF3C019F95C3}"/>
              </a:ext>
            </a:extLst>
          </p:cNvPr>
          <p:cNvSpPr/>
          <p:nvPr userDrawn="1"/>
        </p:nvSpPr>
        <p:spPr>
          <a:xfrm>
            <a:off x="6193899" y="0"/>
            <a:ext cx="5257800" cy="91440"/>
          </a:xfrm>
          <a:prstGeom prst="rect">
            <a:avLst/>
          </a:prstGeom>
          <a:solidFill>
            <a:srgbClr val="E89C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7" b="0" i="0">
              <a:latin typeface="Avenir Book" panose="02000503020000020003" pitchFamily="2" charset="0"/>
            </a:endParaRPr>
          </a:p>
        </p:txBody>
      </p:sp>
      <p:pic>
        <p:nvPicPr>
          <p:cNvPr id="7" name="Picture 6">
            <a:extLst>
              <a:ext uri="{FF2B5EF4-FFF2-40B4-BE49-F238E27FC236}">
                <a16:creationId xmlns:a16="http://schemas.microsoft.com/office/drawing/2014/main" id="{7F80CEB6-1A95-9907-4E47-D038B26BE0DB}"/>
              </a:ext>
            </a:extLst>
          </p:cNvPr>
          <p:cNvPicPr>
            <a:picLocks noChangeAspect="1"/>
          </p:cNvPicPr>
          <p:nvPr userDrawn="1"/>
        </p:nvPicPr>
        <p:blipFill rotWithShape="1">
          <a:blip r:embed="rId17" cstate="screen">
            <a:extLst>
              <a:ext uri="{28A0092B-C50C-407E-A947-70E740481C1C}">
                <a14:useLocalDpi xmlns:a14="http://schemas.microsoft.com/office/drawing/2010/main"/>
              </a:ext>
            </a:extLst>
          </a:blip>
          <a:srcRect r="-80939"/>
          <a:stretch/>
        </p:blipFill>
        <p:spPr>
          <a:xfrm>
            <a:off x="6193899" y="176121"/>
            <a:ext cx="5257800" cy="271003"/>
          </a:xfrm>
          <a:prstGeom prst="rect">
            <a:avLst/>
          </a:prstGeom>
        </p:spPr>
      </p:pic>
      <p:sp>
        <p:nvSpPr>
          <p:cNvPr id="15" name="object 6">
            <a:extLst>
              <a:ext uri="{FF2B5EF4-FFF2-40B4-BE49-F238E27FC236}">
                <a16:creationId xmlns:a16="http://schemas.microsoft.com/office/drawing/2014/main" id="{E3B10ABD-5025-C299-B34A-F9435F7D492C}"/>
              </a:ext>
            </a:extLst>
          </p:cNvPr>
          <p:cNvSpPr txBox="1"/>
          <p:nvPr userDrawn="1"/>
        </p:nvSpPr>
        <p:spPr>
          <a:xfrm>
            <a:off x="8794518" y="6483712"/>
            <a:ext cx="2468053" cy="116465"/>
          </a:xfrm>
          <a:prstGeom prst="rect">
            <a:avLst/>
          </a:prstGeom>
        </p:spPr>
        <p:txBody>
          <a:bodyPr vert="horz" wrap="square" lIns="0" tIns="8659" rIns="0" bIns="0" rtlCol="0">
            <a:noAutofit/>
          </a:bodyPr>
          <a:lstStyle/>
          <a:p>
            <a:pPr marL="8658" algn="r">
              <a:lnSpc>
                <a:spcPct val="100000"/>
              </a:lnSpc>
              <a:spcBef>
                <a:spcPts val="68"/>
              </a:spcBef>
            </a:pPr>
            <a:r>
              <a:rPr lang="en-US" sz="700" b="0" i="0" spc="0" baseline="0">
                <a:solidFill>
                  <a:srgbClr val="78787A"/>
                </a:solidFill>
                <a:latin typeface="Avenir Book" panose="02000503020000020003" pitchFamily="2" charset="0"/>
                <a:cs typeface="Arial"/>
              </a:rPr>
              <a:t>© Cyderes. All rights reserved. Highly confidential.</a:t>
            </a:r>
          </a:p>
        </p:txBody>
      </p:sp>
      <p:sp>
        <p:nvSpPr>
          <p:cNvPr id="8" name="Text Placeholder 7">
            <a:extLst>
              <a:ext uri="{FF2B5EF4-FFF2-40B4-BE49-F238E27FC236}">
                <a16:creationId xmlns:a16="http://schemas.microsoft.com/office/drawing/2014/main" id="{52809C6C-363F-9A92-C531-3F2BCEAC4989}"/>
              </a:ext>
            </a:extLst>
          </p:cNvPr>
          <p:cNvSpPr>
            <a:spLocks noGrp="1"/>
          </p:cNvSpPr>
          <p:nvPr>
            <p:ph type="body" idx="1"/>
          </p:nvPr>
        </p:nvSpPr>
        <p:spPr>
          <a:xfrm>
            <a:off x="723900" y="1630015"/>
            <a:ext cx="10727798" cy="4462447"/>
          </a:xfrm>
          <a:prstGeom prst="rect">
            <a:avLst/>
          </a:prstGeom>
        </p:spPr>
        <p:txBody>
          <a:bodyPr vert="horz" lIns="22860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21737538"/>
      </p:ext>
    </p:extLst>
  </p:cSld>
  <p:clrMap bg1="lt1" tx1="dk1" bg2="lt2" tx2="dk2" accent1="accent1" accent2="accent2" accent3="accent3" accent4="accent4" accent5="accent5" accent6="accent6" hlink="hlink" folHlink="folHlink"/>
  <p:sldLayoutIdLst>
    <p:sldLayoutId id="2147484007" r:id="rId1"/>
    <p:sldLayoutId id="2147484008" r:id="rId2"/>
    <p:sldLayoutId id="2147484009" r:id="rId3"/>
    <p:sldLayoutId id="2147484010" r:id="rId4"/>
    <p:sldLayoutId id="2147484011" r:id="rId5"/>
    <p:sldLayoutId id="2147484012" r:id="rId6"/>
    <p:sldLayoutId id="2147484013" r:id="rId7"/>
    <p:sldLayoutId id="2147484014" r:id="rId8"/>
    <p:sldLayoutId id="2147484015" r:id="rId9"/>
    <p:sldLayoutId id="2147484016" r:id="rId10"/>
    <p:sldLayoutId id="2147484017" r:id="rId11"/>
    <p:sldLayoutId id="2147484018" r:id="rId12"/>
    <p:sldLayoutId id="2147484019" r:id="rId13"/>
    <p:sldLayoutId id="2147484020" r:id="rId14"/>
    <p:sldLayoutId id="2147484021" r:id="rId15"/>
  </p:sldLayoutIdLst>
  <p:txStyles>
    <p:titleStyle>
      <a:lvl1pPr marL="201700" indent="-201700" algn="l" defTabSz="529849" rtl="0" eaLnBrk="1" latinLnBrk="0" hangingPunct="1">
        <a:lnSpc>
          <a:spcPts val="3000"/>
        </a:lnSpc>
        <a:spcBef>
          <a:spcPct val="0"/>
        </a:spcBef>
        <a:buSzPct val="102000"/>
        <a:buFontTx/>
        <a:buBlip>
          <a:blip r:embed="rId18"/>
        </a:buBlip>
        <a:tabLst/>
        <a:defRPr sz="2800" b="1" i="0" kern="1200" baseline="0">
          <a:solidFill>
            <a:schemeClr val="accent1"/>
          </a:solidFill>
          <a:latin typeface="Avenir Heavy" panose="02000503020000020003" pitchFamily="2" charset="0"/>
          <a:ea typeface="+mj-ea"/>
          <a:cs typeface="+mj-cs"/>
        </a:defRPr>
      </a:lvl1pPr>
    </p:titleStyle>
    <p:bodyStyle>
      <a:lvl1pPr marL="0" indent="0" algn="l" defTabSz="529849" rtl="0" eaLnBrk="1" latinLnBrk="0" hangingPunct="1">
        <a:lnSpc>
          <a:spcPct val="148000"/>
        </a:lnSpc>
        <a:spcBef>
          <a:spcPts val="100"/>
        </a:spcBef>
        <a:spcAft>
          <a:spcPts val="600"/>
        </a:spcAft>
        <a:buClr>
          <a:schemeClr val="accent2"/>
        </a:buClr>
        <a:buFont typeface="Arial" panose="020B0604020202020204" pitchFamily="34" charset="0"/>
        <a:buNone/>
        <a:defRPr lang="en-US" sz="2400" b="0" i="0" kern="1200" baseline="0" dirty="0">
          <a:solidFill>
            <a:schemeClr val="tx1"/>
          </a:solidFill>
          <a:latin typeface="+mn-lt"/>
          <a:ea typeface="+mn-ea"/>
          <a:cs typeface="Arial"/>
        </a:defRPr>
      </a:lvl1pPr>
      <a:lvl2pPr marL="320040" indent="-320040" algn="l" defTabSz="228600" rtl="0" eaLnBrk="1" latinLnBrk="0" hangingPunct="1">
        <a:lnSpc>
          <a:spcPct val="148000"/>
        </a:lnSpc>
        <a:spcBef>
          <a:spcPts val="100"/>
        </a:spcBef>
        <a:spcAft>
          <a:spcPts val="600"/>
        </a:spcAft>
        <a:buClr>
          <a:schemeClr val="accent2"/>
        </a:buClr>
        <a:buFont typeface="Arial" panose="020B0604020202020204" pitchFamily="34" charset="0"/>
        <a:buChar char="•"/>
        <a:defRPr sz="2000" b="0" i="0" kern="1200">
          <a:solidFill>
            <a:schemeClr val="accent4">
              <a:lumMod val="50000"/>
            </a:schemeClr>
          </a:solidFill>
          <a:latin typeface="+mn-lt"/>
          <a:ea typeface="+mn-ea"/>
          <a:cs typeface="+mn-cs"/>
        </a:defRPr>
      </a:lvl2pPr>
      <a:lvl3pPr marL="685800" marR="0" indent="-292608" algn="l" defTabSz="529849" rtl="0" eaLnBrk="1" fontAlgn="auto" latinLnBrk="0" hangingPunct="1">
        <a:lnSpc>
          <a:spcPct val="148000"/>
        </a:lnSpc>
        <a:spcBef>
          <a:spcPts val="100"/>
        </a:spcBef>
        <a:spcAft>
          <a:spcPts val="600"/>
        </a:spcAft>
        <a:buClr>
          <a:schemeClr val="accent2"/>
        </a:buClr>
        <a:buSzTx/>
        <a:buFont typeface="System Font Regular"/>
        <a:buChar char="–"/>
        <a:tabLst/>
        <a:defRPr sz="1800" b="0" i="0" kern="1200">
          <a:solidFill>
            <a:schemeClr val="accent4"/>
          </a:solidFill>
          <a:latin typeface="+mn-lt"/>
          <a:ea typeface="+mn-ea"/>
          <a:cs typeface="+mn-cs"/>
        </a:defRPr>
      </a:lvl3pPr>
      <a:lvl4pPr marL="1051560" indent="-274320" algn="l" defTabSz="529849" rtl="0" eaLnBrk="1" latinLnBrk="0" hangingPunct="1">
        <a:lnSpc>
          <a:spcPct val="148000"/>
        </a:lnSpc>
        <a:spcBef>
          <a:spcPts val="100"/>
        </a:spcBef>
        <a:spcAft>
          <a:spcPts val="600"/>
        </a:spcAft>
        <a:buClr>
          <a:schemeClr val="accent2"/>
        </a:buClr>
        <a:buSzPct val="80000"/>
        <a:buFont typeface="Arial" panose="020B0604020202020204" pitchFamily="34" charset="0"/>
        <a:buChar char="•"/>
        <a:defRPr sz="1600" b="0" i="0" kern="1200" baseline="0">
          <a:solidFill>
            <a:schemeClr val="accent5"/>
          </a:solidFill>
          <a:latin typeface="+mn-lt"/>
          <a:ea typeface="+mn-ea"/>
          <a:cs typeface="+mn-cs"/>
        </a:defRPr>
      </a:lvl4pPr>
      <a:lvl5pPr marL="1417320" indent="-292608" algn="l" defTabSz="529849" rtl="0" eaLnBrk="1" latinLnBrk="0" hangingPunct="1">
        <a:lnSpc>
          <a:spcPct val="148000"/>
        </a:lnSpc>
        <a:spcBef>
          <a:spcPts val="100"/>
        </a:spcBef>
        <a:spcAft>
          <a:spcPts val="600"/>
        </a:spcAft>
        <a:buClr>
          <a:schemeClr val="accent2"/>
        </a:buClr>
        <a:buSzPct val="90000"/>
        <a:buFont typeface="System Font Regular"/>
        <a:buChar char="–"/>
        <a:defRPr sz="1400" b="0" i="0" kern="1200" baseline="0">
          <a:solidFill>
            <a:schemeClr val="accent5"/>
          </a:solidFill>
          <a:latin typeface="+mn-lt"/>
          <a:ea typeface="+mn-ea"/>
          <a:cs typeface="+mn-cs"/>
        </a:defRPr>
      </a:lvl5pPr>
      <a:lvl6pPr marL="1457088" indent="-132462" algn="l" defTabSz="529849" rtl="0" eaLnBrk="1" latinLnBrk="0" hangingPunct="1">
        <a:lnSpc>
          <a:spcPct val="90000"/>
        </a:lnSpc>
        <a:spcBef>
          <a:spcPts val="289"/>
        </a:spcBef>
        <a:buFont typeface="Arial" panose="020B0604020202020204" pitchFamily="34" charset="0"/>
        <a:buChar char="•"/>
        <a:defRPr sz="1043" kern="1200">
          <a:solidFill>
            <a:schemeClr val="tx1"/>
          </a:solidFill>
          <a:latin typeface="+mn-lt"/>
          <a:ea typeface="+mn-ea"/>
          <a:cs typeface="+mn-cs"/>
        </a:defRPr>
      </a:lvl6pPr>
      <a:lvl7pPr marL="1722012" indent="-132462" algn="l" defTabSz="529849" rtl="0" eaLnBrk="1" latinLnBrk="0" hangingPunct="1">
        <a:lnSpc>
          <a:spcPct val="90000"/>
        </a:lnSpc>
        <a:spcBef>
          <a:spcPts val="289"/>
        </a:spcBef>
        <a:buFont typeface="Arial" panose="020B0604020202020204" pitchFamily="34" charset="0"/>
        <a:buChar char="•"/>
        <a:defRPr sz="1043" kern="1200">
          <a:solidFill>
            <a:schemeClr val="tx1"/>
          </a:solidFill>
          <a:latin typeface="+mn-lt"/>
          <a:ea typeface="+mn-ea"/>
          <a:cs typeface="+mn-cs"/>
        </a:defRPr>
      </a:lvl7pPr>
      <a:lvl8pPr marL="1986936" indent="-132462" algn="l" defTabSz="529849" rtl="0" eaLnBrk="1" latinLnBrk="0" hangingPunct="1">
        <a:lnSpc>
          <a:spcPct val="90000"/>
        </a:lnSpc>
        <a:spcBef>
          <a:spcPts val="289"/>
        </a:spcBef>
        <a:buFont typeface="Arial" panose="020B0604020202020204" pitchFamily="34" charset="0"/>
        <a:buChar char="•"/>
        <a:defRPr sz="1043" kern="1200">
          <a:solidFill>
            <a:schemeClr val="tx1"/>
          </a:solidFill>
          <a:latin typeface="+mn-lt"/>
          <a:ea typeface="+mn-ea"/>
          <a:cs typeface="+mn-cs"/>
        </a:defRPr>
      </a:lvl8pPr>
      <a:lvl9pPr marL="2251861" indent="-132462" algn="l" defTabSz="529849" rtl="0" eaLnBrk="1" latinLnBrk="0" hangingPunct="1">
        <a:lnSpc>
          <a:spcPct val="90000"/>
        </a:lnSpc>
        <a:spcBef>
          <a:spcPts val="289"/>
        </a:spcBef>
        <a:buFont typeface="Arial" panose="020B0604020202020204" pitchFamily="34" charset="0"/>
        <a:buChar char="•"/>
        <a:defRPr sz="1043" kern="1200">
          <a:solidFill>
            <a:schemeClr val="tx1"/>
          </a:solidFill>
          <a:latin typeface="+mn-lt"/>
          <a:ea typeface="+mn-ea"/>
          <a:cs typeface="+mn-cs"/>
        </a:defRPr>
      </a:lvl9pPr>
    </p:bodyStyle>
    <p:otherStyle>
      <a:defPPr>
        <a:defRPr lang="en-US"/>
      </a:defPPr>
      <a:lvl1pPr marL="0" algn="l" defTabSz="529849" rtl="0" eaLnBrk="1" latinLnBrk="0" hangingPunct="1">
        <a:defRPr sz="1043" kern="1200">
          <a:solidFill>
            <a:schemeClr val="tx1"/>
          </a:solidFill>
          <a:latin typeface="+mn-lt"/>
          <a:ea typeface="+mn-ea"/>
          <a:cs typeface="+mn-cs"/>
        </a:defRPr>
      </a:lvl1pPr>
      <a:lvl2pPr marL="264925" algn="l" defTabSz="529849" rtl="0" eaLnBrk="1" latinLnBrk="0" hangingPunct="1">
        <a:defRPr sz="1043" kern="1200">
          <a:solidFill>
            <a:schemeClr val="tx1"/>
          </a:solidFill>
          <a:latin typeface="+mn-lt"/>
          <a:ea typeface="+mn-ea"/>
          <a:cs typeface="+mn-cs"/>
        </a:defRPr>
      </a:lvl2pPr>
      <a:lvl3pPr marL="529849" algn="l" defTabSz="529849" rtl="0" eaLnBrk="1" latinLnBrk="0" hangingPunct="1">
        <a:defRPr sz="1043" kern="1200">
          <a:solidFill>
            <a:schemeClr val="tx1"/>
          </a:solidFill>
          <a:latin typeface="+mn-lt"/>
          <a:ea typeface="+mn-ea"/>
          <a:cs typeface="+mn-cs"/>
        </a:defRPr>
      </a:lvl3pPr>
      <a:lvl4pPr marL="794774" algn="l" defTabSz="529849" rtl="0" eaLnBrk="1" latinLnBrk="0" hangingPunct="1">
        <a:defRPr sz="1043" kern="1200">
          <a:solidFill>
            <a:schemeClr val="tx1"/>
          </a:solidFill>
          <a:latin typeface="+mn-lt"/>
          <a:ea typeface="+mn-ea"/>
          <a:cs typeface="+mn-cs"/>
        </a:defRPr>
      </a:lvl4pPr>
      <a:lvl5pPr marL="1059700" algn="l" defTabSz="529849" rtl="0" eaLnBrk="1" latinLnBrk="0" hangingPunct="1">
        <a:defRPr sz="1043" kern="1200">
          <a:solidFill>
            <a:schemeClr val="tx1"/>
          </a:solidFill>
          <a:latin typeface="+mn-lt"/>
          <a:ea typeface="+mn-ea"/>
          <a:cs typeface="+mn-cs"/>
        </a:defRPr>
      </a:lvl5pPr>
      <a:lvl6pPr marL="1324624" algn="l" defTabSz="529849" rtl="0" eaLnBrk="1" latinLnBrk="0" hangingPunct="1">
        <a:defRPr sz="1043" kern="1200">
          <a:solidFill>
            <a:schemeClr val="tx1"/>
          </a:solidFill>
          <a:latin typeface="+mn-lt"/>
          <a:ea typeface="+mn-ea"/>
          <a:cs typeface="+mn-cs"/>
        </a:defRPr>
      </a:lvl6pPr>
      <a:lvl7pPr marL="1589549" algn="l" defTabSz="529849" rtl="0" eaLnBrk="1" latinLnBrk="0" hangingPunct="1">
        <a:defRPr sz="1043" kern="1200">
          <a:solidFill>
            <a:schemeClr val="tx1"/>
          </a:solidFill>
          <a:latin typeface="+mn-lt"/>
          <a:ea typeface="+mn-ea"/>
          <a:cs typeface="+mn-cs"/>
        </a:defRPr>
      </a:lvl7pPr>
      <a:lvl8pPr marL="1854474" algn="l" defTabSz="529849" rtl="0" eaLnBrk="1" latinLnBrk="0" hangingPunct="1">
        <a:defRPr sz="1043" kern="1200">
          <a:solidFill>
            <a:schemeClr val="tx1"/>
          </a:solidFill>
          <a:latin typeface="+mn-lt"/>
          <a:ea typeface="+mn-ea"/>
          <a:cs typeface="+mn-cs"/>
        </a:defRPr>
      </a:lvl8pPr>
      <a:lvl9pPr marL="2119399" algn="l" defTabSz="529849" rtl="0" eaLnBrk="1" latinLnBrk="0" hangingPunct="1">
        <a:defRPr sz="1043"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08">
          <p15:clr>
            <a:srgbClr val="9FCC3B"/>
          </p15:clr>
        </p15:guide>
        <p15:guide id="2" orient="horz" pos="296">
          <p15:clr>
            <a:srgbClr val="9FCC3B"/>
          </p15:clr>
        </p15:guide>
        <p15:guide id="3" orient="horz" pos="949">
          <p15:clr>
            <a:srgbClr val="9FCC3B"/>
          </p15:clr>
        </p15:guide>
        <p15:guide id="5" orient="horz" pos="3682">
          <p15:clr>
            <a:srgbClr val="9FCC3B"/>
          </p15:clr>
        </p15:guide>
        <p15:guide id="8" orient="horz" pos="3911">
          <p15:clr>
            <a:srgbClr val="9FCC3B"/>
          </p15:clr>
        </p15:guide>
        <p15:guide id="9" orient="horz" pos="3322">
          <p15:clr>
            <a:srgbClr val="9FCC3B"/>
          </p15:clr>
        </p15:guide>
        <p15:guide id="10" pos="7214">
          <p15:clr>
            <a:srgbClr val="9FCC3B"/>
          </p15:clr>
        </p15:guide>
        <p15:guide id="11" pos="456">
          <p15:clr>
            <a:srgbClr val="9FCC3B"/>
          </p15:clr>
        </p15:guide>
        <p15:guide id="12" pos="579">
          <p15:clr>
            <a:srgbClr val="9FCC3B"/>
          </p15:clr>
        </p15:guide>
        <p15:guide id="13" orient="horz" pos="4104">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24426" y="447124"/>
            <a:ext cx="10727799" cy="1051687"/>
          </a:xfrm>
          <a:prstGeom prst="rect">
            <a:avLst/>
          </a:prstGeom>
        </p:spPr>
        <p:txBody>
          <a:bodyPr vert="horz" lIns="0" tIns="182880" rIns="228600" bIns="45720" rtlCol="0" anchor="ctr">
            <a:noAutofit/>
          </a:bodyPr>
          <a:lstStyle/>
          <a:p>
            <a:r>
              <a:rPr lang="en-US"/>
              <a:t>Click to Edit Title</a:t>
            </a:r>
          </a:p>
        </p:txBody>
      </p:sp>
      <p:sp>
        <p:nvSpPr>
          <p:cNvPr id="10" name="TextBox 9">
            <a:extLst>
              <a:ext uri="{FF2B5EF4-FFF2-40B4-BE49-F238E27FC236}">
                <a16:creationId xmlns:a16="http://schemas.microsoft.com/office/drawing/2014/main" id="{0CA999F6-54C2-70DD-323C-1904075D0730}"/>
              </a:ext>
            </a:extLst>
          </p:cNvPr>
          <p:cNvSpPr txBox="1"/>
          <p:nvPr userDrawn="1"/>
        </p:nvSpPr>
        <p:spPr>
          <a:xfrm>
            <a:off x="723900" y="6446437"/>
            <a:ext cx="2045804" cy="184666"/>
          </a:xfrm>
          <a:prstGeom prst="rect">
            <a:avLst/>
          </a:prstGeom>
        </p:spPr>
        <p:txBody>
          <a:bodyPr wrap="square" lIns="0" rtlCol="0">
            <a:noAutofit/>
          </a:bodyPr>
          <a:lstStyle/>
          <a:p>
            <a:pPr marL="0" indent="0" algn="l">
              <a:spcBef>
                <a:spcPts val="281"/>
              </a:spcBef>
              <a:buFontTx/>
              <a:buNone/>
            </a:pPr>
            <a:fld id="{AA60669B-C963-E74E-AFE9-64193F3F50D2}" type="datetime3">
              <a:rPr lang="en-US" sz="600" b="0" i="0" smtClean="0">
                <a:solidFill>
                  <a:schemeClr val="accent4"/>
                </a:solidFill>
                <a:latin typeface="Avenir Book" panose="02000503020000020003" pitchFamily="2" charset="0"/>
              </a:rPr>
              <a:pPr marL="0" indent="0" algn="l">
                <a:spcBef>
                  <a:spcPts val="281"/>
                </a:spcBef>
                <a:buFontTx/>
                <a:buNone/>
              </a:pPr>
              <a:t>23 September 2025</a:t>
            </a:fld>
            <a:endParaRPr lang="en-US" sz="600" b="0" i="0">
              <a:solidFill>
                <a:schemeClr val="accent4"/>
              </a:solidFill>
              <a:latin typeface="Avenir Book" panose="02000503020000020003" pitchFamily="2" charset="0"/>
            </a:endParaRPr>
          </a:p>
        </p:txBody>
      </p:sp>
      <p:sp>
        <p:nvSpPr>
          <p:cNvPr id="9" name="TextBox 8">
            <a:extLst>
              <a:ext uri="{FF2B5EF4-FFF2-40B4-BE49-F238E27FC236}">
                <a16:creationId xmlns:a16="http://schemas.microsoft.com/office/drawing/2014/main" id="{0543CDB4-3071-06B0-72DD-C62411CB7694}"/>
              </a:ext>
            </a:extLst>
          </p:cNvPr>
          <p:cNvSpPr txBox="1"/>
          <p:nvPr userDrawn="1"/>
        </p:nvSpPr>
        <p:spPr>
          <a:xfrm>
            <a:off x="11090787" y="6448147"/>
            <a:ext cx="466273" cy="182956"/>
          </a:xfrm>
          <a:prstGeom prst="rect">
            <a:avLst/>
          </a:prstGeom>
        </p:spPr>
        <p:txBody>
          <a:bodyPr wrap="square" rtlCol="0">
            <a:noAutofit/>
          </a:bodyPr>
          <a:lstStyle/>
          <a:p>
            <a:pPr marL="0" indent="0" algn="r">
              <a:spcBef>
                <a:spcPts val="281"/>
              </a:spcBef>
              <a:buFontTx/>
              <a:buNone/>
            </a:pPr>
            <a:fld id="{042A0B4C-D6B4-3E46-9492-91B00F3524BF}" type="slidenum">
              <a:rPr lang="en-US" sz="600" b="0" i="0" smtClean="0">
                <a:solidFill>
                  <a:schemeClr val="bg1">
                    <a:lumMod val="50000"/>
                  </a:schemeClr>
                </a:solidFill>
                <a:latin typeface="Avenir Book" panose="02000503020000020003" pitchFamily="2" charset="0"/>
              </a:rPr>
              <a:pPr marL="0" indent="0" algn="r">
                <a:spcBef>
                  <a:spcPts val="281"/>
                </a:spcBef>
                <a:buFontTx/>
                <a:buNone/>
              </a:pPr>
              <a:t>‹#›</a:t>
            </a:fld>
            <a:endParaRPr lang="en-US" sz="600" b="0" i="0">
              <a:solidFill>
                <a:schemeClr val="bg1">
                  <a:lumMod val="50000"/>
                </a:schemeClr>
              </a:solidFill>
              <a:latin typeface="Avenir Book" panose="02000503020000020003" pitchFamily="2" charset="0"/>
            </a:endParaRPr>
          </a:p>
        </p:txBody>
      </p:sp>
      <p:sp>
        <p:nvSpPr>
          <p:cNvPr id="13" name="Rectangle 12">
            <a:extLst>
              <a:ext uri="{FF2B5EF4-FFF2-40B4-BE49-F238E27FC236}">
                <a16:creationId xmlns:a16="http://schemas.microsoft.com/office/drawing/2014/main" id="{6C4BB22D-F973-60DD-09FF-FF3C019F95C3}"/>
              </a:ext>
            </a:extLst>
          </p:cNvPr>
          <p:cNvSpPr/>
          <p:nvPr userDrawn="1"/>
        </p:nvSpPr>
        <p:spPr>
          <a:xfrm>
            <a:off x="6193899" y="0"/>
            <a:ext cx="5257800" cy="91440"/>
          </a:xfrm>
          <a:prstGeom prst="rect">
            <a:avLst/>
          </a:prstGeom>
          <a:solidFill>
            <a:srgbClr val="E89C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7" b="0" i="0">
              <a:latin typeface="Avenir Book" panose="02000503020000020003" pitchFamily="2" charset="0"/>
            </a:endParaRPr>
          </a:p>
        </p:txBody>
      </p:sp>
      <p:pic>
        <p:nvPicPr>
          <p:cNvPr id="7" name="Picture 6">
            <a:extLst>
              <a:ext uri="{FF2B5EF4-FFF2-40B4-BE49-F238E27FC236}">
                <a16:creationId xmlns:a16="http://schemas.microsoft.com/office/drawing/2014/main" id="{7F80CEB6-1A95-9907-4E47-D038B26BE0DB}"/>
              </a:ext>
            </a:extLst>
          </p:cNvPr>
          <p:cNvPicPr>
            <a:picLocks noChangeAspect="1"/>
          </p:cNvPicPr>
          <p:nvPr userDrawn="1"/>
        </p:nvPicPr>
        <p:blipFill rotWithShape="1">
          <a:blip r:embed="rId20" cstate="screen">
            <a:extLst>
              <a:ext uri="{28A0092B-C50C-407E-A947-70E740481C1C}">
                <a14:useLocalDpi xmlns:a14="http://schemas.microsoft.com/office/drawing/2010/main"/>
              </a:ext>
            </a:extLst>
          </a:blip>
          <a:srcRect r="-80939"/>
          <a:stretch/>
        </p:blipFill>
        <p:spPr>
          <a:xfrm>
            <a:off x="6193899" y="176121"/>
            <a:ext cx="5257800" cy="271003"/>
          </a:xfrm>
          <a:prstGeom prst="rect">
            <a:avLst/>
          </a:prstGeom>
        </p:spPr>
      </p:pic>
      <p:sp>
        <p:nvSpPr>
          <p:cNvPr id="15" name="object 6">
            <a:extLst>
              <a:ext uri="{FF2B5EF4-FFF2-40B4-BE49-F238E27FC236}">
                <a16:creationId xmlns:a16="http://schemas.microsoft.com/office/drawing/2014/main" id="{E3B10ABD-5025-C299-B34A-F9435F7D492C}"/>
              </a:ext>
            </a:extLst>
          </p:cNvPr>
          <p:cNvSpPr txBox="1"/>
          <p:nvPr userDrawn="1"/>
        </p:nvSpPr>
        <p:spPr>
          <a:xfrm>
            <a:off x="8794518" y="6483712"/>
            <a:ext cx="2468053" cy="116465"/>
          </a:xfrm>
          <a:prstGeom prst="rect">
            <a:avLst/>
          </a:prstGeom>
        </p:spPr>
        <p:txBody>
          <a:bodyPr vert="horz" wrap="square" lIns="0" tIns="8659" rIns="0" bIns="0" rtlCol="0">
            <a:noAutofit/>
          </a:bodyPr>
          <a:lstStyle/>
          <a:p>
            <a:pPr marL="8658" algn="r">
              <a:lnSpc>
                <a:spcPct val="100000"/>
              </a:lnSpc>
              <a:spcBef>
                <a:spcPts val="68"/>
              </a:spcBef>
            </a:pPr>
            <a:r>
              <a:rPr lang="en-US" sz="700" b="0" i="0" spc="0" baseline="0">
                <a:solidFill>
                  <a:srgbClr val="78787A"/>
                </a:solidFill>
                <a:latin typeface="Avenir Book" panose="02000503020000020003" pitchFamily="2" charset="0"/>
                <a:cs typeface="Arial"/>
              </a:rPr>
              <a:t>© Cyderes. All rights reserved. Highly confidential.</a:t>
            </a:r>
          </a:p>
        </p:txBody>
      </p:sp>
      <p:sp>
        <p:nvSpPr>
          <p:cNvPr id="8" name="Text Placeholder 7">
            <a:extLst>
              <a:ext uri="{FF2B5EF4-FFF2-40B4-BE49-F238E27FC236}">
                <a16:creationId xmlns:a16="http://schemas.microsoft.com/office/drawing/2014/main" id="{52809C6C-363F-9A92-C531-3F2BCEAC4989}"/>
              </a:ext>
            </a:extLst>
          </p:cNvPr>
          <p:cNvSpPr>
            <a:spLocks noGrp="1"/>
          </p:cNvSpPr>
          <p:nvPr>
            <p:ph type="body" idx="1"/>
          </p:nvPr>
        </p:nvSpPr>
        <p:spPr>
          <a:xfrm>
            <a:off x="723900" y="1630015"/>
            <a:ext cx="10727798" cy="4462447"/>
          </a:xfrm>
          <a:prstGeom prst="rect">
            <a:avLst/>
          </a:prstGeom>
        </p:spPr>
        <p:txBody>
          <a:bodyPr vert="horz" lIns="22860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07464916"/>
      </p:ext>
    </p:extLst>
  </p:cSld>
  <p:clrMap bg1="lt1" tx1="dk1" bg2="lt2" tx2="dk2" accent1="accent1" accent2="accent2" accent3="accent3" accent4="accent4" accent5="accent5" accent6="accent6" hlink="hlink" folHlink="folHlink"/>
  <p:sldLayoutIdLst>
    <p:sldLayoutId id="2147484035" r:id="rId1"/>
    <p:sldLayoutId id="2147484036" r:id="rId2"/>
    <p:sldLayoutId id="2147484037" r:id="rId3"/>
    <p:sldLayoutId id="2147484038" r:id="rId4"/>
    <p:sldLayoutId id="2147484039" r:id="rId5"/>
    <p:sldLayoutId id="2147484040" r:id="rId6"/>
    <p:sldLayoutId id="2147484041" r:id="rId7"/>
    <p:sldLayoutId id="2147484042" r:id="rId8"/>
    <p:sldLayoutId id="2147484043" r:id="rId9"/>
    <p:sldLayoutId id="2147484044" r:id="rId10"/>
    <p:sldLayoutId id="2147484045" r:id="rId11"/>
    <p:sldLayoutId id="2147484046" r:id="rId12"/>
    <p:sldLayoutId id="2147484047" r:id="rId13"/>
    <p:sldLayoutId id="2147484048" r:id="rId14"/>
    <p:sldLayoutId id="2147484049" r:id="rId15"/>
    <p:sldLayoutId id="2147484050" r:id="rId16"/>
    <p:sldLayoutId id="2147484051" r:id="rId17"/>
    <p:sldLayoutId id="2147484052" r:id="rId18"/>
  </p:sldLayoutIdLst>
  <p:txStyles>
    <p:titleStyle>
      <a:lvl1pPr marL="201700" indent="-201700" algn="l" defTabSz="529849" rtl="0" eaLnBrk="1" latinLnBrk="0" hangingPunct="1">
        <a:lnSpc>
          <a:spcPts val="3000"/>
        </a:lnSpc>
        <a:spcBef>
          <a:spcPct val="0"/>
        </a:spcBef>
        <a:buSzPct val="102000"/>
        <a:buFontTx/>
        <a:buBlip>
          <a:blip r:embed="rId21"/>
        </a:buBlip>
        <a:tabLst/>
        <a:defRPr sz="2800" b="1" i="0" kern="1200" baseline="0">
          <a:solidFill>
            <a:schemeClr val="accent1"/>
          </a:solidFill>
          <a:latin typeface="Avenir Heavy" panose="02000503020000020003" pitchFamily="2" charset="0"/>
          <a:ea typeface="+mj-ea"/>
          <a:cs typeface="+mj-cs"/>
        </a:defRPr>
      </a:lvl1pPr>
    </p:titleStyle>
    <p:bodyStyle>
      <a:lvl1pPr marL="0" indent="0" algn="l" defTabSz="529849" rtl="0" eaLnBrk="1" latinLnBrk="0" hangingPunct="1">
        <a:lnSpc>
          <a:spcPct val="148000"/>
        </a:lnSpc>
        <a:spcBef>
          <a:spcPts val="100"/>
        </a:spcBef>
        <a:spcAft>
          <a:spcPts val="600"/>
        </a:spcAft>
        <a:buClr>
          <a:schemeClr val="accent2"/>
        </a:buClr>
        <a:buFont typeface="Arial" panose="020B0604020202020204" pitchFamily="34" charset="0"/>
        <a:buNone/>
        <a:defRPr lang="en-US" sz="2400" b="0" i="0" kern="1200" baseline="0" dirty="0">
          <a:solidFill>
            <a:schemeClr val="tx1"/>
          </a:solidFill>
          <a:latin typeface="+mn-lt"/>
          <a:ea typeface="+mn-ea"/>
          <a:cs typeface="Arial"/>
        </a:defRPr>
      </a:lvl1pPr>
      <a:lvl2pPr marL="320040" indent="-320040" algn="l" defTabSz="228600" rtl="0" eaLnBrk="1" latinLnBrk="0" hangingPunct="1">
        <a:lnSpc>
          <a:spcPct val="148000"/>
        </a:lnSpc>
        <a:spcBef>
          <a:spcPts val="100"/>
        </a:spcBef>
        <a:spcAft>
          <a:spcPts val="600"/>
        </a:spcAft>
        <a:buClr>
          <a:schemeClr val="accent2"/>
        </a:buClr>
        <a:buFont typeface="Arial" panose="020B0604020202020204" pitchFamily="34" charset="0"/>
        <a:buChar char="•"/>
        <a:defRPr sz="2000" b="0" i="0" kern="1200">
          <a:solidFill>
            <a:schemeClr val="accent4">
              <a:lumMod val="50000"/>
            </a:schemeClr>
          </a:solidFill>
          <a:latin typeface="+mn-lt"/>
          <a:ea typeface="+mn-ea"/>
          <a:cs typeface="+mn-cs"/>
        </a:defRPr>
      </a:lvl2pPr>
      <a:lvl3pPr marL="685800" marR="0" indent="-292608" algn="l" defTabSz="529849" rtl="0" eaLnBrk="1" fontAlgn="auto" latinLnBrk="0" hangingPunct="1">
        <a:lnSpc>
          <a:spcPct val="148000"/>
        </a:lnSpc>
        <a:spcBef>
          <a:spcPts val="100"/>
        </a:spcBef>
        <a:spcAft>
          <a:spcPts val="600"/>
        </a:spcAft>
        <a:buClr>
          <a:schemeClr val="accent2"/>
        </a:buClr>
        <a:buSzTx/>
        <a:buFont typeface="System Font Regular"/>
        <a:buChar char="–"/>
        <a:tabLst/>
        <a:defRPr sz="1800" b="0" i="0" kern="1200">
          <a:solidFill>
            <a:schemeClr val="accent4"/>
          </a:solidFill>
          <a:latin typeface="+mn-lt"/>
          <a:ea typeface="+mn-ea"/>
          <a:cs typeface="+mn-cs"/>
        </a:defRPr>
      </a:lvl3pPr>
      <a:lvl4pPr marL="1051560" indent="-274320" algn="l" defTabSz="529849" rtl="0" eaLnBrk="1" latinLnBrk="0" hangingPunct="1">
        <a:lnSpc>
          <a:spcPct val="148000"/>
        </a:lnSpc>
        <a:spcBef>
          <a:spcPts val="100"/>
        </a:spcBef>
        <a:spcAft>
          <a:spcPts val="600"/>
        </a:spcAft>
        <a:buClr>
          <a:schemeClr val="accent2"/>
        </a:buClr>
        <a:buSzPct val="80000"/>
        <a:buFont typeface="Arial" panose="020B0604020202020204" pitchFamily="34" charset="0"/>
        <a:buChar char="•"/>
        <a:defRPr sz="1600" b="0" i="0" kern="1200" baseline="0">
          <a:solidFill>
            <a:schemeClr val="accent5"/>
          </a:solidFill>
          <a:latin typeface="+mn-lt"/>
          <a:ea typeface="+mn-ea"/>
          <a:cs typeface="+mn-cs"/>
        </a:defRPr>
      </a:lvl4pPr>
      <a:lvl5pPr marL="1417320" indent="-292608" algn="l" defTabSz="529849" rtl="0" eaLnBrk="1" latinLnBrk="0" hangingPunct="1">
        <a:lnSpc>
          <a:spcPct val="148000"/>
        </a:lnSpc>
        <a:spcBef>
          <a:spcPts val="100"/>
        </a:spcBef>
        <a:spcAft>
          <a:spcPts val="600"/>
        </a:spcAft>
        <a:buClr>
          <a:schemeClr val="accent2"/>
        </a:buClr>
        <a:buSzPct val="90000"/>
        <a:buFont typeface="System Font Regular"/>
        <a:buChar char="–"/>
        <a:defRPr sz="1400" b="0" i="0" kern="1200" baseline="0">
          <a:solidFill>
            <a:schemeClr val="accent5"/>
          </a:solidFill>
          <a:latin typeface="+mn-lt"/>
          <a:ea typeface="+mn-ea"/>
          <a:cs typeface="+mn-cs"/>
        </a:defRPr>
      </a:lvl5pPr>
      <a:lvl6pPr marL="1457088" indent="-132462" algn="l" defTabSz="529849" rtl="0" eaLnBrk="1" latinLnBrk="0" hangingPunct="1">
        <a:lnSpc>
          <a:spcPct val="90000"/>
        </a:lnSpc>
        <a:spcBef>
          <a:spcPts val="289"/>
        </a:spcBef>
        <a:buFont typeface="Arial" panose="020B0604020202020204" pitchFamily="34" charset="0"/>
        <a:buChar char="•"/>
        <a:defRPr sz="1043" kern="1200">
          <a:solidFill>
            <a:schemeClr val="tx1"/>
          </a:solidFill>
          <a:latin typeface="+mn-lt"/>
          <a:ea typeface="+mn-ea"/>
          <a:cs typeface="+mn-cs"/>
        </a:defRPr>
      </a:lvl6pPr>
      <a:lvl7pPr marL="1722012" indent="-132462" algn="l" defTabSz="529849" rtl="0" eaLnBrk="1" latinLnBrk="0" hangingPunct="1">
        <a:lnSpc>
          <a:spcPct val="90000"/>
        </a:lnSpc>
        <a:spcBef>
          <a:spcPts val="289"/>
        </a:spcBef>
        <a:buFont typeface="Arial" panose="020B0604020202020204" pitchFamily="34" charset="0"/>
        <a:buChar char="•"/>
        <a:defRPr sz="1043" kern="1200">
          <a:solidFill>
            <a:schemeClr val="tx1"/>
          </a:solidFill>
          <a:latin typeface="+mn-lt"/>
          <a:ea typeface="+mn-ea"/>
          <a:cs typeface="+mn-cs"/>
        </a:defRPr>
      </a:lvl7pPr>
      <a:lvl8pPr marL="1986936" indent="-132462" algn="l" defTabSz="529849" rtl="0" eaLnBrk="1" latinLnBrk="0" hangingPunct="1">
        <a:lnSpc>
          <a:spcPct val="90000"/>
        </a:lnSpc>
        <a:spcBef>
          <a:spcPts val="289"/>
        </a:spcBef>
        <a:buFont typeface="Arial" panose="020B0604020202020204" pitchFamily="34" charset="0"/>
        <a:buChar char="•"/>
        <a:defRPr sz="1043" kern="1200">
          <a:solidFill>
            <a:schemeClr val="tx1"/>
          </a:solidFill>
          <a:latin typeface="+mn-lt"/>
          <a:ea typeface="+mn-ea"/>
          <a:cs typeface="+mn-cs"/>
        </a:defRPr>
      </a:lvl8pPr>
      <a:lvl9pPr marL="2251861" indent="-132462" algn="l" defTabSz="529849" rtl="0" eaLnBrk="1" latinLnBrk="0" hangingPunct="1">
        <a:lnSpc>
          <a:spcPct val="90000"/>
        </a:lnSpc>
        <a:spcBef>
          <a:spcPts val="289"/>
        </a:spcBef>
        <a:buFont typeface="Arial" panose="020B0604020202020204" pitchFamily="34" charset="0"/>
        <a:buChar char="•"/>
        <a:defRPr sz="1043" kern="1200">
          <a:solidFill>
            <a:schemeClr val="tx1"/>
          </a:solidFill>
          <a:latin typeface="+mn-lt"/>
          <a:ea typeface="+mn-ea"/>
          <a:cs typeface="+mn-cs"/>
        </a:defRPr>
      </a:lvl9pPr>
    </p:bodyStyle>
    <p:otherStyle>
      <a:defPPr>
        <a:defRPr lang="en-US"/>
      </a:defPPr>
      <a:lvl1pPr marL="0" algn="l" defTabSz="529849" rtl="0" eaLnBrk="1" latinLnBrk="0" hangingPunct="1">
        <a:defRPr sz="1043" kern="1200">
          <a:solidFill>
            <a:schemeClr val="tx1"/>
          </a:solidFill>
          <a:latin typeface="+mn-lt"/>
          <a:ea typeface="+mn-ea"/>
          <a:cs typeface="+mn-cs"/>
        </a:defRPr>
      </a:lvl1pPr>
      <a:lvl2pPr marL="264925" algn="l" defTabSz="529849" rtl="0" eaLnBrk="1" latinLnBrk="0" hangingPunct="1">
        <a:defRPr sz="1043" kern="1200">
          <a:solidFill>
            <a:schemeClr val="tx1"/>
          </a:solidFill>
          <a:latin typeface="+mn-lt"/>
          <a:ea typeface="+mn-ea"/>
          <a:cs typeface="+mn-cs"/>
        </a:defRPr>
      </a:lvl2pPr>
      <a:lvl3pPr marL="529849" algn="l" defTabSz="529849" rtl="0" eaLnBrk="1" latinLnBrk="0" hangingPunct="1">
        <a:defRPr sz="1043" kern="1200">
          <a:solidFill>
            <a:schemeClr val="tx1"/>
          </a:solidFill>
          <a:latin typeface="+mn-lt"/>
          <a:ea typeface="+mn-ea"/>
          <a:cs typeface="+mn-cs"/>
        </a:defRPr>
      </a:lvl3pPr>
      <a:lvl4pPr marL="794774" algn="l" defTabSz="529849" rtl="0" eaLnBrk="1" latinLnBrk="0" hangingPunct="1">
        <a:defRPr sz="1043" kern="1200">
          <a:solidFill>
            <a:schemeClr val="tx1"/>
          </a:solidFill>
          <a:latin typeface="+mn-lt"/>
          <a:ea typeface="+mn-ea"/>
          <a:cs typeface="+mn-cs"/>
        </a:defRPr>
      </a:lvl4pPr>
      <a:lvl5pPr marL="1059700" algn="l" defTabSz="529849" rtl="0" eaLnBrk="1" latinLnBrk="0" hangingPunct="1">
        <a:defRPr sz="1043" kern="1200">
          <a:solidFill>
            <a:schemeClr val="tx1"/>
          </a:solidFill>
          <a:latin typeface="+mn-lt"/>
          <a:ea typeface="+mn-ea"/>
          <a:cs typeface="+mn-cs"/>
        </a:defRPr>
      </a:lvl5pPr>
      <a:lvl6pPr marL="1324624" algn="l" defTabSz="529849" rtl="0" eaLnBrk="1" latinLnBrk="0" hangingPunct="1">
        <a:defRPr sz="1043" kern="1200">
          <a:solidFill>
            <a:schemeClr val="tx1"/>
          </a:solidFill>
          <a:latin typeface="+mn-lt"/>
          <a:ea typeface="+mn-ea"/>
          <a:cs typeface="+mn-cs"/>
        </a:defRPr>
      </a:lvl6pPr>
      <a:lvl7pPr marL="1589549" algn="l" defTabSz="529849" rtl="0" eaLnBrk="1" latinLnBrk="0" hangingPunct="1">
        <a:defRPr sz="1043" kern="1200">
          <a:solidFill>
            <a:schemeClr val="tx1"/>
          </a:solidFill>
          <a:latin typeface="+mn-lt"/>
          <a:ea typeface="+mn-ea"/>
          <a:cs typeface="+mn-cs"/>
        </a:defRPr>
      </a:lvl7pPr>
      <a:lvl8pPr marL="1854474" algn="l" defTabSz="529849" rtl="0" eaLnBrk="1" latinLnBrk="0" hangingPunct="1">
        <a:defRPr sz="1043" kern="1200">
          <a:solidFill>
            <a:schemeClr val="tx1"/>
          </a:solidFill>
          <a:latin typeface="+mn-lt"/>
          <a:ea typeface="+mn-ea"/>
          <a:cs typeface="+mn-cs"/>
        </a:defRPr>
      </a:lvl8pPr>
      <a:lvl9pPr marL="2119399" algn="l" defTabSz="529849" rtl="0" eaLnBrk="1" latinLnBrk="0" hangingPunct="1">
        <a:defRPr sz="1043"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08">
          <p15:clr>
            <a:srgbClr val="9FCC3B"/>
          </p15:clr>
        </p15:guide>
        <p15:guide id="2" orient="horz" pos="296">
          <p15:clr>
            <a:srgbClr val="9FCC3B"/>
          </p15:clr>
        </p15:guide>
        <p15:guide id="3" orient="horz" pos="949">
          <p15:clr>
            <a:srgbClr val="9FCC3B"/>
          </p15:clr>
        </p15:guide>
        <p15:guide id="5" orient="horz" pos="3682">
          <p15:clr>
            <a:srgbClr val="9FCC3B"/>
          </p15:clr>
        </p15:guide>
        <p15:guide id="8" orient="horz" pos="3911">
          <p15:clr>
            <a:srgbClr val="9FCC3B"/>
          </p15:clr>
        </p15:guide>
        <p15:guide id="9" orient="horz" pos="3322">
          <p15:clr>
            <a:srgbClr val="9FCC3B"/>
          </p15:clr>
        </p15:guide>
        <p15:guide id="10" pos="7214">
          <p15:clr>
            <a:srgbClr val="9FCC3B"/>
          </p15:clr>
        </p15:guide>
        <p15:guide id="11" pos="456">
          <p15:clr>
            <a:srgbClr val="9FCC3B"/>
          </p15:clr>
        </p15:guide>
        <p15:guide id="12" pos="579">
          <p15:clr>
            <a:srgbClr val="9FCC3B"/>
          </p15:clr>
        </p15:guide>
        <p15:guide id="13" orient="horz" pos="4104">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24427" y="447125"/>
            <a:ext cx="10727800" cy="1051687"/>
          </a:xfrm>
          <a:prstGeom prst="rect">
            <a:avLst/>
          </a:prstGeom>
        </p:spPr>
        <p:txBody>
          <a:bodyPr vert="horz" lIns="0" tIns="182880" rIns="228600" bIns="45720" rtlCol="0" anchor="ctr">
            <a:noAutofit/>
          </a:bodyPr>
          <a:lstStyle/>
          <a:p>
            <a:r>
              <a:rPr lang="en-US"/>
              <a:t>Click to Edit Title</a:t>
            </a:r>
          </a:p>
        </p:txBody>
      </p:sp>
      <p:sp>
        <p:nvSpPr>
          <p:cNvPr id="10" name="TextBox 9">
            <a:extLst>
              <a:ext uri="{FF2B5EF4-FFF2-40B4-BE49-F238E27FC236}">
                <a16:creationId xmlns:a16="http://schemas.microsoft.com/office/drawing/2014/main" id="{0CA999F6-54C2-70DD-323C-1904075D0730}"/>
              </a:ext>
            </a:extLst>
          </p:cNvPr>
          <p:cNvSpPr txBox="1"/>
          <p:nvPr userDrawn="1"/>
        </p:nvSpPr>
        <p:spPr>
          <a:xfrm>
            <a:off x="723901" y="6446437"/>
            <a:ext cx="2045804" cy="184666"/>
          </a:xfrm>
          <a:prstGeom prst="rect">
            <a:avLst/>
          </a:prstGeom>
        </p:spPr>
        <p:txBody>
          <a:bodyPr wrap="square" lIns="0" rtlCol="0">
            <a:noAutofit/>
          </a:bodyPr>
          <a:lstStyle/>
          <a:p>
            <a:pPr marL="0" indent="0" algn="l">
              <a:spcBef>
                <a:spcPts val="281"/>
              </a:spcBef>
              <a:buFontTx/>
              <a:buNone/>
            </a:pPr>
            <a:fld id="{AA60669B-C963-E74E-AFE9-64193F3F50D2}" type="datetime3">
              <a:rPr lang="en-US" sz="600" b="0" i="0" smtClean="0">
                <a:solidFill>
                  <a:schemeClr val="accent4"/>
                </a:solidFill>
                <a:latin typeface="Avenir Book" panose="02000503020000020003" pitchFamily="2" charset="0"/>
              </a:rPr>
              <a:pPr marL="0" indent="0" algn="l">
                <a:spcBef>
                  <a:spcPts val="281"/>
                </a:spcBef>
                <a:buFontTx/>
                <a:buNone/>
              </a:pPr>
              <a:t>23 September 2025</a:t>
            </a:fld>
            <a:endParaRPr lang="en-US" sz="600" b="0" i="0">
              <a:solidFill>
                <a:schemeClr val="accent4"/>
              </a:solidFill>
              <a:latin typeface="Avenir Book" panose="02000503020000020003" pitchFamily="2" charset="0"/>
            </a:endParaRPr>
          </a:p>
        </p:txBody>
      </p:sp>
      <p:sp>
        <p:nvSpPr>
          <p:cNvPr id="9" name="TextBox 8">
            <a:extLst>
              <a:ext uri="{FF2B5EF4-FFF2-40B4-BE49-F238E27FC236}">
                <a16:creationId xmlns:a16="http://schemas.microsoft.com/office/drawing/2014/main" id="{0543CDB4-3071-06B0-72DD-C62411CB7694}"/>
              </a:ext>
            </a:extLst>
          </p:cNvPr>
          <p:cNvSpPr txBox="1"/>
          <p:nvPr userDrawn="1"/>
        </p:nvSpPr>
        <p:spPr>
          <a:xfrm>
            <a:off x="11090788" y="6448148"/>
            <a:ext cx="466273" cy="182956"/>
          </a:xfrm>
          <a:prstGeom prst="rect">
            <a:avLst/>
          </a:prstGeom>
        </p:spPr>
        <p:txBody>
          <a:bodyPr wrap="square" rtlCol="0">
            <a:noAutofit/>
          </a:bodyPr>
          <a:lstStyle/>
          <a:p>
            <a:pPr marL="0" indent="0" algn="r">
              <a:spcBef>
                <a:spcPts val="281"/>
              </a:spcBef>
              <a:buFontTx/>
              <a:buNone/>
            </a:pPr>
            <a:fld id="{042A0B4C-D6B4-3E46-9492-91B00F3524BF}" type="slidenum">
              <a:rPr lang="en-US" sz="600" b="0" i="0" smtClean="0">
                <a:solidFill>
                  <a:schemeClr val="bg1">
                    <a:lumMod val="50000"/>
                  </a:schemeClr>
                </a:solidFill>
                <a:latin typeface="Avenir Book" panose="02000503020000020003" pitchFamily="2" charset="0"/>
              </a:rPr>
              <a:pPr marL="0" indent="0" algn="r">
                <a:spcBef>
                  <a:spcPts val="281"/>
                </a:spcBef>
                <a:buFontTx/>
                <a:buNone/>
              </a:pPr>
              <a:t>‹#›</a:t>
            </a:fld>
            <a:endParaRPr lang="en-US" sz="600" b="0" i="0">
              <a:solidFill>
                <a:schemeClr val="bg1">
                  <a:lumMod val="50000"/>
                </a:schemeClr>
              </a:solidFill>
              <a:latin typeface="Avenir Book" panose="02000503020000020003" pitchFamily="2" charset="0"/>
            </a:endParaRPr>
          </a:p>
        </p:txBody>
      </p:sp>
      <p:sp>
        <p:nvSpPr>
          <p:cNvPr id="13" name="Rectangle 12">
            <a:extLst>
              <a:ext uri="{FF2B5EF4-FFF2-40B4-BE49-F238E27FC236}">
                <a16:creationId xmlns:a16="http://schemas.microsoft.com/office/drawing/2014/main" id="{6C4BB22D-F973-60DD-09FF-FF3C019F95C3}"/>
              </a:ext>
            </a:extLst>
          </p:cNvPr>
          <p:cNvSpPr/>
          <p:nvPr userDrawn="1"/>
        </p:nvSpPr>
        <p:spPr>
          <a:xfrm>
            <a:off x="6193900" y="0"/>
            <a:ext cx="5257800" cy="91440"/>
          </a:xfrm>
          <a:prstGeom prst="rect">
            <a:avLst/>
          </a:prstGeom>
          <a:solidFill>
            <a:srgbClr val="E89C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6" b="0" i="0">
              <a:latin typeface="Avenir Book" panose="02000503020000020003" pitchFamily="2" charset="0"/>
            </a:endParaRPr>
          </a:p>
        </p:txBody>
      </p:sp>
      <p:pic>
        <p:nvPicPr>
          <p:cNvPr id="7" name="Picture 6">
            <a:extLst>
              <a:ext uri="{FF2B5EF4-FFF2-40B4-BE49-F238E27FC236}">
                <a16:creationId xmlns:a16="http://schemas.microsoft.com/office/drawing/2014/main" id="{7F80CEB6-1A95-9907-4E47-D038B26BE0DB}"/>
              </a:ext>
            </a:extLst>
          </p:cNvPr>
          <p:cNvPicPr>
            <a:picLocks noChangeAspect="1"/>
          </p:cNvPicPr>
          <p:nvPr userDrawn="1"/>
        </p:nvPicPr>
        <p:blipFill rotWithShape="1">
          <a:blip r:embed="rId19" cstate="screen">
            <a:extLst>
              <a:ext uri="{28A0092B-C50C-407E-A947-70E740481C1C}">
                <a14:useLocalDpi xmlns:a14="http://schemas.microsoft.com/office/drawing/2010/main"/>
              </a:ext>
            </a:extLst>
          </a:blip>
          <a:srcRect r="-80939"/>
          <a:stretch/>
        </p:blipFill>
        <p:spPr>
          <a:xfrm>
            <a:off x="6193900" y="176122"/>
            <a:ext cx="5257800" cy="271003"/>
          </a:xfrm>
          <a:prstGeom prst="rect">
            <a:avLst/>
          </a:prstGeom>
        </p:spPr>
      </p:pic>
      <p:sp>
        <p:nvSpPr>
          <p:cNvPr id="15" name="object 6">
            <a:extLst>
              <a:ext uri="{FF2B5EF4-FFF2-40B4-BE49-F238E27FC236}">
                <a16:creationId xmlns:a16="http://schemas.microsoft.com/office/drawing/2014/main" id="{E3B10ABD-5025-C299-B34A-F9435F7D492C}"/>
              </a:ext>
            </a:extLst>
          </p:cNvPr>
          <p:cNvSpPr txBox="1"/>
          <p:nvPr userDrawn="1"/>
        </p:nvSpPr>
        <p:spPr>
          <a:xfrm>
            <a:off x="8794519" y="6483713"/>
            <a:ext cx="2468053" cy="116465"/>
          </a:xfrm>
          <a:prstGeom prst="rect">
            <a:avLst/>
          </a:prstGeom>
        </p:spPr>
        <p:txBody>
          <a:bodyPr vert="horz" wrap="square" lIns="0" tIns="8659" rIns="0" bIns="0" rtlCol="0">
            <a:noAutofit/>
          </a:bodyPr>
          <a:lstStyle/>
          <a:p>
            <a:pPr marL="8658" algn="r">
              <a:lnSpc>
                <a:spcPct val="100000"/>
              </a:lnSpc>
              <a:spcBef>
                <a:spcPts val="68"/>
              </a:spcBef>
            </a:pPr>
            <a:r>
              <a:rPr lang="en-US" sz="700" b="0" i="0" spc="0" baseline="0">
                <a:solidFill>
                  <a:srgbClr val="78787A"/>
                </a:solidFill>
                <a:latin typeface="Avenir Book" panose="02000503020000020003" pitchFamily="2" charset="0"/>
                <a:cs typeface="Arial"/>
              </a:rPr>
              <a:t>© Cyderes. All rights reserved. Highly confidential.</a:t>
            </a:r>
          </a:p>
        </p:txBody>
      </p:sp>
      <p:sp>
        <p:nvSpPr>
          <p:cNvPr id="8" name="Text Placeholder 7">
            <a:extLst>
              <a:ext uri="{FF2B5EF4-FFF2-40B4-BE49-F238E27FC236}">
                <a16:creationId xmlns:a16="http://schemas.microsoft.com/office/drawing/2014/main" id="{52809C6C-363F-9A92-C531-3F2BCEAC4989}"/>
              </a:ext>
            </a:extLst>
          </p:cNvPr>
          <p:cNvSpPr>
            <a:spLocks noGrp="1"/>
          </p:cNvSpPr>
          <p:nvPr>
            <p:ph type="body" idx="1"/>
          </p:nvPr>
        </p:nvSpPr>
        <p:spPr>
          <a:xfrm>
            <a:off x="723900" y="1630015"/>
            <a:ext cx="10727798" cy="4462447"/>
          </a:xfrm>
          <a:prstGeom prst="rect">
            <a:avLst/>
          </a:prstGeom>
        </p:spPr>
        <p:txBody>
          <a:bodyPr vert="horz" lIns="22860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69500247"/>
      </p:ext>
    </p:extLst>
  </p:cSld>
  <p:clrMap bg1="lt1" tx1="dk1" bg2="lt2" tx2="dk2" accent1="accent1" accent2="accent2" accent3="accent3" accent4="accent4" accent5="accent5" accent6="accent6" hlink="hlink" folHlink="folHlink"/>
  <p:sldLayoutIdLst>
    <p:sldLayoutId id="2147484055" r:id="rId1"/>
    <p:sldLayoutId id="2147484056" r:id="rId2"/>
    <p:sldLayoutId id="2147484057" r:id="rId3"/>
    <p:sldLayoutId id="2147484058" r:id="rId4"/>
    <p:sldLayoutId id="2147484059" r:id="rId5"/>
    <p:sldLayoutId id="2147484060" r:id="rId6"/>
    <p:sldLayoutId id="2147484061" r:id="rId7"/>
    <p:sldLayoutId id="2147484062" r:id="rId8"/>
    <p:sldLayoutId id="2147484063" r:id="rId9"/>
    <p:sldLayoutId id="2147484064" r:id="rId10"/>
    <p:sldLayoutId id="2147484065" r:id="rId11"/>
    <p:sldLayoutId id="2147484066" r:id="rId12"/>
    <p:sldLayoutId id="2147484067" r:id="rId13"/>
    <p:sldLayoutId id="2147484068" r:id="rId14"/>
    <p:sldLayoutId id="2147484069" r:id="rId15"/>
    <p:sldLayoutId id="2147484070" r:id="rId16"/>
    <p:sldLayoutId id="2147484071" r:id="rId17"/>
  </p:sldLayoutIdLst>
  <p:txStyles>
    <p:titleStyle>
      <a:lvl1pPr marL="201692" indent="-201692" algn="l" defTabSz="529828" rtl="0" eaLnBrk="1" latinLnBrk="0" hangingPunct="1">
        <a:lnSpc>
          <a:spcPts val="3000"/>
        </a:lnSpc>
        <a:spcBef>
          <a:spcPct val="0"/>
        </a:spcBef>
        <a:buSzPct val="102000"/>
        <a:buFontTx/>
        <a:buBlip>
          <a:blip r:embed="rId20"/>
        </a:buBlip>
        <a:tabLst/>
        <a:defRPr sz="2800" b="1" i="0" kern="1200" baseline="0">
          <a:solidFill>
            <a:schemeClr val="accent1"/>
          </a:solidFill>
          <a:latin typeface="Avenir Heavy" panose="02000503020000020003" pitchFamily="2" charset="0"/>
          <a:ea typeface="+mj-ea"/>
          <a:cs typeface="+mj-cs"/>
        </a:defRPr>
      </a:lvl1pPr>
    </p:titleStyle>
    <p:bodyStyle>
      <a:lvl1pPr marL="0" indent="0" algn="l" defTabSz="529828" rtl="0" eaLnBrk="1" latinLnBrk="0" hangingPunct="1">
        <a:lnSpc>
          <a:spcPct val="148000"/>
        </a:lnSpc>
        <a:spcBef>
          <a:spcPts val="100"/>
        </a:spcBef>
        <a:spcAft>
          <a:spcPts val="600"/>
        </a:spcAft>
        <a:buClr>
          <a:schemeClr val="accent2"/>
        </a:buClr>
        <a:buFont typeface="Arial" panose="020B0604020202020204" pitchFamily="34" charset="0"/>
        <a:buNone/>
        <a:defRPr lang="en-US" sz="2400" b="0" i="0" kern="1200" baseline="0" dirty="0">
          <a:solidFill>
            <a:schemeClr val="tx1"/>
          </a:solidFill>
          <a:latin typeface="+mn-lt"/>
          <a:ea typeface="+mn-ea"/>
          <a:cs typeface="Arial"/>
        </a:defRPr>
      </a:lvl1pPr>
      <a:lvl2pPr marL="320027" indent="-320027" algn="l" defTabSz="228590" rtl="0" eaLnBrk="1" latinLnBrk="0" hangingPunct="1">
        <a:lnSpc>
          <a:spcPct val="148000"/>
        </a:lnSpc>
        <a:spcBef>
          <a:spcPts val="100"/>
        </a:spcBef>
        <a:spcAft>
          <a:spcPts val="600"/>
        </a:spcAft>
        <a:buClr>
          <a:schemeClr val="accent2"/>
        </a:buClr>
        <a:buFont typeface="Arial" panose="020B0604020202020204" pitchFamily="34" charset="0"/>
        <a:buChar char="•"/>
        <a:defRPr sz="2000" b="0" i="0" kern="1200">
          <a:solidFill>
            <a:schemeClr val="accent4">
              <a:lumMod val="50000"/>
            </a:schemeClr>
          </a:solidFill>
          <a:latin typeface="+mn-lt"/>
          <a:ea typeface="+mn-ea"/>
          <a:cs typeface="+mn-cs"/>
        </a:defRPr>
      </a:lvl2pPr>
      <a:lvl3pPr marL="685772" marR="0" indent="-292596" algn="l" defTabSz="529828" rtl="0" eaLnBrk="1" fontAlgn="auto" latinLnBrk="0" hangingPunct="1">
        <a:lnSpc>
          <a:spcPct val="148000"/>
        </a:lnSpc>
        <a:spcBef>
          <a:spcPts val="100"/>
        </a:spcBef>
        <a:spcAft>
          <a:spcPts val="600"/>
        </a:spcAft>
        <a:buClr>
          <a:schemeClr val="accent2"/>
        </a:buClr>
        <a:buSzTx/>
        <a:buFont typeface="System Font Regular"/>
        <a:buChar char="–"/>
        <a:tabLst/>
        <a:defRPr sz="1800" b="0" i="0" kern="1200">
          <a:solidFill>
            <a:schemeClr val="accent4"/>
          </a:solidFill>
          <a:latin typeface="+mn-lt"/>
          <a:ea typeface="+mn-ea"/>
          <a:cs typeface="+mn-cs"/>
        </a:defRPr>
      </a:lvl3pPr>
      <a:lvl4pPr marL="1051518" indent="-274309" algn="l" defTabSz="529828" rtl="0" eaLnBrk="1" latinLnBrk="0" hangingPunct="1">
        <a:lnSpc>
          <a:spcPct val="148000"/>
        </a:lnSpc>
        <a:spcBef>
          <a:spcPts val="100"/>
        </a:spcBef>
        <a:spcAft>
          <a:spcPts val="600"/>
        </a:spcAft>
        <a:buClr>
          <a:schemeClr val="accent2"/>
        </a:buClr>
        <a:buSzPct val="80000"/>
        <a:buFont typeface="Arial" panose="020B0604020202020204" pitchFamily="34" charset="0"/>
        <a:buChar char="•"/>
        <a:defRPr sz="1600" b="0" i="0" kern="1200" baseline="0">
          <a:solidFill>
            <a:schemeClr val="accent5"/>
          </a:solidFill>
          <a:latin typeface="+mn-lt"/>
          <a:ea typeface="+mn-ea"/>
          <a:cs typeface="+mn-cs"/>
        </a:defRPr>
      </a:lvl4pPr>
      <a:lvl5pPr marL="1417264" indent="-292596" algn="l" defTabSz="529828" rtl="0" eaLnBrk="1" latinLnBrk="0" hangingPunct="1">
        <a:lnSpc>
          <a:spcPct val="148000"/>
        </a:lnSpc>
        <a:spcBef>
          <a:spcPts val="100"/>
        </a:spcBef>
        <a:spcAft>
          <a:spcPts val="600"/>
        </a:spcAft>
        <a:buClr>
          <a:schemeClr val="accent2"/>
        </a:buClr>
        <a:buSzPct val="90000"/>
        <a:buFont typeface="System Font Regular"/>
        <a:buChar char="–"/>
        <a:defRPr sz="1400" b="0" i="0" kern="1200" baseline="0">
          <a:solidFill>
            <a:schemeClr val="accent5"/>
          </a:solidFill>
          <a:latin typeface="+mn-lt"/>
          <a:ea typeface="+mn-ea"/>
          <a:cs typeface="+mn-cs"/>
        </a:defRPr>
      </a:lvl5pPr>
      <a:lvl6pPr marL="1457029" indent="-132457" algn="l" defTabSz="529828" rtl="0" eaLnBrk="1" latinLnBrk="0" hangingPunct="1">
        <a:lnSpc>
          <a:spcPct val="90000"/>
        </a:lnSpc>
        <a:spcBef>
          <a:spcPts val="289"/>
        </a:spcBef>
        <a:buFont typeface="Arial" panose="020B0604020202020204" pitchFamily="34" charset="0"/>
        <a:buChar char="•"/>
        <a:defRPr sz="1043" kern="1200">
          <a:solidFill>
            <a:schemeClr val="tx1"/>
          </a:solidFill>
          <a:latin typeface="+mn-lt"/>
          <a:ea typeface="+mn-ea"/>
          <a:cs typeface="+mn-cs"/>
        </a:defRPr>
      </a:lvl6pPr>
      <a:lvl7pPr marL="1721944" indent="-132457" algn="l" defTabSz="529828" rtl="0" eaLnBrk="1" latinLnBrk="0" hangingPunct="1">
        <a:lnSpc>
          <a:spcPct val="90000"/>
        </a:lnSpc>
        <a:spcBef>
          <a:spcPts val="289"/>
        </a:spcBef>
        <a:buFont typeface="Arial" panose="020B0604020202020204" pitchFamily="34" charset="0"/>
        <a:buChar char="•"/>
        <a:defRPr sz="1043" kern="1200">
          <a:solidFill>
            <a:schemeClr val="tx1"/>
          </a:solidFill>
          <a:latin typeface="+mn-lt"/>
          <a:ea typeface="+mn-ea"/>
          <a:cs typeface="+mn-cs"/>
        </a:defRPr>
      </a:lvl7pPr>
      <a:lvl8pPr marL="1986857" indent="-132457" algn="l" defTabSz="529828" rtl="0" eaLnBrk="1" latinLnBrk="0" hangingPunct="1">
        <a:lnSpc>
          <a:spcPct val="90000"/>
        </a:lnSpc>
        <a:spcBef>
          <a:spcPts val="289"/>
        </a:spcBef>
        <a:buFont typeface="Arial" panose="020B0604020202020204" pitchFamily="34" charset="0"/>
        <a:buChar char="•"/>
        <a:defRPr sz="1043" kern="1200">
          <a:solidFill>
            <a:schemeClr val="tx1"/>
          </a:solidFill>
          <a:latin typeface="+mn-lt"/>
          <a:ea typeface="+mn-ea"/>
          <a:cs typeface="+mn-cs"/>
        </a:defRPr>
      </a:lvl8pPr>
      <a:lvl9pPr marL="2251771" indent="-132457" algn="l" defTabSz="529828" rtl="0" eaLnBrk="1" latinLnBrk="0" hangingPunct="1">
        <a:lnSpc>
          <a:spcPct val="90000"/>
        </a:lnSpc>
        <a:spcBef>
          <a:spcPts val="289"/>
        </a:spcBef>
        <a:buFont typeface="Arial" panose="020B0604020202020204" pitchFamily="34" charset="0"/>
        <a:buChar char="•"/>
        <a:defRPr sz="1043" kern="1200">
          <a:solidFill>
            <a:schemeClr val="tx1"/>
          </a:solidFill>
          <a:latin typeface="+mn-lt"/>
          <a:ea typeface="+mn-ea"/>
          <a:cs typeface="+mn-cs"/>
        </a:defRPr>
      </a:lvl9pPr>
    </p:bodyStyle>
    <p:otherStyle>
      <a:defPPr>
        <a:defRPr lang="en-US"/>
      </a:defPPr>
      <a:lvl1pPr marL="0" algn="l" defTabSz="529828" rtl="0" eaLnBrk="1" latinLnBrk="0" hangingPunct="1">
        <a:defRPr sz="1043" kern="1200">
          <a:solidFill>
            <a:schemeClr val="tx1"/>
          </a:solidFill>
          <a:latin typeface="+mn-lt"/>
          <a:ea typeface="+mn-ea"/>
          <a:cs typeface="+mn-cs"/>
        </a:defRPr>
      </a:lvl1pPr>
      <a:lvl2pPr marL="264914" algn="l" defTabSz="529828" rtl="0" eaLnBrk="1" latinLnBrk="0" hangingPunct="1">
        <a:defRPr sz="1043" kern="1200">
          <a:solidFill>
            <a:schemeClr val="tx1"/>
          </a:solidFill>
          <a:latin typeface="+mn-lt"/>
          <a:ea typeface="+mn-ea"/>
          <a:cs typeface="+mn-cs"/>
        </a:defRPr>
      </a:lvl2pPr>
      <a:lvl3pPr marL="529828" algn="l" defTabSz="529828" rtl="0" eaLnBrk="1" latinLnBrk="0" hangingPunct="1">
        <a:defRPr sz="1043" kern="1200">
          <a:solidFill>
            <a:schemeClr val="tx1"/>
          </a:solidFill>
          <a:latin typeface="+mn-lt"/>
          <a:ea typeface="+mn-ea"/>
          <a:cs typeface="+mn-cs"/>
        </a:defRPr>
      </a:lvl3pPr>
      <a:lvl4pPr marL="794742" algn="l" defTabSz="529828" rtl="0" eaLnBrk="1" latinLnBrk="0" hangingPunct="1">
        <a:defRPr sz="1043" kern="1200">
          <a:solidFill>
            <a:schemeClr val="tx1"/>
          </a:solidFill>
          <a:latin typeface="+mn-lt"/>
          <a:ea typeface="+mn-ea"/>
          <a:cs typeface="+mn-cs"/>
        </a:defRPr>
      </a:lvl4pPr>
      <a:lvl5pPr marL="1059658" algn="l" defTabSz="529828" rtl="0" eaLnBrk="1" latinLnBrk="0" hangingPunct="1">
        <a:defRPr sz="1043" kern="1200">
          <a:solidFill>
            <a:schemeClr val="tx1"/>
          </a:solidFill>
          <a:latin typeface="+mn-lt"/>
          <a:ea typeface="+mn-ea"/>
          <a:cs typeface="+mn-cs"/>
        </a:defRPr>
      </a:lvl5pPr>
      <a:lvl6pPr marL="1324571" algn="l" defTabSz="529828" rtl="0" eaLnBrk="1" latinLnBrk="0" hangingPunct="1">
        <a:defRPr sz="1043" kern="1200">
          <a:solidFill>
            <a:schemeClr val="tx1"/>
          </a:solidFill>
          <a:latin typeface="+mn-lt"/>
          <a:ea typeface="+mn-ea"/>
          <a:cs typeface="+mn-cs"/>
        </a:defRPr>
      </a:lvl6pPr>
      <a:lvl7pPr marL="1589485" algn="l" defTabSz="529828" rtl="0" eaLnBrk="1" latinLnBrk="0" hangingPunct="1">
        <a:defRPr sz="1043" kern="1200">
          <a:solidFill>
            <a:schemeClr val="tx1"/>
          </a:solidFill>
          <a:latin typeface="+mn-lt"/>
          <a:ea typeface="+mn-ea"/>
          <a:cs typeface="+mn-cs"/>
        </a:defRPr>
      </a:lvl7pPr>
      <a:lvl8pPr marL="1854400" algn="l" defTabSz="529828" rtl="0" eaLnBrk="1" latinLnBrk="0" hangingPunct="1">
        <a:defRPr sz="1043" kern="1200">
          <a:solidFill>
            <a:schemeClr val="tx1"/>
          </a:solidFill>
          <a:latin typeface="+mn-lt"/>
          <a:ea typeface="+mn-ea"/>
          <a:cs typeface="+mn-cs"/>
        </a:defRPr>
      </a:lvl8pPr>
      <a:lvl9pPr marL="2119314" algn="l" defTabSz="529828" rtl="0" eaLnBrk="1" latinLnBrk="0" hangingPunct="1">
        <a:defRPr sz="1043"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08">
          <p15:clr>
            <a:srgbClr val="9FCC3B"/>
          </p15:clr>
        </p15:guide>
        <p15:guide id="2" orient="horz" pos="296">
          <p15:clr>
            <a:srgbClr val="9FCC3B"/>
          </p15:clr>
        </p15:guide>
        <p15:guide id="3" orient="horz" pos="949">
          <p15:clr>
            <a:srgbClr val="9FCC3B"/>
          </p15:clr>
        </p15:guide>
        <p15:guide id="5" orient="horz" pos="3682">
          <p15:clr>
            <a:srgbClr val="9FCC3B"/>
          </p15:clr>
        </p15:guide>
        <p15:guide id="8" orient="horz" pos="3911">
          <p15:clr>
            <a:srgbClr val="9FCC3B"/>
          </p15:clr>
        </p15:guide>
        <p15:guide id="9" orient="horz" pos="3322">
          <p15:clr>
            <a:srgbClr val="9FCC3B"/>
          </p15:clr>
        </p15:guide>
        <p15:guide id="10" pos="7214">
          <p15:clr>
            <a:srgbClr val="9FCC3B"/>
          </p15:clr>
        </p15:guide>
        <p15:guide id="11" pos="456">
          <p15:clr>
            <a:srgbClr val="9FCC3B"/>
          </p15:clr>
        </p15:guide>
        <p15:guide id="12" pos="579">
          <p15:clr>
            <a:srgbClr val="9FCC3B"/>
          </p15:clr>
        </p15:guide>
        <p15:guide id="13" orient="horz" pos="410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1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1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 Id="rId9"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B71EB-60D3-0582-2BD5-EBD82CED3FBF}"/>
              </a:ext>
            </a:extLst>
          </p:cNvPr>
          <p:cNvSpPr>
            <a:spLocks noGrp="1"/>
          </p:cNvSpPr>
          <p:nvPr>
            <p:ph type="title"/>
          </p:nvPr>
        </p:nvSpPr>
        <p:spPr>
          <a:xfrm>
            <a:off x="1749999" y="2176012"/>
            <a:ext cx="8308401" cy="2505976"/>
          </a:xfrm>
        </p:spPr>
        <p:txBody>
          <a:bodyPr/>
          <a:lstStyle/>
          <a:p>
            <a:pPr algn="ctr"/>
            <a:r>
              <a:rPr lang="en-US">
                <a:solidFill>
                  <a:schemeClr val="accent1"/>
                </a:solidFill>
                <a:latin typeface="Avenir Heavy"/>
              </a:rPr>
              <a:t>Domtar – CyberArk &amp; Okta Roadmap 2024</a:t>
            </a:r>
            <a:endParaRPr lang="en-US">
              <a:solidFill>
                <a:schemeClr val="accent1"/>
              </a:solidFill>
            </a:endParaRPr>
          </a:p>
        </p:txBody>
      </p:sp>
    </p:spTree>
    <p:extLst>
      <p:ext uri="{BB962C8B-B14F-4D97-AF65-F5344CB8AC3E}">
        <p14:creationId xmlns:p14="http://schemas.microsoft.com/office/powerpoint/2010/main" val="1779071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3F5B7BF-5707-F926-7C28-D8D8BF3FA5B4}"/>
              </a:ext>
            </a:extLst>
          </p:cNvPr>
          <p:cNvSpPr txBox="1"/>
          <p:nvPr/>
        </p:nvSpPr>
        <p:spPr>
          <a:xfrm>
            <a:off x="-3206187" y="-1666754"/>
            <a:ext cx="0" cy="0"/>
          </a:xfrm>
          <a:prstGeom prst="rect">
            <a:avLst/>
          </a:prstGeom>
        </p:spPr>
        <p:txBody>
          <a:bodyPr vert="horz" wrap="none" lIns="0" tIns="0" rIns="0" bIns="0" rtlCol="0">
            <a:noAutofit/>
          </a:bodyPr>
          <a:lstStyle/>
          <a:p>
            <a:pPr marL="0" marR="243840" algn="l">
              <a:lnSpc>
                <a:spcPct val="148200"/>
              </a:lnSpc>
              <a:spcBef>
                <a:spcPts val="300"/>
              </a:spcBef>
              <a:spcAft>
                <a:spcPts val="600"/>
              </a:spcAft>
            </a:pPr>
            <a:endParaRPr lang="en-US" sz="900" err="1">
              <a:solidFill>
                <a:srgbClr val="6D6E71"/>
              </a:solidFill>
              <a:latin typeface="Avenir Book" panose="02000503020000020003" pitchFamily="2" charset="0"/>
              <a:cs typeface="Arial"/>
            </a:endParaRPr>
          </a:p>
        </p:txBody>
      </p:sp>
      <p:sp>
        <p:nvSpPr>
          <p:cNvPr id="6" name="TextBox 5">
            <a:extLst>
              <a:ext uri="{FF2B5EF4-FFF2-40B4-BE49-F238E27FC236}">
                <a16:creationId xmlns:a16="http://schemas.microsoft.com/office/drawing/2014/main" id="{EEEAA4A6-4698-6F77-1A47-2ECAF2F1E8FC}"/>
              </a:ext>
            </a:extLst>
          </p:cNvPr>
          <p:cNvSpPr txBox="1"/>
          <p:nvPr/>
        </p:nvSpPr>
        <p:spPr>
          <a:xfrm>
            <a:off x="559033" y="1613655"/>
            <a:ext cx="5446710" cy="4770152"/>
          </a:xfrm>
          <a:prstGeom prst="rect">
            <a:avLst/>
          </a:prstGeom>
          <a:noFill/>
        </p:spPr>
        <p:txBody>
          <a:bodyPr wrap="square">
            <a:spAutoFit/>
          </a:bodyPr>
          <a:lstStyle/>
          <a:p>
            <a:pPr marL="636905" marR="5080" lvl="2" indent="0">
              <a:lnSpc>
                <a:spcPct val="99100"/>
              </a:lnSpc>
              <a:spcBef>
                <a:spcPts val="114"/>
              </a:spcBef>
              <a:buClr>
                <a:schemeClr val="bg1">
                  <a:lumMod val="65000"/>
                </a:schemeClr>
              </a:buClr>
              <a:buNone/>
              <a:tabLst>
                <a:tab pos="203200" algn="l"/>
              </a:tabLst>
            </a:pPr>
            <a:endParaRPr lang="en-IN" sz="1600" b="1" u="sng">
              <a:latin typeface="Avenir Book" panose="02000503020000020003" pitchFamily="2" charset="0"/>
              <a:ea typeface="Open Sans" panose="020B0606030504020204" pitchFamily="34" charset="0"/>
              <a:cs typeface="Open Sans" panose="020B0606030504020204" pitchFamily="34" charset="0"/>
            </a:endParaRPr>
          </a:p>
          <a:p>
            <a:pPr marL="342900" marR="5080" lvl="2" indent="-342900" defTabSz="529849">
              <a:lnSpc>
                <a:spcPct val="148000"/>
              </a:lnSpc>
              <a:spcBef>
                <a:spcPts val="100"/>
              </a:spcBef>
              <a:spcAft>
                <a:spcPts val="600"/>
              </a:spcAft>
              <a:buClr>
                <a:schemeClr val="accent2"/>
              </a:buClr>
              <a:buFont typeface="Arial" panose="020B0604020202020204" pitchFamily="34" charset="0"/>
              <a:buChar char="•"/>
              <a:tabLst>
                <a:tab pos="203200" algn="l"/>
              </a:tabLst>
            </a:pPr>
            <a:r>
              <a:rPr lang="en-GB" sz="1600">
                <a:effectLst/>
                <a:latin typeface="Avenir Book" panose="02000503020000020003" pitchFamily="2" charset="0"/>
                <a:ea typeface="Open Sans" panose="020B0606030504020204" pitchFamily="34" charset="0"/>
                <a:cs typeface="Open Sans" panose="020B0606030504020204" pitchFamily="34" charset="0"/>
              </a:rPr>
              <a:t>CyberArk Initialization for Managed Services</a:t>
            </a:r>
          </a:p>
          <a:p>
            <a:pPr marL="342900" marR="5080" lvl="2" indent="-342900" defTabSz="529849">
              <a:lnSpc>
                <a:spcPct val="148000"/>
              </a:lnSpc>
              <a:spcBef>
                <a:spcPts val="100"/>
              </a:spcBef>
              <a:spcAft>
                <a:spcPts val="600"/>
              </a:spcAft>
              <a:buClr>
                <a:schemeClr val="accent2"/>
              </a:buClr>
              <a:buFont typeface="Arial" panose="020B0604020202020204" pitchFamily="34" charset="0"/>
              <a:buChar char="•"/>
              <a:tabLst>
                <a:tab pos="203200" algn="l"/>
              </a:tabLst>
            </a:pPr>
            <a:r>
              <a:rPr lang="en-US" sz="1600">
                <a:latin typeface="Avenir Book" panose="02000503020000020003" pitchFamily="2" charset="0"/>
              </a:rPr>
              <a:t>Develop Documentation e.g., Solution Design, BCP</a:t>
            </a:r>
          </a:p>
          <a:p>
            <a:pPr marL="342900" marR="5080" lvl="2" indent="-342900" defTabSz="529849">
              <a:lnSpc>
                <a:spcPct val="148000"/>
              </a:lnSpc>
              <a:spcBef>
                <a:spcPts val="100"/>
              </a:spcBef>
              <a:spcAft>
                <a:spcPts val="600"/>
              </a:spcAft>
              <a:buClr>
                <a:schemeClr val="accent2"/>
              </a:buClr>
              <a:buFont typeface="Arial" panose="020B0604020202020204" pitchFamily="34" charset="0"/>
              <a:buChar char="•"/>
              <a:tabLst>
                <a:tab pos="203200" algn="l"/>
              </a:tabLst>
            </a:pPr>
            <a:r>
              <a:rPr lang="en-GB" sz="1600">
                <a:effectLst/>
                <a:latin typeface="Avenir Book" panose="02000503020000020003" pitchFamily="2" charset="0"/>
                <a:ea typeface="Open Sans" panose="020B0606030504020204" pitchFamily="34" charset="0"/>
                <a:cs typeface="Open Sans" panose="020B0606030504020204" pitchFamily="34" charset="0"/>
              </a:rPr>
              <a:t>Account Discovery &amp; Onboarding</a:t>
            </a:r>
          </a:p>
          <a:p>
            <a:pPr marL="342900" marR="5080" lvl="2" indent="-342900" defTabSz="529849">
              <a:lnSpc>
                <a:spcPct val="148000"/>
              </a:lnSpc>
              <a:spcBef>
                <a:spcPts val="100"/>
              </a:spcBef>
              <a:spcAft>
                <a:spcPts val="600"/>
              </a:spcAft>
              <a:buClr>
                <a:schemeClr val="accent2"/>
              </a:buClr>
              <a:buFont typeface="Arial" panose="020B0604020202020204" pitchFamily="34" charset="0"/>
              <a:buChar char="•"/>
              <a:tabLst>
                <a:tab pos="203200" algn="l"/>
              </a:tabLst>
            </a:pPr>
            <a:r>
              <a:rPr lang="en-US" sz="1600">
                <a:latin typeface="Avenir Book"/>
              </a:rPr>
              <a:t>Support P1/P2 incidents 24/7</a:t>
            </a:r>
          </a:p>
          <a:p>
            <a:pPr marL="342900" marR="5080" lvl="2" indent="-342900" defTabSz="529849">
              <a:lnSpc>
                <a:spcPct val="148000"/>
              </a:lnSpc>
              <a:spcBef>
                <a:spcPts val="100"/>
              </a:spcBef>
              <a:spcAft>
                <a:spcPts val="600"/>
              </a:spcAft>
              <a:buClr>
                <a:schemeClr val="accent2"/>
              </a:buClr>
              <a:buFont typeface="Arial" panose="020B0604020202020204" pitchFamily="34" charset="0"/>
              <a:buChar char="•"/>
              <a:tabLst>
                <a:tab pos="203200" algn="l"/>
              </a:tabLst>
            </a:pPr>
            <a:r>
              <a:rPr lang="en-US" sz="1600">
                <a:latin typeface="Avenir Book"/>
              </a:rPr>
              <a:t>Monthly Vault OS patching</a:t>
            </a:r>
          </a:p>
          <a:p>
            <a:pPr marL="342900" marR="5080" lvl="2" indent="-342900" defTabSz="529849">
              <a:lnSpc>
                <a:spcPct val="148000"/>
              </a:lnSpc>
              <a:spcBef>
                <a:spcPts val="100"/>
              </a:spcBef>
              <a:spcAft>
                <a:spcPts val="600"/>
              </a:spcAft>
              <a:buClr>
                <a:schemeClr val="accent2"/>
              </a:buClr>
              <a:buFont typeface="Arial" panose="020B0604020202020204" pitchFamily="34" charset="0"/>
              <a:buChar char="•"/>
              <a:tabLst>
                <a:tab pos="203200" algn="l"/>
              </a:tabLst>
            </a:pPr>
            <a:r>
              <a:rPr lang="en-US" sz="1600">
                <a:latin typeface="Avenir Book"/>
              </a:rPr>
              <a:t>Product vulnerability patching and upgrades</a:t>
            </a:r>
          </a:p>
          <a:p>
            <a:pPr marL="342900" marR="5080" lvl="2" indent="-342900" defTabSz="529849">
              <a:lnSpc>
                <a:spcPct val="148000"/>
              </a:lnSpc>
              <a:spcBef>
                <a:spcPts val="100"/>
              </a:spcBef>
              <a:spcAft>
                <a:spcPts val="600"/>
              </a:spcAft>
              <a:buClr>
                <a:schemeClr val="accent2"/>
              </a:buClr>
              <a:buFont typeface="Arial" panose="020B0604020202020204" pitchFamily="34" charset="0"/>
              <a:buChar char="•"/>
              <a:tabLst>
                <a:tab pos="203200" algn="l"/>
              </a:tabLst>
            </a:pPr>
            <a:r>
              <a:rPr lang="en-GB" sz="1600">
                <a:latin typeface="Avenir Book"/>
              </a:rPr>
              <a:t>Infra Vault OS Patch Management</a:t>
            </a:r>
            <a:endParaRPr lang="en-GB" sz="1600">
              <a:effectLst/>
              <a:latin typeface="Avenir Book" panose="02000503020000020003" pitchFamily="2" charset="0"/>
              <a:ea typeface="Open Sans" panose="020B0606030504020204" pitchFamily="34" charset="0"/>
              <a:cs typeface="Open Sans" panose="020B0606030504020204" pitchFamily="34" charset="0"/>
            </a:endParaRPr>
          </a:p>
          <a:p>
            <a:pPr marL="342900" marR="5080" lvl="2" indent="-342900" defTabSz="529849">
              <a:lnSpc>
                <a:spcPct val="148000"/>
              </a:lnSpc>
              <a:spcBef>
                <a:spcPts val="100"/>
              </a:spcBef>
              <a:spcAft>
                <a:spcPts val="600"/>
              </a:spcAft>
              <a:buClr>
                <a:schemeClr val="accent2"/>
              </a:buClr>
              <a:buFont typeface="Arial" panose="020B0604020202020204" pitchFamily="34" charset="0"/>
              <a:buChar char="•"/>
              <a:tabLst>
                <a:tab pos="203200" algn="l"/>
              </a:tabLst>
            </a:pPr>
            <a:r>
              <a:rPr lang="en-GB" sz="1600">
                <a:effectLst/>
                <a:latin typeface="Avenir Book" panose="02000503020000020003" pitchFamily="2" charset="0"/>
                <a:ea typeface="Open Sans" panose="020B0606030504020204" pitchFamily="34" charset="0"/>
                <a:cs typeface="Open Sans" panose="020B0606030504020204" pitchFamily="34" charset="0"/>
              </a:rPr>
              <a:t>Connector Development</a:t>
            </a:r>
          </a:p>
          <a:p>
            <a:pPr marL="342900" marR="5080" lvl="2" indent="-342900" defTabSz="529849">
              <a:lnSpc>
                <a:spcPct val="148000"/>
              </a:lnSpc>
              <a:spcBef>
                <a:spcPts val="100"/>
              </a:spcBef>
              <a:spcAft>
                <a:spcPts val="600"/>
              </a:spcAft>
              <a:buClr>
                <a:schemeClr val="accent2"/>
              </a:buClr>
              <a:buFont typeface="Arial" panose="020B0604020202020204" pitchFamily="34" charset="0"/>
              <a:buChar char="•"/>
              <a:tabLst>
                <a:tab pos="203200" algn="l"/>
              </a:tabLst>
            </a:pPr>
            <a:r>
              <a:rPr lang="en-GB" sz="1600">
                <a:effectLst/>
                <a:latin typeface="Avenir Book"/>
                <a:ea typeface="Open Sans"/>
                <a:cs typeface="Open Sans"/>
              </a:rPr>
              <a:t>Transition &amp; </a:t>
            </a:r>
            <a:r>
              <a:rPr lang="en-GB" sz="1600">
                <a:latin typeface="Avenir Book"/>
                <a:ea typeface="Open Sans"/>
                <a:cs typeface="Open Sans"/>
              </a:rPr>
              <a:t>o</a:t>
            </a:r>
            <a:r>
              <a:rPr lang="en-GB" sz="1600">
                <a:effectLst/>
                <a:latin typeface="Avenir Book"/>
                <a:ea typeface="Open Sans"/>
                <a:cs typeface="Open Sans"/>
              </a:rPr>
              <a:t>wn the CyberArk Solution</a:t>
            </a:r>
          </a:p>
          <a:p>
            <a:pPr marL="342900" marR="5080" lvl="2" indent="-342900" defTabSz="529849">
              <a:lnSpc>
                <a:spcPct val="148000"/>
              </a:lnSpc>
              <a:spcBef>
                <a:spcPts val="100"/>
              </a:spcBef>
              <a:spcAft>
                <a:spcPts val="600"/>
              </a:spcAft>
              <a:buClr>
                <a:schemeClr val="accent2"/>
              </a:buClr>
              <a:buFont typeface="Arial" panose="020B0604020202020204" pitchFamily="34" charset="0"/>
              <a:buChar char="•"/>
              <a:tabLst>
                <a:tab pos="203200" algn="l"/>
              </a:tabLst>
            </a:pPr>
            <a:endParaRPr lang="en-GB" sz="1600">
              <a:effectLst/>
              <a:latin typeface="Avenir Book" panose="02000503020000020003" pitchFamily="2" charset="0"/>
              <a:ea typeface="Open Sans" panose="020B0606030504020204" pitchFamily="34" charset="0"/>
              <a:cs typeface="Open Sans" panose="020B0606030504020204" pitchFamily="34" charset="0"/>
            </a:endParaRPr>
          </a:p>
        </p:txBody>
      </p:sp>
      <p:sp>
        <p:nvSpPr>
          <p:cNvPr id="11" name="TextBox 10">
            <a:extLst>
              <a:ext uri="{FF2B5EF4-FFF2-40B4-BE49-F238E27FC236}">
                <a16:creationId xmlns:a16="http://schemas.microsoft.com/office/drawing/2014/main" id="{528E1964-2A14-F1E0-01E9-EEEE56603AC0}"/>
              </a:ext>
            </a:extLst>
          </p:cNvPr>
          <p:cNvSpPr txBox="1"/>
          <p:nvPr/>
        </p:nvSpPr>
        <p:spPr>
          <a:xfrm>
            <a:off x="6277336" y="1613655"/>
            <a:ext cx="5355631" cy="1501245"/>
          </a:xfrm>
          <a:prstGeom prst="rect">
            <a:avLst/>
          </a:prstGeom>
          <a:noFill/>
        </p:spPr>
        <p:txBody>
          <a:bodyPr wrap="square" lIns="91440" tIns="45720" rIns="91440" bIns="45720" anchor="t">
            <a:spAutoFit/>
          </a:bodyPr>
          <a:lstStyle/>
          <a:p>
            <a:pPr marL="636905" marR="5080" lvl="2" indent="0">
              <a:lnSpc>
                <a:spcPct val="99100"/>
              </a:lnSpc>
              <a:spcBef>
                <a:spcPts val="114"/>
              </a:spcBef>
              <a:buClr>
                <a:schemeClr val="bg1">
                  <a:lumMod val="65000"/>
                </a:schemeClr>
              </a:buClr>
              <a:buNone/>
              <a:tabLst>
                <a:tab pos="203200" algn="l"/>
              </a:tabLst>
            </a:pPr>
            <a:endParaRPr lang="en-IN" sz="1600" b="1" u="sng">
              <a:latin typeface="Avenir Book" panose="02000503020000020003" pitchFamily="2" charset="0"/>
              <a:ea typeface="Open Sans" panose="020B0606030504020204" pitchFamily="34" charset="0"/>
              <a:cs typeface="Open Sans" panose="020B0606030504020204" pitchFamily="34" charset="0"/>
            </a:endParaRPr>
          </a:p>
          <a:p>
            <a:pPr marL="342900" marR="5080" lvl="2" indent="-342900" defTabSz="529849">
              <a:lnSpc>
                <a:spcPct val="148000"/>
              </a:lnSpc>
              <a:spcBef>
                <a:spcPts val="100"/>
              </a:spcBef>
              <a:spcAft>
                <a:spcPts val="600"/>
              </a:spcAft>
              <a:buClr>
                <a:schemeClr val="accent2"/>
              </a:buClr>
              <a:buFont typeface="Arial" panose="020B0604020202020204" pitchFamily="34" charset="0"/>
              <a:buChar char="•"/>
              <a:tabLst>
                <a:tab pos="203200" algn="l"/>
              </a:tabLst>
            </a:pPr>
            <a:r>
              <a:rPr lang="en-US" sz="1600">
                <a:latin typeface="Avenir Book"/>
              </a:rPr>
              <a:t>Maintaining process and operational documentation</a:t>
            </a:r>
          </a:p>
          <a:p>
            <a:pPr marL="342900" marR="5080" lvl="2" indent="-342900" defTabSz="529849">
              <a:lnSpc>
                <a:spcPct val="148000"/>
              </a:lnSpc>
              <a:spcBef>
                <a:spcPts val="100"/>
              </a:spcBef>
              <a:spcAft>
                <a:spcPts val="600"/>
              </a:spcAft>
              <a:buClr>
                <a:schemeClr val="accent2"/>
              </a:buClr>
              <a:buFont typeface="Arial" panose="020B0604020202020204" pitchFamily="34" charset="0"/>
              <a:buChar char="•"/>
              <a:tabLst>
                <a:tab pos="203200" algn="l"/>
              </a:tabLst>
            </a:pPr>
            <a:r>
              <a:rPr lang="en-US" sz="1600">
                <a:latin typeface="Avenir Book"/>
              </a:rPr>
              <a:t>Resolve </a:t>
            </a:r>
            <a:r>
              <a:rPr lang="en-US" sz="1600" err="1">
                <a:latin typeface="Avenir Book"/>
              </a:rPr>
              <a:t>EZVista</a:t>
            </a:r>
            <a:r>
              <a:rPr lang="en-US" sz="1600">
                <a:latin typeface="Avenir Book"/>
              </a:rPr>
              <a:t> service request &amp; operational </a:t>
            </a:r>
            <a:r>
              <a:rPr lang="en-IN" sz="1600">
                <a:latin typeface="Avenir Book"/>
              </a:rPr>
              <a:t>tickets </a:t>
            </a:r>
            <a:endParaRPr lang="en-IN" sz="1600">
              <a:latin typeface="Avenir Book" panose="02000503020000020003" pitchFamily="2" charset="0"/>
            </a:endParaRPr>
          </a:p>
        </p:txBody>
      </p:sp>
      <p:sp>
        <p:nvSpPr>
          <p:cNvPr id="12" name="Title 4">
            <a:extLst>
              <a:ext uri="{FF2B5EF4-FFF2-40B4-BE49-F238E27FC236}">
                <a16:creationId xmlns:a16="http://schemas.microsoft.com/office/drawing/2014/main" id="{040CC1C6-D2F3-DA24-7A90-36DA6F729FB9}"/>
              </a:ext>
            </a:extLst>
          </p:cNvPr>
          <p:cNvSpPr txBox="1">
            <a:spLocks/>
          </p:cNvSpPr>
          <p:nvPr/>
        </p:nvSpPr>
        <p:spPr>
          <a:xfrm>
            <a:off x="327539" y="647727"/>
            <a:ext cx="10981284" cy="647749"/>
          </a:xfrm>
          <a:prstGeom prst="rect">
            <a:avLst/>
          </a:prstGeom>
        </p:spPr>
        <p:txBody>
          <a:bodyPr>
            <a:normAutofit/>
          </a:bodyPr>
          <a:lstStyle>
            <a:lvl1pPr marL="201700" indent="-201700" algn="l" defTabSz="529849" rtl="0" eaLnBrk="1" latinLnBrk="0" hangingPunct="1">
              <a:lnSpc>
                <a:spcPts val="3000"/>
              </a:lnSpc>
              <a:spcBef>
                <a:spcPct val="0"/>
              </a:spcBef>
              <a:buSzPct val="102000"/>
              <a:buFontTx/>
              <a:buBlip>
                <a:blip r:embed="rId3"/>
              </a:buBlip>
              <a:tabLst/>
              <a:defRPr sz="2800" b="1" i="0" kern="1200" baseline="0">
                <a:solidFill>
                  <a:schemeClr val="accent1"/>
                </a:solidFill>
                <a:latin typeface="Avenir Heavy" panose="02000503020000020003" pitchFamily="2" charset="0"/>
                <a:ea typeface="+mj-ea"/>
                <a:cs typeface="+mj-cs"/>
              </a:defRPr>
            </a:lvl1pPr>
          </a:lstStyle>
          <a:p>
            <a:r>
              <a:rPr kumimoji="0" lang="en-US" sz="2800" b="1" i="0" u="none" strike="noStrike" kern="1200" cap="none" spc="0" normalizeH="0" baseline="0" noProof="0">
                <a:ln>
                  <a:noFill/>
                </a:ln>
                <a:solidFill>
                  <a:srgbClr val="CC412F"/>
                </a:solidFill>
                <a:effectLst/>
                <a:uLnTx/>
                <a:uFillTx/>
                <a:latin typeface="Avenir Heavy" panose="02000503020000020003" pitchFamily="2" charset="0"/>
                <a:ea typeface="+mj-ea"/>
                <a:cs typeface="+mj-cs"/>
              </a:rPr>
              <a:t>High-level Scope of CyberArk </a:t>
            </a:r>
            <a:endParaRPr lang="en-CA">
              <a:solidFill>
                <a:srgbClr val="69686A"/>
              </a:solidFill>
              <a:latin typeface="+mn-lt"/>
              <a:ea typeface="+mn-ea"/>
              <a:cs typeface="Arial"/>
            </a:endParaRPr>
          </a:p>
        </p:txBody>
      </p:sp>
    </p:spTree>
    <p:extLst>
      <p:ext uri="{BB962C8B-B14F-4D97-AF65-F5344CB8AC3E}">
        <p14:creationId xmlns:p14="http://schemas.microsoft.com/office/powerpoint/2010/main" val="1835036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3F5B7BF-5707-F926-7C28-D8D8BF3FA5B4}"/>
              </a:ext>
            </a:extLst>
          </p:cNvPr>
          <p:cNvSpPr txBox="1"/>
          <p:nvPr/>
        </p:nvSpPr>
        <p:spPr>
          <a:xfrm>
            <a:off x="-3206187" y="-1666754"/>
            <a:ext cx="0" cy="0"/>
          </a:xfrm>
          <a:prstGeom prst="rect">
            <a:avLst/>
          </a:prstGeom>
        </p:spPr>
        <p:txBody>
          <a:bodyPr vert="horz" wrap="none" lIns="0" tIns="0" rIns="0" bIns="0" rtlCol="0">
            <a:noAutofit/>
          </a:bodyPr>
          <a:lstStyle/>
          <a:p>
            <a:pPr marL="0" marR="243840" algn="l">
              <a:lnSpc>
                <a:spcPct val="148200"/>
              </a:lnSpc>
              <a:spcBef>
                <a:spcPts val="300"/>
              </a:spcBef>
              <a:spcAft>
                <a:spcPts val="600"/>
              </a:spcAft>
            </a:pPr>
            <a:endParaRPr lang="en-US" sz="900" err="1">
              <a:solidFill>
                <a:srgbClr val="6D6E71"/>
              </a:solidFill>
              <a:latin typeface="Avenir Book" panose="02000503020000020003" pitchFamily="2" charset="0"/>
              <a:cs typeface="Arial"/>
            </a:endParaRPr>
          </a:p>
        </p:txBody>
      </p:sp>
      <p:sp>
        <p:nvSpPr>
          <p:cNvPr id="6" name="TextBox 5">
            <a:extLst>
              <a:ext uri="{FF2B5EF4-FFF2-40B4-BE49-F238E27FC236}">
                <a16:creationId xmlns:a16="http://schemas.microsoft.com/office/drawing/2014/main" id="{EEEAA4A6-4698-6F77-1A47-2ECAF2F1E8FC}"/>
              </a:ext>
            </a:extLst>
          </p:cNvPr>
          <p:cNvSpPr txBox="1"/>
          <p:nvPr/>
        </p:nvSpPr>
        <p:spPr>
          <a:xfrm>
            <a:off x="559033" y="1613655"/>
            <a:ext cx="5446710" cy="4770152"/>
          </a:xfrm>
          <a:prstGeom prst="rect">
            <a:avLst/>
          </a:prstGeom>
          <a:noFill/>
        </p:spPr>
        <p:txBody>
          <a:bodyPr wrap="square">
            <a:spAutoFit/>
          </a:bodyPr>
          <a:lstStyle/>
          <a:p>
            <a:pPr marL="636905" marR="5080" lvl="2" indent="0">
              <a:lnSpc>
                <a:spcPct val="99100"/>
              </a:lnSpc>
              <a:spcBef>
                <a:spcPts val="114"/>
              </a:spcBef>
              <a:buClr>
                <a:schemeClr val="bg1">
                  <a:lumMod val="65000"/>
                </a:schemeClr>
              </a:buClr>
              <a:buNone/>
              <a:tabLst>
                <a:tab pos="203200" algn="l"/>
              </a:tabLst>
            </a:pPr>
            <a:endParaRPr lang="en-IN" sz="1600" b="1" u="sng">
              <a:latin typeface="Avenir Book" panose="02000503020000020003" pitchFamily="2" charset="0"/>
              <a:ea typeface="Open Sans" panose="020B0606030504020204" pitchFamily="34" charset="0"/>
              <a:cs typeface="Open Sans" panose="020B0606030504020204" pitchFamily="34" charset="0"/>
            </a:endParaRPr>
          </a:p>
          <a:p>
            <a:pPr marL="342900" marR="5080" lvl="2" indent="-342900" defTabSz="529849">
              <a:lnSpc>
                <a:spcPct val="148000"/>
              </a:lnSpc>
              <a:spcBef>
                <a:spcPts val="100"/>
              </a:spcBef>
              <a:spcAft>
                <a:spcPts val="600"/>
              </a:spcAft>
              <a:buClr>
                <a:schemeClr val="accent2"/>
              </a:buClr>
              <a:buFont typeface="Arial" panose="020B0604020202020204" pitchFamily="34" charset="0"/>
              <a:buChar char="•"/>
              <a:tabLst>
                <a:tab pos="203200" algn="l"/>
              </a:tabLst>
            </a:pPr>
            <a:r>
              <a:rPr lang="en-GB" sz="1600">
                <a:effectLst/>
                <a:latin typeface="Avenir Book" panose="02000503020000020003" pitchFamily="2" charset="0"/>
                <a:ea typeface="Open Sans" panose="020B0606030504020204" pitchFamily="34" charset="0"/>
                <a:cs typeface="Open Sans" panose="020B0606030504020204" pitchFamily="34" charset="0"/>
              </a:rPr>
              <a:t>Okta Initialization for Managed Services</a:t>
            </a:r>
          </a:p>
          <a:p>
            <a:pPr marL="342900" marR="5080" lvl="2" indent="-342900" defTabSz="529849">
              <a:lnSpc>
                <a:spcPct val="148000"/>
              </a:lnSpc>
              <a:spcBef>
                <a:spcPts val="100"/>
              </a:spcBef>
              <a:spcAft>
                <a:spcPts val="600"/>
              </a:spcAft>
              <a:buClr>
                <a:schemeClr val="accent2"/>
              </a:buClr>
              <a:buFont typeface="Arial" panose="020B0604020202020204" pitchFamily="34" charset="0"/>
              <a:buChar char="•"/>
              <a:tabLst>
                <a:tab pos="203200" algn="l"/>
              </a:tabLst>
            </a:pPr>
            <a:r>
              <a:rPr lang="en-US" sz="1600">
                <a:latin typeface="Avenir Book" panose="02000503020000020003" pitchFamily="2" charset="0"/>
              </a:rPr>
              <a:t>OOTB Application Integration (SAML, OIDC)</a:t>
            </a:r>
          </a:p>
          <a:p>
            <a:pPr marL="342900" marR="5080" lvl="2" indent="-342900" defTabSz="529849">
              <a:lnSpc>
                <a:spcPct val="148000"/>
              </a:lnSpc>
              <a:spcBef>
                <a:spcPts val="100"/>
              </a:spcBef>
              <a:spcAft>
                <a:spcPts val="600"/>
              </a:spcAft>
              <a:buClr>
                <a:schemeClr val="accent2"/>
              </a:buClr>
              <a:buFont typeface="Arial" panose="020B0604020202020204" pitchFamily="34" charset="0"/>
              <a:buChar char="•"/>
              <a:tabLst>
                <a:tab pos="203200" algn="l"/>
              </a:tabLst>
            </a:pPr>
            <a:r>
              <a:rPr lang="en-GB" sz="1600">
                <a:effectLst/>
                <a:latin typeface="Avenir Book" panose="02000503020000020003" pitchFamily="2" charset="0"/>
                <a:ea typeface="Open Sans" panose="020B0606030504020204" pitchFamily="34" charset="0"/>
                <a:cs typeface="Open Sans" panose="020B0606030504020204" pitchFamily="34" charset="0"/>
              </a:rPr>
              <a:t>AD import monitoring</a:t>
            </a:r>
          </a:p>
          <a:p>
            <a:pPr marL="342900" marR="5080" lvl="2" indent="-342900" defTabSz="529849">
              <a:lnSpc>
                <a:spcPct val="148000"/>
              </a:lnSpc>
              <a:spcBef>
                <a:spcPts val="100"/>
              </a:spcBef>
              <a:spcAft>
                <a:spcPts val="600"/>
              </a:spcAft>
              <a:buClr>
                <a:schemeClr val="accent2"/>
              </a:buClr>
              <a:buFont typeface="Arial" panose="020B0604020202020204" pitchFamily="34" charset="0"/>
              <a:buChar char="•"/>
              <a:tabLst>
                <a:tab pos="203200" algn="l"/>
              </a:tabLst>
            </a:pPr>
            <a:r>
              <a:rPr lang="en-US" sz="1600">
                <a:latin typeface="Avenir Book"/>
              </a:rPr>
              <a:t>Task Monitoring &amp; Remediation</a:t>
            </a:r>
          </a:p>
          <a:p>
            <a:pPr marL="342900" marR="5080" lvl="2" indent="-342900" defTabSz="529849">
              <a:lnSpc>
                <a:spcPct val="148000"/>
              </a:lnSpc>
              <a:spcBef>
                <a:spcPts val="100"/>
              </a:spcBef>
              <a:spcAft>
                <a:spcPts val="600"/>
              </a:spcAft>
              <a:buClr>
                <a:schemeClr val="accent2"/>
              </a:buClr>
              <a:buFont typeface="Arial" panose="020B0604020202020204" pitchFamily="34" charset="0"/>
              <a:buChar char="•"/>
              <a:tabLst>
                <a:tab pos="203200" algn="l"/>
              </a:tabLst>
            </a:pPr>
            <a:r>
              <a:rPr lang="en-US" sz="1600">
                <a:latin typeface="Avenir Book"/>
              </a:rPr>
              <a:t>Regular Agent Upgrade (AD, RADIUS)</a:t>
            </a:r>
          </a:p>
          <a:p>
            <a:pPr marL="342900" marR="5080" lvl="2" indent="-342900" defTabSz="529849">
              <a:lnSpc>
                <a:spcPct val="148000"/>
              </a:lnSpc>
              <a:spcBef>
                <a:spcPts val="100"/>
              </a:spcBef>
              <a:spcAft>
                <a:spcPts val="600"/>
              </a:spcAft>
              <a:buClr>
                <a:schemeClr val="accent2"/>
              </a:buClr>
              <a:buFont typeface="Arial" panose="020B0604020202020204" pitchFamily="34" charset="0"/>
              <a:buChar char="•"/>
              <a:tabLst>
                <a:tab pos="203200" algn="l"/>
              </a:tabLst>
            </a:pPr>
            <a:r>
              <a:rPr lang="en-US" sz="1600">
                <a:latin typeface="Avenir Book"/>
              </a:rPr>
              <a:t>Custom Application Integration</a:t>
            </a:r>
          </a:p>
          <a:p>
            <a:pPr marL="342900" marR="5080" lvl="2" indent="-342900" defTabSz="529849">
              <a:lnSpc>
                <a:spcPct val="148000"/>
              </a:lnSpc>
              <a:spcBef>
                <a:spcPts val="100"/>
              </a:spcBef>
              <a:spcAft>
                <a:spcPts val="600"/>
              </a:spcAft>
              <a:buClr>
                <a:schemeClr val="accent2"/>
              </a:buClr>
              <a:buFont typeface="Arial" panose="020B0604020202020204" pitchFamily="34" charset="0"/>
              <a:buChar char="•"/>
              <a:tabLst>
                <a:tab pos="203200" algn="l"/>
              </a:tabLst>
            </a:pPr>
            <a:r>
              <a:rPr lang="en-GB" sz="1600">
                <a:effectLst/>
                <a:latin typeface="Avenir Book"/>
                <a:ea typeface="Open Sans" panose="020B0606030504020204" pitchFamily="34" charset="0"/>
                <a:cs typeface="Open Sans" panose="020B0606030504020204" pitchFamily="34" charset="0"/>
              </a:rPr>
              <a:t>Technical Documentation &amp; </a:t>
            </a:r>
            <a:r>
              <a:rPr lang="en-GB" sz="1600">
                <a:effectLst/>
                <a:latin typeface="Avenir Book" panose="02000503020000020003" pitchFamily="2" charset="0"/>
                <a:ea typeface="Open Sans" panose="020B0606030504020204" pitchFamily="34" charset="0"/>
                <a:cs typeface="Open Sans" panose="020B0606030504020204" pitchFamily="34" charset="0"/>
              </a:rPr>
              <a:t>Operational Guides</a:t>
            </a:r>
          </a:p>
          <a:p>
            <a:pPr marL="342900" marR="5080" lvl="2" indent="-342900" defTabSz="529849">
              <a:lnSpc>
                <a:spcPct val="148000"/>
              </a:lnSpc>
              <a:spcBef>
                <a:spcPts val="100"/>
              </a:spcBef>
              <a:spcAft>
                <a:spcPts val="600"/>
              </a:spcAft>
              <a:buClr>
                <a:schemeClr val="accent2"/>
              </a:buClr>
              <a:buFont typeface="Arial" panose="020B0604020202020204" pitchFamily="34" charset="0"/>
              <a:buChar char="•"/>
              <a:tabLst>
                <a:tab pos="203200" algn="l"/>
              </a:tabLst>
            </a:pPr>
            <a:r>
              <a:rPr lang="en-GB" sz="1600">
                <a:effectLst/>
                <a:latin typeface="Avenir Book" panose="02000503020000020003" pitchFamily="2" charset="0"/>
                <a:ea typeface="Open Sans" panose="020B0606030504020204" pitchFamily="34" charset="0"/>
                <a:cs typeface="Open Sans" panose="020B0606030504020204" pitchFamily="34" charset="0"/>
              </a:rPr>
              <a:t>Maintain &amp; Update SSO, MFA &amp; Security Policies</a:t>
            </a:r>
          </a:p>
          <a:p>
            <a:pPr marL="342900" marR="5080" lvl="2" indent="-342900" defTabSz="529849">
              <a:lnSpc>
                <a:spcPct val="148000"/>
              </a:lnSpc>
              <a:spcBef>
                <a:spcPts val="100"/>
              </a:spcBef>
              <a:spcAft>
                <a:spcPts val="600"/>
              </a:spcAft>
              <a:buClr>
                <a:schemeClr val="accent2"/>
              </a:buClr>
              <a:buFont typeface="Arial" panose="020B0604020202020204" pitchFamily="34" charset="0"/>
              <a:buChar char="•"/>
              <a:tabLst>
                <a:tab pos="203200" algn="l"/>
              </a:tabLst>
            </a:pPr>
            <a:r>
              <a:rPr lang="en-GB" sz="1600">
                <a:effectLst/>
                <a:latin typeface="Avenir Book"/>
                <a:ea typeface="Open Sans"/>
                <a:cs typeface="Open Sans"/>
              </a:rPr>
              <a:t>Incident &amp; Service Request Management</a:t>
            </a:r>
          </a:p>
          <a:p>
            <a:pPr marL="342900" marR="5080" lvl="2" indent="-342900" defTabSz="529849">
              <a:lnSpc>
                <a:spcPct val="148000"/>
              </a:lnSpc>
              <a:spcBef>
                <a:spcPts val="100"/>
              </a:spcBef>
              <a:spcAft>
                <a:spcPts val="600"/>
              </a:spcAft>
              <a:buClr>
                <a:schemeClr val="accent2"/>
              </a:buClr>
              <a:buFont typeface="Arial" panose="020B0604020202020204" pitchFamily="34" charset="0"/>
              <a:buChar char="•"/>
              <a:tabLst>
                <a:tab pos="203200" algn="l"/>
              </a:tabLst>
            </a:pPr>
            <a:endParaRPr lang="en-GB" sz="1600">
              <a:effectLst/>
              <a:latin typeface="Avenir Book" panose="02000503020000020003" pitchFamily="2" charset="0"/>
              <a:ea typeface="Open Sans" panose="020B0606030504020204" pitchFamily="34" charset="0"/>
              <a:cs typeface="Open Sans" panose="020B0606030504020204" pitchFamily="34" charset="0"/>
            </a:endParaRPr>
          </a:p>
        </p:txBody>
      </p:sp>
      <p:sp>
        <p:nvSpPr>
          <p:cNvPr id="12" name="Title 4">
            <a:extLst>
              <a:ext uri="{FF2B5EF4-FFF2-40B4-BE49-F238E27FC236}">
                <a16:creationId xmlns:a16="http://schemas.microsoft.com/office/drawing/2014/main" id="{040CC1C6-D2F3-DA24-7A90-36DA6F729FB9}"/>
              </a:ext>
            </a:extLst>
          </p:cNvPr>
          <p:cNvSpPr txBox="1">
            <a:spLocks/>
          </p:cNvSpPr>
          <p:nvPr/>
        </p:nvSpPr>
        <p:spPr>
          <a:xfrm>
            <a:off x="327539" y="647727"/>
            <a:ext cx="10981284" cy="647749"/>
          </a:xfrm>
          <a:prstGeom prst="rect">
            <a:avLst/>
          </a:prstGeom>
        </p:spPr>
        <p:txBody>
          <a:bodyPr>
            <a:normAutofit/>
          </a:bodyPr>
          <a:lstStyle>
            <a:lvl1pPr marL="201700" indent="-201700" algn="l" defTabSz="529849" rtl="0" eaLnBrk="1" latinLnBrk="0" hangingPunct="1">
              <a:lnSpc>
                <a:spcPts val="3000"/>
              </a:lnSpc>
              <a:spcBef>
                <a:spcPct val="0"/>
              </a:spcBef>
              <a:buSzPct val="102000"/>
              <a:buFontTx/>
              <a:buBlip>
                <a:blip r:embed="rId3"/>
              </a:buBlip>
              <a:tabLst/>
              <a:defRPr sz="2800" b="1" i="0" kern="1200" baseline="0">
                <a:solidFill>
                  <a:schemeClr val="accent1"/>
                </a:solidFill>
                <a:latin typeface="Avenir Heavy" panose="02000503020000020003" pitchFamily="2" charset="0"/>
                <a:ea typeface="+mj-ea"/>
                <a:cs typeface="+mj-cs"/>
              </a:defRPr>
            </a:lvl1pPr>
          </a:lstStyle>
          <a:p>
            <a:r>
              <a:rPr kumimoji="0" lang="en-US" sz="2800" b="1" i="0" u="none" strike="noStrike" kern="1200" cap="none" spc="0" normalizeH="0" baseline="0" noProof="0">
                <a:ln>
                  <a:noFill/>
                </a:ln>
                <a:solidFill>
                  <a:srgbClr val="CC412F"/>
                </a:solidFill>
                <a:effectLst/>
                <a:uLnTx/>
                <a:uFillTx/>
                <a:latin typeface="Avenir Heavy" panose="02000503020000020003" pitchFamily="2" charset="0"/>
                <a:ea typeface="+mj-ea"/>
                <a:cs typeface="+mj-cs"/>
              </a:rPr>
              <a:t>High-level Scope of </a:t>
            </a:r>
            <a:r>
              <a:rPr lang="en-US">
                <a:solidFill>
                  <a:srgbClr val="CC412F"/>
                </a:solidFill>
              </a:rPr>
              <a:t>Okta</a:t>
            </a:r>
            <a:r>
              <a:rPr kumimoji="0" lang="en-US" sz="2800" b="1" i="0" u="none" strike="noStrike" kern="1200" cap="none" spc="0" normalizeH="0" baseline="0" noProof="0">
                <a:ln>
                  <a:noFill/>
                </a:ln>
                <a:solidFill>
                  <a:srgbClr val="CC412F"/>
                </a:solidFill>
                <a:effectLst/>
                <a:uLnTx/>
                <a:uFillTx/>
                <a:latin typeface="Avenir Heavy" panose="02000503020000020003" pitchFamily="2" charset="0"/>
                <a:ea typeface="+mj-ea"/>
                <a:cs typeface="+mj-cs"/>
              </a:rPr>
              <a:t> </a:t>
            </a:r>
            <a:endParaRPr lang="en-CA">
              <a:solidFill>
                <a:srgbClr val="69686A"/>
              </a:solidFill>
              <a:latin typeface="+mn-lt"/>
              <a:ea typeface="+mn-ea"/>
              <a:cs typeface="Arial"/>
            </a:endParaRPr>
          </a:p>
        </p:txBody>
      </p:sp>
      <p:sp>
        <p:nvSpPr>
          <p:cNvPr id="2" name="TextBox 1">
            <a:extLst>
              <a:ext uri="{FF2B5EF4-FFF2-40B4-BE49-F238E27FC236}">
                <a16:creationId xmlns:a16="http://schemas.microsoft.com/office/drawing/2014/main" id="{F23707BC-4B4F-BB0D-C2DA-E64CE1D656CA}"/>
              </a:ext>
            </a:extLst>
          </p:cNvPr>
          <p:cNvSpPr txBox="1"/>
          <p:nvPr/>
        </p:nvSpPr>
        <p:spPr>
          <a:xfrm>
            <a:off x="-939800" y="2489200"/>
            <a:ext cx="0" cy="0"/>
          </a:xfrm>
          <a:prstGeom prst="rect">
            <a:avLst/>
          </a:prstGeom>
        </p:spPr>
        <p:txBody>
          <a:bodyPr vert="horz" wrap="none" lIns="201168" tIns="45720" rIns="91440" bIns="45720" rtlCol="0">
            <a:noAutofit/>
          </a:bodyPr>
          <a:lstStyle/>
          <a:p>
            <a:pPr algn="l" defTabSz="529849">
              <a:lnSpc>
                <a:spcPct val="148000"/>
              </a:lnSpc>
              <a:spcBef>
                <a:spcPts val="100"/>
              </a:spcBef>
              <a:spcAft>
                <a:spcPts val="600"/>
              </a:spcAft>
              <a:buClr>
                <a:schemeClr val="accent2"/>
              </a:buClr>
            </a:pPr>
            <a:endParaRPr lang="en-US" sz="2400">
              <a:cs typeface="Arial"/>
            </a:endParaRPr>
          </a:p>
        </p:txBody>
      </p:sp>
    </p:spTree>
    <p:extLst>
      <p:ext uri="{BB962C8B-B14F-4D97-AF65-F5344CB8AC3E}">
        <p14:creationId xmlns:p14="http://schemas.microsoft.com/office/powerpoint/2010/main" val="7824883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53F5A57-0122-5E4F-A115-2A446B06E2CF}"/>
              </a:ext>
            </a:extLst>
          </p:cNvPr>
          <p:cNvGrpSpPr/>
          <p:nvPr/>
        </p:nvGrpSpPr>
        <p:grpSpPr>
          <a:xfrm>
            <a:off x="1121658" y="1156480"/>
            <a:ext cx="9817832" cy="758929"/>
            <a:chOff x="2918971" y="2629885"/>
            <a:chExt cx="762814" cy="72908"/>
          </a:xfrm>
          <a:solidFill>
            <a:schemeClr val="accent1"/>
          </a:solidFill>
        </p:grpSpPr>
        <p:sp>
          <p:nvSpPr>
            <p:cNvPr id="47" name="Forma libre 222">
              <a:extLst>
                <a:ext uri="{FF2B5EF4-FFF2-40B4-BE49-F238E27FC236}">
                  <a16:creationId xmlns:a16="http://schemas.microsoft.com/office/drawing/2014/main" id="{6649AB24-A36E-8F4F-9775-C61907BF03CC}"/>
                </a:ext>
              </a:extLst>
            </p:cNvPr>
            <p:cNvSpPr/>
            <p:nvPr/>
          </p:nvSpPr>
          <p:spPr>
            <a:xfrm>
              <a:off x="3105970" y="2629885"/>
              <a:ext cx="201841" cy="72908"/>
            </a:xfrm>
            <a:custGeom>
              <a:avLst/>
              <a:gdLst>
                <a:gd name="connsiteX0" fmla="*/ 180284 w 201841"/>
                <a:gd name="connsiteY0" fmla="*/ 73093 h 72908"/>
                <a:gd name="connsiteX1" fmla="*/ 46 w 201841"/>
                <a:gd name="connsiteY1" fmla="*/ 73093 h 72908"/>
                <a:gd name="connsiteX2" fmla="*/ 22180 w 201841"/>
                <a:gd name="connsiteY2" fmla="*/ 36570 h 72908"/>
                <a:gd name="connsiteX3" fmla="*/ 46 w 201841"/>
                <a:gd name="connsiteY3" fmla="*/ 46 h 72908"/>
                <a:gd name="connsiteX4" fmla="*/ 180284 w 201841"/>
                <a:gd name="connsiteY4" fmla="*/ 46 h 72908"/>
                <a:gd name="connsiteX5" fmla="*/ 202417 w 201841"/>
                <a:gd name="connsiteY5" fmla="*/ 36570 h 72908"/>
                <a:gd name="connsiteX6" fmla="*/ 180284 w 201841"/>
                <a:gd name="connsiteY6" fmla="*/ 73093 h 7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1841" h="72908">
                  <a:moveTo>
                    <a:pt x="180284" y="73093"/>
                  </a:moveTo>
                  <a:lnTo>
                    <a:pt x="46" y="73093"/>
                  </a:lnTo>
                  <a:lnTo>
                    <a:pt x="22180" y="36570"/>
                  </a:lnTo>
                  <a:lnTo>
                    <a:pt x="46" y="46"/>
                  </a:lnTo>
                  <a:lnTo>
                    <a:pt x="180284" y="46"/>
                  </a:lnTo>
                  <a:lnTo>
                    <a:pt x="202417" y="36570"/>
                  </a:lnTo>
                  <a:lnTo>
                    <a:pt x="180284" y="73093"/>
                  </a:lnTo>
                  <a:close/>
                </a:path>
              </a:pathLst>
            </a:custGeom>
            <a:grpFill/>
            <a:ln w="767" cap="flat">
              <a:solidFill>
                <a:srgbClr val="821B19"/>
              </a:solidFill>
              <a:prstDash val="solid"/>
              <a:miter/>
            </a:ln>
          </p:spPr>
          <p:txBody>
            <a:bodyPr rtlCol="0" anchor="ctr"/>
            <a:lstStyle/>
            <a:p>
              <a:endParaRPr lang="es-MX" sz="794">
                <a:latin typeface="Avenir Book" panose="02000503020000020003" pitchFamily="2" charset="0"/>
              </a:endParaRPr>
            </a:p>
          </p:txBody>
        </p:sp>
        <p:sp>
          <p:nvSpPr>
            <p:cNvPr id="48" name="Forma libre 223">
              <a:extLst>
                <a:ext uri="{FF2B5EF4-FFF2-40B4-BE49-F238E27FC236}">
                  <a16:creationId xmlns:a16="http://schemas.microsoft.com/office/drawing/2014/main" id="{A732F9B6-9142-E846-9D44-3FCB90FF81A6}"/>
                </a:ext>
              </a:extLst>
            </p:cNvPr>
            <p:cNvSpPr/>
            <p:nvPr/>
          </p:nvSpPr>
          <p:spPr>
            <a:xfrm>
              <a:off x="3292953" y="2629885"/>
              <a:ext cx="201841" cy="72908"/>
            </a:xfrm>
            <a:custGeom>
              <a:avLst/>
              <a:gdLst>
                <a:gd name="connsiteX0" fmla="*/ 180284 w 201841"/>
                <a:gd name="connsiteY0" fmla="*/ 73093 h 72908"/>
                <a:gd name="connsiteX1" fmla="*/ 46 w 201841"/>
                <a:gd name="connsiteY1" fmla="*/ 73093 h 72908"/>
                <a:gd name="connsiteX2" fmla="*/ 22180 w 201841"/>
                <a:gd name="connsiteY2" fmla="*/ 36570 h 72908"/>
                <a:gd name="connsiteX3" fmla="*/ 46 w 201841"/>
                <a:gd name="connsiteY3" fmla="*/ 46 h 72908"/>
                <a:gd name="connsiteX4" fmla="*/ 180284 w 201841"/>
                <a:gd name="connsiteY4" fmla="*/ 46 h 72908"/>
                <a:gd name="connsiteX5" fmla="*/ 202425 w 201841"/>
                <a:gd name="connsiteY5" fmla="*/ 36570 h 72908"/>
                <a:gd name="connsiteX6" fmla="*/ 180284 w 201841"/>
                <a:gd name="connsiteY6" fmla="*/ 73093 h 7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1841" h="72908">
                  <a:moveTo>
                    <a:pt x="180284" y="73093"/>
                  </a:moveTo>
                  <a:lnTo>
                    <a:pt x="46" y="73093"/>
                  </a:lnTo>
                  <a:lnTo>
                    <a:pt x="22180" y="36570"/>
                  </a:lnTo>
                  <a:lnTo>
                    <a:pt x="46" y="46"/>
                  </a:lnTo>
                  <a:lnTo>
                    <a:pt x="180284" y="46"/>
                  </a:lnTo>
                  <a:lnTo>
                    <a:pt x="202425" y="36570"/>
                  </a:lnTo>
                  <a:lnTo>
                    <a:pt x="180284" y="73093"/>
                  </a:lnTo>
                  <a:close/>
                </a:path>
              </a:pathLst>
            </a:custGeom>
            <a:grpFill/>
            <a:ln w="767" cap="flat">
              <a:solidFill>
                <a:srgbClr val="821B19"/>
              </a:solidFill>
              <a:prstDash val="solid"/>
              <a:miter/>
            </a:ln>
          </p:spPr>
          <p:txBody>
            <a:bodyPr rtlCol="0" anchor="ctr"/>
            <a:lstStyle/>
            <a:p>
              <a:endParaRPr lang="es-MX" sz="794">
                <a:latin typeface="Avenir Book" panose="02000503020000020003" pitchFamily="2" charset="0"/>
              </a:endParaRPr>
            </a:p>
          </p:txBody>
        </p:sp>
        <p:sp>
          <p:nvSpPr>
            <p:cNvPr id="49" name="Forma libre 224">
              <a:extLst>
                <a:ext uri="{FF2B5EF4-FFF2-40B4-BE49-F238E27FC236}">
                  <a16:creationId xmlns:a16="http://schemas.microsoft.com/office/drawing/2014/main" id="{DFB7DAE0-B309-6448-AB1A-42A7C01D0ACC}"/>
                </a:ext>
              </a:extLst>
            </p:cNvPr>
            <p:cNvSpPr/>
            <p:nvPr/>
          </p:nvSpPr>
          <p:spPr>
            <a:xfrm>
              <a:off x="3479944" y="2629885"/>
              <a:ext cx="201841" cy="72908"/>
            </a:xfrm>
            <a:custGeom>
              <a:avLst/>
              <a:gdLst>
                <a:gd name="connsiteX0" fmla="*/ 180284 w 201841"/>
                <a:gd name="connsiteY0" fmla="*/ 73093 h 72908"/>
                <a:gd name="connsiteX1" fmla="*/ 46 w 201841"/>
                <a:gd name="connsiteY1" fmla="*/ 73093 h 72908"/>
                <a:gd name="connsiteX2" fmla="*/ 22180 w 201841"/>
                <a:gd name="connsiteY2" fmla="*/ 36570 h 72908"/>
                <a:gd name="connsiteX3" fmla="*/ 46 w 201841"/>
                <a:gd name="connsiteY3" fmla="*/ 46 h 72908"/>
                <a:gd name="connsiteX4" fmla="*/ 180284 w 201841"/>
                <a:gd name="connsiteY4" fmla="*/ 46 h 72908"/>
                <a:gd name="connsiteX5" fmla="*/ 202417 w 201841"/>
                <a:gd name="connsiteY5" fmla="*/ 36570 h 72908"/>
                <a:gd name="connsiteX6" fmla="*/ 180284 w 201841"/>
                <a:gd name="connsiteY6" fmla="*/ 73093 h 7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1841" h="72908">
                  <a:moveTo>
                    <a:pt x="180284" y="73093"/>
                  </a:moveTo>
                  <a:lnTo>
                    <a:pt x="46" y="73093"/>
                  </a:lnTo>
                  <a:lnTo>
                    <a:pt x="22180" y="36570"/>
                  </a:lnTo>
                  <a:lnTo>
                    <a:pt x="46" y="46"/>
                  </a:lnTo>
                  <a:lnTo>
                    <a:pt x="180284" y="46"/>
                  </a:lnTo>
                  <a:lnTo>
                    <a:pt x="202417" y="36570"/>
                  </a:lnTo>
                  <a:lnTo>
                    <a:pt x="180284" y="73093"/>
                  </a:lnTo>
                  <a:close/>
                </a:path>
              </a:pathLst>
            </a:custGeom>
            <a:grpFill/>
            <a:ln w="767" cap="flat">
              <a:solidFill>
                <a:srgbClr val="821B19"/>
              </a:solidFill>
              <a:prstDash val="solid"/>
              <a:miter/>
            </a:ln>
          </p:spPr>
          <p:txBody>
            <a:bodyPr rtlCol="0" anchor="ctr"/>
            <a:lstStyle/>
            <a:p>
              <a:endParaRPr lang="es-MX" sz="794">
                <a:latin typeface="Avenir Book" panose="02000503020000020003" pitchFamily="2" charset="0"/>
              </a:endParaRPr>
            </a:p>
          </p:txBody>
        </p:sp>
        <p:sp>
          <p:nvSpPr>
            <p:cNvPr id="60" name="Forma libre 222">
              <a:extLst>
                <a:ext uri="{FF2B5EF4-FFF2-40B4-BE49-F238E27FC236}">
                  <a16:creationId xmlns:a16="http://schemas.microsoft.com/office/drawing/2014/main" id="{2E3F123B-FFD0-384C-8DCE-10FD38B067D8}"/>
                </a:ext>
              </a:extLst>
            </p:cNvPr>
            <p:cNvSpPr/>
            <p:nvPr/>
          </p:nvSpPr>
          <p:spPr>
            <a:xfrm>
              <a:off x="2918971" y="2629885"/>
              <a:ext cx="201841" cy="72908"/>
            </a:xfrm>
            <a:custGeom>
              <a:avLst/>
              <a:gdLst>
                <a:gd name="connsiteX0" fmla="*/ 180284 w 201841"/>
                <a:gd name="connsiteY0" fmla="*/ 73093 h 72908"/>
                <a:gd name="connsiteX1" fmla="*/ 46 w 201841"/>
                <a:gd name="connsiteY1" fmla="*/ 73093 h 72908"/>
                <a:gd name="connsiteX2" fmla="*/ 22180 w 201841"/>
                <a:gd name="connsiteY2" fmla="*/ 36570 h 72908"/>
                <a:gd name="connsiteX3" fmla="*/ 46 w 201841"/>
                <a:gd name="connsiteY3" fmla="*/ 46 h 72908"/>
                <a:gd name="connsiteX4" fmla="*/ 180284 w 201841"/>
                <a:gd name="connsiteY4" fmla="*/ 46 h 72908"/>
                <a:gd name="connsiteX5" fmla="*/ 202417 w 201841"/>
                <a:gd name="connsiteY5" fmla="*/ 36570 h 72908"/>
                <a:gd name="connsiteX6" fmla="*/ 180284 w 201841"/>
                <a:gd name="connsiteY6" fmla="*/ 73093 h 7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1841" h="72908">
                  <a:moveTo>
                    <a:pt x="180284" y="73093"/>
                  </a:moveTo>
                  <a:lnTo>
                    <a:pt x="46" y="73093"/>
                  </a:lnTo>
                  <a:lnTo>
                    <a:pt x="22180" y="36570"/>
                  </a:lnTo>
                  <a:lnTo>
                    <a:pt x="46" y="46"/>
                  </a:lnTo>
                  <a:lnTo>
                    <a:pt x="180284" y="46"/>
                  </a:lnTo>
                  <a:lnTo>
                    <a:pt x="202417" y="36570"/>
                  </a:lnTo>
                  <a:lnTo>
                    <a:pt x="180284" y="73093"/>
                  </a:lnTo>
                  <a:close/>
                </a:path>
              </a:pathLst>
            </a:custGeom>
            <a:grpFill/>
            <a:ln w="767" cap="flat">
              <a:solidFill>
                <a:srgbClr val="821B19"/>
              </a:solidFill>
              <a:prstDash val="solid"/>
              <a:miter/>
            </a:ln>
          </p:spPr>
          <p:txBody>
            <a:bodyPr rtlCol="0" anchor="ctr"/>
            <a:lstStyle/>
            <a:p>
              <a:endParaRPr lang="es-MX" sz="794">
                <a:latin typeface="Avenir Book" panose="02000503020000020003" pitchFamily="2" charset="0"/>
              </a:endParaRPr>
            </a:p>
          </p:txBody>
        </p:sp>
      </p:grpSp>
      <p:sp>
        <p:nvSpPr>
          <p:cNvPr id="61" name="Forma libre 529">
            <a:extLst>
              <a:ext uri="{FF2B5EF4-FFF2-40B4-BE49-F238E27FC236}">
                <a16:creationId xmlns:a16="http://schemas.microsoft.com/office/drawing/2014/main" id="{64A517D3-021D-FE4E-AEC1-35CDCD10CEA2}"/>
              </a:ext>
            </a:extLst>
          </p:cNvPr>
          <p:cNvSpPr/>
          <p:nvPr/>
        </p:nvSpPr>
        <p:spPr>
          <a:xfrm>
            <a:off x="1871303" y="986762"/>
            <a:ext cx="1096179" cy="1096179"/>
          </a:xfrm>
          <a:custGeom>
            <a:avLst/>
            <a:gdLst>
              <a:gd name="connsiteX0" fmla="*/ 109317 w 108978"/>
              <a:gd name="connsiteY0" fmla="*/ 54682 h 108978"/>
              <a:gd name="connsiteX1" fmla="*/ 54682 w 108978"/>
              <a:gd name="connsiteY1" fmla="*/ 109317 h 108978"/>
              <a:gd name="connsiteX2" fmla="*/ 46 w 108978"/>
              <a:gd name="connsiteY2" fmla="*/ 54682 h 108978"/>
              <a:gd name="connsiteX3" fmla="*/ 54682 w 108978"/>
              <a:gd name="connsiteY3" fmla="*/ 46 h 108978"/>
              <a:gd name="connsiteX4" fmla="*/ 54689 w 108978"/>
              <a:gd name="connsiteY4" fmla="*/ 46 h 108978"/>
              <a:gd name="connsiteX5" fmla="*/ 109317 w 108978"/>
              <a:gd name="connsiteY5" fmla="*/ 54674 h 108978"/>
              <a:gd name="connsiteX6" fmla="*/ 109317 w 108978"/>
              <a:gd name="connsiteY6" fmla="*/ 54682 h 108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978" h="108978">
                <a:moveTo>
                  <a:pt x="109317" y="54682"/>
                </a:moveTo>
                <a:cubicBezTo>
                  <a:pt x="109317" y="84856"/>
                  <a:pt x="84856" y="109317"/>
                  <a:pt x="54682" y="109317"/>
                </a:cubicBezTo>
                <a:cubicBezTo>
                  <a:pt x="24507" y="109317"/>
                  <a:pt x="46" y="84856"/>
                  <a:pt x="46" y="54682"/>
                </a:cubicBezTo>
                <a:cubicBezTo>
                  <a:pt x="46" y="24507"/>
                  <a:pt x="24507" y="46"/>
                  <a:pt x="54682" y="46"/>
                </a:cubicBezTo>
                <a:cubicBezTo>
                  <a:pt x="54684" y="46"/>
                  <a:pt x="54687" y="46"/>
                  <a:pt x="54689" y="46"/>
                </a:cubicBezTo>
                <a:cubicBezTo>
                  <a:pt x="84859" y="46"/>
                  <a:pt x="109317" y="24504"/>
                  <a:pt x="109317" y="54674"/>
                </a:cubicBezTo>
                <a:cubicBezTo>
                  <a:pt x="109317" y="54677"/>
                  <a:pt x="109317" y="54679"/>
                  <a:pt x="109317" y="54682"/>
                </a:cubicBezTo>
              </a:path>
            </a:pathLst>
          </a:custGeom>
          <a:solidFill>
            <a:schemeClr val="bg1"/>
          </a:solidFill>
          <a:ln w="767" cap="flat">
            <a:solidFill>
              <a:srgbClr val="821B19"/>
            </a:solidFill>
            <a:prstDash val="solid"/>
            <a:miter/>
          </a:ln>
        </p:spPr>
        <p:txBody>
          <a:bodyPr rtlCol="0" anchor="ctr"/>
          <a:lstStyle/>
          <a:p>
            <a:pPr algn="ctr"/>
            <a:r>
              <a:rPr lang="es-MX" sz="1600">
                <a:solidFill>
                  <a:schemeClr val="accent1"/>
                </a:solidFill>
                <a:latin typeface="Avenir Book" panose="02000503020000020003" pitchFamily="2" charset="0"/>
                <a:cs typeface="Poppins Medium" pitchFamily="2" charset="77"/>
              </a:rPr>
              <a:t>CyberArk</a:t>
            </a:r>
          </a:p>
        </p:txBody>
      </p:sp>
      <p:sp>
        <p:nvSpPr>
          <p:cNvPr id="64" name="Forma libre 529">
            <a:extLst>
              <a:ext uri="{FF2B5EF4-FFF2-40B4-BE49-F238E27FC236}">
                <a16:creationId xmlns:a16="http://schemas.microsoft.com/office/drawing/2014/main" id="{9CAE29FA-57B7-7F4C-AE1A-6B30D0832A1D}"/>
              </a:ext>
            </a:extLst>
          </p:cNvPr>
          <p:cNvSpPr/>
          <p:nvPr/>
        </p:nvSpPr>
        <p:spPr>
          <a:xfrm>
            <a:off x="4185675" y="986762"/>
            <a:ext cx="1096179" cy="1096179"/>
          </a:xfrm>
          <a:custGeom>
            <a:avLst/>
            <a:gdLst>
              <a:gd name="connsiteX0" fmla="*/ 109317 w 108978"/>
              <a:gd name="connsiteY0" fmla="*/ 54682 h 108978"/>
              <a:gd name="connsiteX1" fmla="*/ 54682 w 108978"/>
              <a:gd name="connsiteY1" fmla="*/ 109317 h 108978"/>
              <a:gd name="connsiteX2" fmla="*/ 46 w 108978"/>
              <a:gd name="connsiteY2" fmla="*/ 54682 h 108978"/>
              <a:gd name="connsiteX3" fmla="*/ 54682 w 108978"/>
              <a:gd name="connsiteY3" fmla="*/ 46 h 108978"/>
              <a:gd name="connsiteX4" fmla="*/ 54689 w 108978"/>
              <a:gd name="connsiteY4" fmla="*/ 46 h 108978"/>
              <a:gd name="connsiteX5" fmla="*/ 109317 w 108978"/>
              <a:gd name="connsiteY5" fmla="*/ 54674 h 108978"/>
              <a:gd name="connsiteX6" fmla="*/ 109317 w 108978"/>
              <a:gd name="connsiteY6" fmla="*/ 54682 h 108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978" h="108978">
                <a:moveTo>
                  <a:pt x="109317" y="54682"/>
                </a:moveTo>
                <a:cubicBezTo>
                  <a:pt x="109317" y="84856"/>
                  <a:pt x="84856" y="109317"/>
                  <a:pt x="54682" y="109317"/>
                </a:cubicBezTo>
                <a:cubicBezTo>
                  <a:pt x="24507" y="109317"/>
                  <a:pt x="46" y="84856"/>
                  <a:pt x="46" y="54682"/>
                </a:cubicBezTo>
                <a:cubicBezTo>
                  <a:pt x="46" y="24507"/>
                  <a:pt x="24507" y="46"/>
                  <a:pt x="54682" y="46"/>
                </a:cubicBezTo>
                <a:cubicBezTo>
                  <a:pt x="54684" y="46"/>
                  <a:pt x="54687" y="46"/>
                  <a:pt x="54689" y="46"/>
                </a:cubicBezTo>
                <a:cubicBezTo>
                  <a:pt x="84859" y="46"/>
                  <a:pt x="109317" y="24504"/>
                  <a:pt x="109317" y="54674"/>
                </a:cubicBezTo>
                <a:cubicBezTo>
                  <a:pt x="109317" y="54677"/>
                  <a:pt x="109317" y="54679"/>
                  <a:pt x="109317" y="54682"/>
                </a:cubicBezTo>
              </a:path>
            </a:pathLst>
          </a:custGeom>
          <a:solidFill>
            <a:schemeClr val="bg1"/>
          </a:solidFill>
          <a:ln w="767" cap="flat">
            <a:solidFill>
              <a:srgbClr val="821B19"/>
            </a:solidFill>
            <a:prstDash val="solid"/>
            <a:miter/>
          </a:ln>
        </p:spPr>
        <p:txBody>
          <a:bodyPr rtlCol="0" anchor="ctr"/>
          <a:lstStyle/>
          <a:p>
            <a:pPr algn="ctr"/>
            <a:endParaRPr lang="es-MX" sz="2200">
              <a:solidFill>
                <a:schemeClr val="bg1"/>
              </a:solidFill>
              <a:latin typeface="Avenir Book" panose="02000503020000020003" pitchFamily="2" charset="0"/>
              <a:cs typeface="Poppins Medium" pitchFamily="2" charset="77"/>
            </a:endParaRPr>
          </a:p>
        </p:txBody>
      </p:sp>
      <p:sp>
        <p:nvSpPr>
          <p:cNvPr id="65" name="Forma libre 529">
            <a:extLst>
              <a:ext uri="{FF2B5EF4-FFF2-40B4-BE49-F238E27FC236}">
                <a16:creationId xmlns:a16="http://schemas.microsoft.com/office/drawing/2014/main" id="{35401F99-5377-0941-A60C-64E5E22E9099}"/>
              </a:ext>
            </a:extLst>
          </p:cNvPr>
          <p:cNvSpPr/>
          <p:nvPr/>
        </p:nvSpPr>
        <p:spPr>
          <a:xfrm>
            <a:off x="6689400" y="986762"/>
            <a:ext cx="1096179" cy="1096179"/>
          </a:xfrm>
          <a:custGeom>
            <a:avLst/>
            <a:gdLst>
              <a:gd name="connsiteX0" fmla="*/ 109317 w 108978"/>
              <a:gd name="connsiteY0" fmla="*/ 54682 h 108978"/>
              <a:gd name="connsiteX1" fmla="*/ 54682 w 108978"/>
              <a:gd name="connsiteY1" fmla="*/ 109317 h 108978"/>
              <a:gd name="connsiteX2" fmla="*/ 46 w 108978"/>
              <a:gd name="connsiteY2" fmla="*/ 54682 h 108978"/>
              <a:gd name="connsiteX3" fmla="*/ 54682 w 108978"/>
              <a:gd name="connsiteY3" fmla="*/ 46 h 108978"/>
              <a:gd name="connsiteX4" fmla="*/ 54689 w 108978"/>
              <a:gd name="connsiteY4" fmla="*/ 46 h 108978"/>
              <a:gd name="connsiteX5" fmla="*/ 109317 w 108978"/>
              <a:gd name="connsiteY5" fmla="*/ 54674 h 108978"/>
              <a:gd name="connsiteX6" fmla="*/ 109317 w 108978"/>
              <a:gd name="connsiteY6" fmla="*/ 54682 h 108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978" h="108978">
                <a:moveTo>
                  <a:pt x="109317" y="54682"/>
                </a:moveTo>
                <a:cubicBezTo>
                  <a:pt x="109317" y="84856"/>
                  <a:pt x="84856" y="109317"/>
                  <a:pt x="54682" y="109317"/>
                </a:cubicBezTo>
                <a:cubicBezTo>
                  <a:pt x="24507" y="109317"/>
                  <a:pt x="46" y="84856"/>
                  <a:pt x="46" y="54682"/>
                </a:cubicBezTo>
                <a:cubicBezTo>
                  <a:pt x="46" y="24507"/>
                  <a:pt x="24507" y="46"/>
                  <a:pt x="54682" y="46"/>
                </a:cubicBezTo>
                <a:cubicBezTo>
                  <a:pt x="54684" y="46"/>
                  <a:pt x="54687" y="46"/>
                  <a:pt x="54689" y="46"/>
                </a:cubicBezTo>
                <a:cubicBezTo>
                  <a:pt x="84859" y="46"/>
                  <a:pt x="109317" y="24504"/>
                  <a:pt x="109317" y="54674"/>
                </a:cubicBezTo>
                <a:cubicBezTo>
                  <a:pt x="109317" y="54677"/>
                  <a:pt x="109317" y="54679"/>
                  <a:pt x="109317" y="54682"/>
                </a:cubicBezTo>
              </a:path>
            </a:pathLst>
          </a:custGeom>
          <a:solidFill>
            <a:schemeClr val="bg1"/>
          </a:solidFill>
          <a:ln w="767" cap="flat">
            <a:solidFill>
              <a:srgbClr val="821B19"/>
            </a:solidFill>
            <a:prstDash val="solid"/>
            <a:miter/>
          </a:ln>
        </p:spPr>
        <p:txBody>
          <a:bodyPr rtlCol="0" anchor="ctr"/>
          <a:lstStyle/>
          <a:p>
            <a:pPr algn="ctr"/>
            <a:r>
              <a:rPr lang="es-MX" sz="1600">
                <a:solidFill>
                  <a:schemeClr val="accent1"/>
                </a:solidFill>
                <a:latin typeface="Avenir Book" panose="02000503020000020003" pitchFamily="2" charset="0"/>
                <a:cs typeface="Poppins Medium" pitchFamily="2" charset="77"/>
              </a:rPr>
              <a:t>CyberArk</a:t>
            </a:r>
          </a:p>
        </p:txBody>
      </p:sp>
      <p:sp>
        <p:nvSpPr>
          <p:cNvPr id="4" name="Rounded Rectangle 3">
            <a:extLst>
              <a:ext uri="{FF2B5EF4-FFF2-40B4-BE49-F238E27FC236}">
                <a16:creationId xmlns:a16="http://schemas.microsoft.com/office/drawing/2014/main" id="{43070472-0F8D-3C42-9F03-DB1B0307D506}"/>
              </a:ext>
            </a:extLst>
          </p:cNvPr>
          <p:cNvSpPr/>
          <p:nvPr/>
        </p:nvSpPr>
        <p:spPr>
          <a:xfrm>
            <a:off x="1271001" y="2144617"/>
            <a:ext cx="1854557" cy="1826161"/>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94">
              <a:latin typeface="Avenir Book" panose="02000503020000020003" pitchFamily="2" charset="0"/>
            </a:endParaRPr>
          </a:p>
        </p:txBody>
      </p:sp>
      <p:sp>
        <p:nvSpPr>
          <p:cNvPr id="115" name="Rounded Rectangle 114">
            <a:extLst>
              <a:ext uri="{FF2B5EF4-FFF2-40B4-BE49-F238E27FC236}">
                <a16:creationId xmlns:a16="http://schemas.microsoft.com/office/drawing/2014/main" id="{8434E45B-A826-BD4C-A946-FEA456CBE1B0}"/>
              </a:ext>
            </a:extLst>
          </p:cNvPr>
          <p:cNvSpPr/>
          <p:nvPr/>
        </p:nvSpPr>
        <p:spPr>
          <a:xfrm>
            <a:off x="3231836" y="2144617"/>
            <a:ext cx="1854557" cy="2537541"/>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94">
              <a:latin typeface="Avenir Book" panose="02000503020000020003" pitchFamily="2" charset="0"/>
            </a:endParaRPr>
          </a:p>
        </p:txBody>
      </p:sp>
      <p:sp>
        <p:nvSpPr>
          <p:cNvPr id="116" name="Rounded Rectangle 115">
            <a:extLst>
              <a:ext uri="{FF2B5EF4-FFF2-40B4-BE49-F238E27FC236}">
                <a16:creationId xmlns:a16="http://schemas.microsoft.com/office/drawing/2014/main" id="{82355C64-F2D2-DC4A-9175-0FD9D1252272}"/>
              </a:ext>
            </a:extLst>
          </p:cNvPr>
          <p:cNvSpPr/>
          <p:nvPr/>
        </p:nvSpPr>
        <p:spPr>
          <a:xfrm>
            <a:off x="5192671" y="2144617"/>
            <a:ext cx="1854557" cy="27537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94">
              <a:latin typeface="Avenir Book" panose="02000503020000020003" pitchFamily="2" charset="0"/>
            </a:endParaRPr>
          </a:p>
        </p:txBody>
      </p:sp>
      <p:sp>
        <p:nvSpPr>
          <p:cNvPr id="117" name="Rounded Rectangle 116">
            <a:extLst>
              <a:ext uri="{FF2B5EF4-FFF2-40B4-BE49-F238E27FC236}">
                <a16:creationId xmlns:a16="http://schemas.microsoft.com/office/drawing/2014/main" id="{5D3B93AD-56E6-4147-874A-936202A2CF5C}"/>
              </a:ext>
            </a:extLst>
          </p:cNvPr>
          <p:cNvSpPr/>
          <p:nvPr/>
        </p:nvSpPr>
        <p:spPr>
          <a:xfrm>
            <a:off x="7153506" y="2144618"/>
            <a:ext cx="1854557" cy="283586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94">
              <a:latin typeface="Avenir Book" panose="02000503020000020003" pitchFamily="2" charset="0"/>
            </a:endParaRPr>
          </a:p>
        </p:txBody>
      </p:sp>
      <p:sp>
        <p:nvSpPr>
          <p:cNvPr id="5" name="Triangle 4">
            <a:extLst>
              <a:ext uri="{FF2B5EF4-FFF2-40B4-BE49-F238E27FC236}">
                <a16:creationId xmlns:a16="http://schemas.microsoft.com/office/drawing/2014/main" id="{D1E2E625-C551-6C4F-B036-44F0B062B0BD}"/>
              </a:ext>
            </a:extLst>
          </p:cNvPr>
          <p:cNvSpPr/>
          <p:nvPr/>
        </p:nvSpPr>
        <p:spPr>
          <a:xfrm>
            <a:off x="2020903" y="1940272"/>
            <a:ext cx="323148" cy="27857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94">
              <a:latin typeface="Avenir Book" panose="02000503020000020003" pitchFamily="2" charset="0"/>
            </a:endParaRPr>
          </a:p>
        </p:txBody>
      </p:sp>
      <p:sp>
        <p:nvSpPr>
          <p:cNvPr id="119" name="Triangle 118">
            <a:extLst>
              <a:ext uri="{FF2B5EF4-FFF2-40B4-BE49-F238E27FC236}">
                <a16:creationId xmlns:a16="http://schemas.microsoft.com/office/drawing/2014/main" id="{42958EE9-F433-9E49-8EC2-3F78DCF1A225}"/>
              </a:ext>
            </a:extLst>
          </p:cNvPr>
          <p:cNvSpPr/>
          <p:nvPr/>
        </p:nvSpPr>
        <p:spPr>
          <a:xfrm>
            <a:off x="3997540" y="1940272"/>
            <a:ext cx="323148" cy="27857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94">
              <a:latin typeface="Avenir Book" panose="02000503020000020003" pitchFamily="2" charset="0"/>
            </a:endParaRPr>
          </a:p>
        </p:txBody>
      </p:sp>
      <p:sp>
        <p:nvSpPr>
          <p:cNvPr id="120" name="Triangle 119">
            <a:extLst>
              <a:ext uri="{FF2B5EF4-FFF2-40B4-BE49-F238E27FC236}">
                <a16:creationId xmlns:a16="http://schemas.microsoft.com/office/drawing/2014/main" id="{9E26312B-E741-8648-B04B-311109A8F0B6}"/>
              </a:ext>
            </a:extLst>
          </p:cNvPr>
          <p:cNvSpPr/>
          <p:nvPr/>
        </p:nvSpPr>
        <p:spPr>
          <a:xfrm>
            <a:off x="5955962" y="1940272"/>
            <a:ext cx="323148" cy="27857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94">
              <a:latin typeface="Avenir Book" panose="02000503020000020003" pitchFamily="2" charset="0"/>
            </a:endParaRPr>
          </a:p>
        </p:txBody>
      </p:sp>
      <p:sp>
        <p:nvSpPr>
          <p:cNvPr id="121" name="Triangle 120">
            <a:extLst>
              <a:ext uri="{FF2B5EF4-FFF2-40B4-BE49-F238E27FC236}">
                <a16:creationId xmlns:a16="http://schemas.microsoft.com/office/drawing/2014/main" id="{494B855B-3914-5F46-9094-5BA149EBF1D3}"/>
              </a:ext>
            </a:extLst>
          </p:cNvPr>
          <p:cNvSpPr/>
          <p:nvPr/>
        </p:nvSpPr>
        <p:spPr>
          <a:xfrm>
            <a:off x="7919210" y="1940272"/>
            <a:ext cx="323148" cy="27857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94">
              <a:latin typeface="Avenir Book" panose="02000503020000020003" pitchFamily="2" charset="0"/>
            </a:endParaRPr>
          </a:p>
        </p:txBody>
      </p:sp>
      <p:sp>
        <p:nvSpPr>
          <p:cNvPr id="122" name="Triangle 121">
            <a:extLst>
              <a:ext uri="{FF2B5EF4-FFF2-40B4-BE49-F238E27FC236}">
                <a16:creationId xmlns:a16="http://schemas.microsoft.com/office/drawing/2014/main" id="{33A4B783-A6D9-5F48-8CC1-4CBDD6CCB731}"/>
              </a:ext>
            </a:extLst>
          </p:cNvPr>
          <p:cNvSpPr/>
          <p:nvPr/>
        </p:nvSpPr>
        <p:spPr>
          <a:xfrm>
            <a:off x="9880045" y="1940272"/>
            <a:ext cx="323148" cy="27857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94">
              <a:latin typeface="Avenir Book" panose="02000503020000020003" pitchFamily="2" charset="0"/>
            </a:endParaRPr>
          </a:p>
        </p:txBody>
      </p:sp>
      <p:sp>
        <p:nvSpPr>
          <p:cNvPr id="54" name="Rectangle 56">
            <a:extLst>
              <a:ext uri="{FF2B5EF4-FFF2-40B4-BE49-F238E27FC236}">
                <a16:creationId xmlns:a16="http://schemas.microsoft.com/office/drawing/2014/main" id="{EFCA24C9-BAF5-5B4A-B3A7-35E38070C188}"/>
              </a:ext>
            </a:extLst>
          </p:cNvPr>
          <p:cNvSpPr/>
          <p:nvPr/>
        </p:nvSpPr>
        <p:spPr>
          <a:xfrm>
            <a:off x="1202506" y="2215498"/>
            <a:ext cx="2436097" cy="4339650"/>
          </a:xfrm>
          <a:prstGeom prst="rect">
            <a:avLst/>
          </a:prstGeom>
          <a:solidFill>
            <a:schemeClr val="bg1"/>
          </a:solidFill>
        </p:spPr>
        <p:txBody>
          <a:bodyPr wrap="square" lIns="91440" tIns="45720" rIns="91440" bIns="45720" anchor="t">
            <a:spAutoFit/>
          </a:bodyPr>
          <a:lstStyle/>
          <a:p>
            <a:pPr marL="171450" indent="-171450">
              <a:buFont typeface="Wingdings" pitchFamily="2" charset="2"/>
              <a:buChar char="§"/>
            </a:pPr>
            <a:r>
              <a:rPr lang="en-IN" sz="1200" b="1">
                <a:latin typeface="Avenir Book"/>
              </a:rPr>
              <a:t>PSM Connectors (Toad, </a:t>
            </a:r>
            <a:r>
              <a:rPr lang="en-IN" sz="1200" b="1" err="1">
                <a:latin typeface="Avenir Book"/>
              </a:rPr>
              <a:t>SQLPlus</a:t>
            </a:r>
            <a:r>
              <a:rPr lang="en-IN" sz="1200" b="1">
                <a:latin typeface="Avenir Book"/>
              </a:rPr>
              <a:t>)</a:t>
            </a:r>
            <a:r>
              <a:rPr lang="en-IN" sz="1200">
                <a:latin typeface="Avenir Book"/>
              </a:rPr>
              <a:t> deployed for DB Team</a:t>
            </a:r>
          </a:p>
          <a:p>
            <a:pPr marL="171450" indent="-171450">
              <a:buFont typeface="Wingdings" pitchFamily="2" charset="2"/>
              <a:buChar char="§"/>
            </a:pPr>
            <a:endParaRPr lang="en-IN" sz="1200">
              <a:latin typeface="Avenir Book" panose="02000503020000020003" pitchFamily="2" charset="0"/>
            </a:endParaRPr>
          </a:p>
          <a:p>
            <a:pPr marL="171450" indent="-171450">
              <a:buFont typeface="Wingdings" pitchFamily="2" charset="2"/>
              <a:buChar char="§"/>
            </a:pPr>
            <a:r>
              <a:rPr lang="en-IN" sz="1200">
                <a:latin typeface="Avenir Book"/>
              </a:rPr>
              <a:t>Upgrade to long-term support (LTS) CyberArk Solution </a:t>
            </a:r>
            <a:r>
              <a:rPr lang="en-IN" sz="1200" b="1">
                <a:latin typeface="Avenir Book"/>
              </a:rPr>
              <a:t>(v12.6) – Major Upgrade</a:t>
            </a:r>
          </a:p>
          <a:p>
            <a:pPr marL="171450" indent="-171450">
              <a:buFont typeface="Wingdings" pitchFamily="2" charset="2"/>
              <a:buChar char="§"/>
            </a:pPr>
            <a:endParaRPr lang="en-IN" sz="1200">
              <a:latin typeface="Avenir Book" panose="02000503020000020003" pitchFamily="2" charset="0"/>
            </a:endParaRPr>
          </a:p>
          <a:p>
            <a:pPr marL="171450" indent="-171450">
              <a:buFont typeface="Wingdings" pitchFamily="2" charset="2"/>
              <a:buChar char="§"/>
            </a:pPr>
            <a:r>
              <a:rPr lang="en-IN" sz="1200" b="1">
                <a:latin typeface="Avenir Book"/>
              </a:rPr>
              <a:t>CyberArk PTA </a:t>
            </a:r>
            <a:r>
              <a:rPr lang="en-IN" sz="1200">
                <a:latin typeface="Avenir Book"/>
              </a:rPr>
              <a:t>(Privileged Threat Analytics) deployment (v13)</a:t>
            </a:r>
          </a:p>
          <a:p>
            <a:pPr marL="171450" indent="-171450">
              <a:buFont typeface="Wingdings" pitchFamily="2" charset="2"/>
              <a:buChar char="§"/>
            </a:pPr>
            <a:endParaRPr lang="en-IN" sz="1200">
              <a:effectLst/>
              <a:latin typeface="Avenir Book" panose="02000503020000020003" pitchFamily="2" charset="0"/>
            </a:endParaRPr>
          </a:p>
          <a:p>
            <a:pPr marL="171450" indent="-171450">
              <a:buFont typeface="Wingdings" pitchFamily="2" charset="2"/>
              <a:buChar char="§"/>
            </a:pPr>
            <a:r>
              <a:rPr lang="en-IN" sz="1200" b="1">
                <a:latin typeface="Avenir Book"/>
              </a:rPr>
              <a:t>CyberArk </a:t>
            </a:r>
            <a:r>
              <a:rPr lang="en-IN" sz="1200" b="1" err="1">
                <a:latin typeface="Avenir Book"/>
              </a:rPr>
              <a:t>BreakGlass</a:t>
            </a:r>
            <a:r>
              <a:rPr lang="en-IN" sz="1200" b="1">
                <a:latin typeface="Avenir Book"/>
              </a:rPr>
              <a:t> </a:t>
            </a:r>
            <a:r>
              <a:rPr lang="en-IN" sz="1200">
                <a:latin typeface="Avenir Book"/>
              </a:rPr>
              <a:t>Vault (On-Premises) deployment for Azure down scenarios</a:t>
            </a:r>
          </a:p>
          <a:p>
            <a:endParaRPr lang="en-IN" sz="1200">
              <a:latin typeface="Avenir Book"/>
            </a:endParaRPr>
          </a:p>
          <a:p>
            <a:pPr marL="171450" indent="-171450">
              <a:buFont typeface="Wingdings" pitchFamily="2" charset="2"/>
              <a:buChar char="§"/>
            </a:pPr>
            <a:r>
              <a:rPr lang="en-IN" sz="1200" b="1">
                <a:latin typeface="Avenir Book"/>
              </a:rPr>
              <a:t>UNIX &amp; HPUX ‘Root</a:t>
            </a:r>
            <a:r>
              <a:rPr lang="en-IN" sz="1200">
                <a:latin typeface="Avenir Book"/>
              </a:rPr>
              <a:t>’, </a:t>
            </a:r>
            <a:r>
              <a:rPr lang="en-IN" sz="1200" b="1">
                <a:latin typeface="Avenir Book"/>
              </a:rPr>
              <a:t>DB</a:t>
            </a:r>
            <a:r>
              <a:rPr lang="en-IN" sz="1200">
                <a:latin typeface="Avenir Book"/>
              </a:rPr>
              <a:t> Account password management enablement</a:t>
            </a:r>
          </a:p>
          <a:p>
            <a:pPr marL="171450" indent="-171450">
              <a:buFont typeface="Wingdings" pitchFamily="2" charset="2"/>
              <a:buChar char="§"/>
            </a:pPr>
            <a:endParaRPr lang="en-IN" sz="1200">
              <a:latin typeface="Avenir Book"/>
            </a:endParaRPr>
          </a:p>
          <a:p>
            <a:pPr marL="171450" indent="-171450">
              <a:buFont typeface="Wingdings" pitchFamily="2" charset="2"/>
              <a:buChar char="§"/>
            </a:pPr>
            <a:r>
              <a:rPr lang="en-IN" sz="1200">
                <a:latin typeface="Avenir Book"/>
              </a:rPr>
              <a:t>Multiple </a:t>
            </a:r>
            <a:r>
              <a:rPr lang="en-IN" sz="1200" b="1">
                <a:latin typeface="Avenir Book"/>
              </a:rPr>
              <a:t>CyberArk minor upgrades</a:t>
            </a:r>
            <a:r>
              <a:rPr lang="en-IN" sz="1200">
                <a:latin typeface="Avenir Book"/>
              </a:rPr>
              <a:t> implemented to remediate security bulletins</a:t>
            </a:r>
          </a:p>
        </p:txBody>
      </p:sp>
      <p:sp>
        <p:nvSpPr>
          <p:cNvPr id="55" name="Rectangle 56">
            <a:extLst>
              <a:ext uri="{FF2B5EF4-FFF2-40B4-BE49-F238E27FC236}">
                <a16:creationId xmlns:a16="http://schemas.microsoft.com/office/drawing/2014/main" id="{700D9F1F-A2A8-D144-8700-1C583CA5B757}"/>
              </a:ext>
            </a:extLst>
          </p:cNvPr>
          <p:cNvSpPr/>
          <p:nvPr/>
        </p:nvSpPr>
        <p:spPr>
          <a:xfrm>
            <a:off x="3719461" y="2215498"/>
            <a:ext cx="2544031" cy="3970318"/>
          </a:xfrm>
          <a:prstGeom prst="rect">
            <a:avLst/>
          </a:prstGeom>
          <a:solidFill>
            <a:schemeClr val="bg1"/>
          </a:solidFill>
        </p:spPr>
        <p:txBody>
          <a:bodyPr wrap="square" lIns="91440" tIns="45720" rIns="91440" bIns="45720" anchor="t">
            <a:spAutoFit/>
          </a:bodyPr>
          <a:lstStyle/>
          <a:p>
            <a:pPr marL="171450" indent="-171450">
              <a:buFont typeface="Wingdings" pitchFamily="2" charset="2"/>
              <a:buChar char="§"/>
            </a:pPr>
            <a:r>
              <a:rPr lang="en-US" sz="1200" b="1">
                <a:latin typeface="Avenir Book"/>
              </a:rPr>
              <a:t>Customized CPM Plugin </a:t>
            </a:r>
            <a:r>
              <a:rPr lang="en-US" sz="1200">
                <a:latin typeface="Avenir Book"/>
              </a:rPr>
              <a:t>deployment for HPUX Root account password management</a:t>
            </a:r>
          </a:p>
          <a:p>
            <a:pPr marL="171450" indent="-171450">
              <a:buFont typeface="Wingdings" pitchFamily="2" charset="2"/>
              <a:buChar char="§"/>
            </a:pPr>
            <a:endParaRPr lang="en-US" sz="1200">
              <a:latin typeface="Avenir Book" panose="02000503020000020003" pitchFamily="2" charset="0"/>
            </a:endParaRPr>
          </a:p>
          <a:p>
            <a:pPr marL="171450" indent="-171450">
              <a:buFont typeface="Wingdings" pitchFamily="2" charset="2"/>
              <a:buChar char="§"/>
            </a:pPr>
            <a:r>
              <a:rPr lang="en-US" sz="1200">
                <a:latin typeface="Avenir Book"/>
              </a:rPr>
              <a:t>SOX Legacy Access Removal Project - </a:t>
            </a:r>
            <a:r>
              <a:rPr lang="en-US" sz="1200" b="1">
                <a:latin typeface="Avenir Book"/>
              </a:rPr>
              <a:t>Complete</a:t>
            </a:r>
          </a:p>
          <a:p>
            <a:endParaRPr lang="en-IN" sz="1200">
              <a:latin typeface="Avenir Book"/>
            </a:endParaRPr>
          </a:p>
          <a:p>
            <a:pPr marL="171450" indent="-171450">
              <a:buFont typeface="Wingdings" pitchFamily="2" charset="2"/>
              <a:buChar char="§"/>
            </a:pPr>
            <a:r>
              <a:rPr lang="en-IN" sz="1200" b="1">
                <a:latin typeface="Avenir Book"/>
              </a:rPr>
              <a:t>Audit</a:t>
            </a:r>
            <a:r>
              <a:rPr lang="en-IN" sz="1200">
                <a:latin typeface="Avenir Book"/>
              </a:rPr>
              <a:t> – multiple projects within audit delivered successfully including ongoing Platforms review</a:t>
            </a:r>
            <a:endParaRPr lang="en-IN" sz="1200">
              <a:latin typeface="Avenir Book" panose="02000503020000020003" pitchFamily="2" charset="0"/>
            </a:endParaRPr>
          </a:p>
          <a:p>
            <a:pPr marL="171450" indent="-171450">
              <a:buFont typeface="Wingdings" pitchFamily="2" charset="2"/>
              <a:buChar char="§"/>
            </a:pPr>
            <a:endParaRPr lang="en-IN" sz="1200">
              <a:latin typeface="Avenir Book" panose="02000503020000020003" pitchFamily="2" charset="0"/>
            </a:endParaRPr>
          </a:p>
          <a:p>
            <a:pPr marL="171450" indent="-171450">
              <a:buFont typeface="Wingdings" pitchFamily="2" charset="2"/>
              <a:buChar char="§"/>
            </a:pPr>
            <a:r>
              <a:rPr lang="en-IN" sz="1200" b="1">
                <a:latin typeface="Avenir Book"/>
              </a:rPr>
              <a:t>Monthly rectification </a:t>
            </a:r>
            <a:r>
              <a:rPr lang="en-IN" sz="1200">
                <a:latin typeface="Avenir Book"/>
              </a:rPr>
              <a:t>of failing accounts on a timely basis to maintain 100% compliance on the managed accounts</a:t>
            </a:r>
          </a:p>
          <a:p>
            <a:pPr marL="171450" indent="-171450">
              <a:buFont typeface="Wingdings" pitchFamily="2" charset="2"/>
              <a:buChar char="§"/>
            </a:pPr>
            <a:endParaRPr lang="en-IN" sz="1200">
              <a:latin typeface="Avenir Book"/>
            </a:endParaRPr>
          </a:p>
          <a:p>
            <a:pPr marL="171450" indent="-171450">
              <a:buFont typeface="Wingdings" pitchFamily="2" charset="2"/>
              <a:buChar char="§"/>
            </a:pPr>
            <a:r>
              <a:rPr lang="en-IN" sz="1200" b="1">
                <a:latin typeface="Avenir Book"/>
              </a:rPr>
              <a:t>CyberArk built-in </a:t>
            </a:r>
            <a:r>
              <a:rPr lang="en-IN" sz="1200">
                <a:latin typeface="Avenir Book"/>
              </a:rPr>
              <a:t>Administrator password management &amp; Vault local administrator password management</a:t>
            </a:r>
          </a:p>
        </p:txBody>
      </p:sp>
      <p:sp>
        <p:nvSpPr>
          <p:cNvPr id="56" name="Rectangle 56">
            <a:extLst>
              <a:ext uri="{FF2B5EF4-FFF2-40B4-BE49-F238E27FC236}">
                <a16:creationId xmlns:a16="http://schemas.microsoft.com/office/drawing/2014/main" id="{E5108D3C-1FAC-1E47-AC0F-7E016DC1A4D4}"/>
              </a:ext>
            </a:extLst>
          </p:cNvPr>
          <p:cNvSpPr/>
          <p:nvPr/>
        </p:nvSpPr>
        <p:spPr>
          <a:xfrm>
            <a:off x="6263493" y="2143234"/>
            <a:ext cx="2147327" cy="2123658"/>
          </a:xfrm>
          <a:prstGeom prst="rect">
            <a:avLst/>
          </a:prstGeom>
          <a:solidFill>
            <a:schemeClr val="bg1"/>
          </a:solidFill>
        </p:spPr>
        <p:txBody>
          <a:bodyPr wrap="square">
            <a:spAutoFit/>
          </a:bodyPr>
          <a:lstStyle/>
          <a:p>
            <a:pPr marL="171450" indent="-171450">
              <a:buFont typeface="Wingdings" pitchFamily="2" charset="2"/>
              <a:buChar char="§"/>
            </a:pPr>
            <a:r>
              <a:rPr lang="en-US" sz="1200">
                <a:latin typeface="Avenir Book" panose="02000503020000020003" pitchFamily="2" charset="0"/>
              </a:rPr>
              <a:t>Monthly Vault OS patching</a:t>
            </a:r>
          </a:p>
          <a:p>
            <a:pPr marL="171450" indent="-171450">
              <a:buFont typeface="Wingdings" pitchFamily="2" charset="2"/>
              <a:buChar char="§"/>
            </a:pPr>
            <a:endParaRPr lang="en-IN" sz="1200">
              <a:latin typeface="Avenir Book" panose="02000503020000020003" pitchFamily="2" charset="0"/>
            </a:endParaRPr>
          </a:p>
          <a:p>
            <a:pPr marL="171450" indent="-171450">
              <a:buFont typeface="Wingdings" pitchFamily="2" charset="2"/>
              <a:buChar char="§"/>
            </a:pPr>
            <a:r>
              <a:rPr lang="en-US" sz="1200">
                <a:latin typeface="Avenir Book" panose="02000503020000020003" pitchFamily="2" charset="0"/>
              </a:rPr>
              <a:t>Product vulnerability patching</a:t>
            </a:r>
          </a:p>
          <a:p>
            <a:pPr marL="171450" indent="-171450">
              <a:buFont typeface="Wingdings" pitchFamily="2" charset="2"/>
              <a:buChar char="§"/>
            </a:pPr>
            <a:endParaRPr lang="en-IN" sz="1200">
              <a:latin typeface="Avenir Book" panose="02000503020000020003" pitchFamily="2" charset="0"/>
            </a:endParaRPr>
          </a:p>
          <a:p>
            <a:pPr marL="171450" indent="-171450">
              <a:buFont typeface="Wingdings" pitchFamily="2" charset="2"/>
              <a:buChar char="§"/>
            </a:pPr>
            <a:r>
              <a:rPr lang="en-US" sz="1200">
                <a:latin typeface="Avenir Book" panose="02000503020000020003" pitchFamily="2" charset="0"/>
              </a:rPr>
              <a:t>Upgraded Dev Environment on a timely basis</a:t>
            </a:r>
          </a:p>
          <a:p>
            <a:pPr marL="171450" indent="-171450">
              <a:buFont typeface="Wingdings" pitchFamily="2" charset="2"/>
              <a:buChar char="§"/>
            </a:pPr>
            <a:endParaRPr lang="en-IN" sz="1200">
              <a:latin typeface="Avenir Book" panose="02000503020000020003" pitchFamily="2" charset="0"/>
            </a:endParaRPr>
          </a:p>
          <a:p>
            <a:pPr marL="171450" indent="-171450">
              <a:buFont typeface="Wingdings" pitchFamily="2" charset="2"/>
              <a:buChar char="§"/>
            </a:pPr>
            <a:endParaRPr lang="en-IN" sz="1200">
              <a:latin typeface="Avenir Book" panose="02000503020000020003" pitchFamily="2" charset="0"/>
            </a:endParaRPr>
          </a:p>
        </p:txBody>
      </p:sp>
      <p:sp>
        <p:nvSpPr>
          <p:cNvPr id="57" name="Rectangle 56">
            <a:extLst>
              <a:ext uri="{FF2B5EF4-FFF2-40B4-BE49-F238E27FC236}">
                <a16:creationId xmlns:a16="http://schemas.microsoft.com/office/drawing/2014/main" id="{F9CE8F46-3826-6B4C-B24F-FD9ED9F92FF9}"/>
              </a:ext>
            </a:extLst>
          </p:cNvPr>
          <p:cNvSpPr/>
          <p:nvPr/>
        </p:nvSpPr>
        <p:spPr>
          <a:xfrm>
            <a:off x="8806381" y="2259225"/>
            <a:ext cx="2147327" cy="261610"/>
          </a:xfrm>
          <a:prstGeom prst="rect">
            <a:avLst/>
          </a:prstGeom>
          <a:solidFill>
            <a:schemeClr val="bg1"/>
          </a:solidFill>
        </p:spPr>
        <p:txBody>
          <a:bodyPr wrap="square">
            <a:spAutoFit/>
          </a:bodyPr>
          <a:lstStyle/>
          <a:p>
            <a:pPr marL="171450" indent="-171450">
              <a:buFont typeface="Wingdings" pitchFamily="2" charset="2"/>
              <a:buChar char="§"/>
            </a:pPr>
            <a:endParaRPr lang="en-US" sz="1100">
              <a:latin typeface="Avenir Book" panose="02000503020000020003" pitchFamily="2" charset="0"/>
            </a:endParaRPr>
          </a:p>
        </p:txBody>
      </p:sp>
      <p:sp>
        <p:nvSpPr>
          <p:cNvPr id="9" name="Title 1">
            <a:extLst>
              <a:ext uri="{FF2B5EF4-FFF2-40B4-BE49-F238E27FC236}">
                <a16:creationId xmlns:a16="http://schemas.microsoft.com/office/drawing/2014/main" id="{07604F10-84D5-E33B-6A1D-D1DF3DEF3BE8}"/>
              </a:ext>
            </a:extLst>
          </p:cNvPr>
          <p:cNvSpPr txBox="1">
            <a:spLocks/>
          </p:cNvSpPr>
          <p:nvPr/>
        </p:nvSpPr>
        <p:spPr>
          <a:xfrm>
            <a:off x="211165" y="325678"/>
            <a:ext cx="10728325" cy="770509"/>
          </a:xfrm>
          <a:prstGeom prst="rect">
            <a:avLst/>
          </a:prstGeom>
        </p:spPr>
        <p:txBody>
          <a:bodyPr vert="horz" lIns="0" tIns="182880" rIns="228600" bIns="45720" rtlCol="0" anchor="ctr">
            <a:noAutofit/>
          </a:bodyPr>
          <a:lstStyle>
            <a:lvl1pPr marL="201700" indent="-201700" algn="l" defTabSz="529849" rtl="0" eaLnBrk="1" latinLnBrk="0" hangingPunct="1">
              <a:lnSpc>
                <a:spcPts val="3000"/>
              </a:lnSpc>
              <a:spcBef>
                <a:spcPct val="0"/>
              </a:spcBef>
              <a:buSzPct val="102000"/>
              <a:buFontTx/>
              <a:buBlip>
                <a:blip r:embed="rId3"/>
              </a:buBlip>
              <a:tabLst/>
              <a:defRPr sz="2800" b="1" i="0" kern="1200" baseline="0">
                <a:solidFill>
                  <a:schemeClr val="bg1"/>
                </a:solidFill>
                <a:latin typeface="Avenir Heavy" panose="02000503020000020003" pitchFamily="2" charset="0"/>
                <a:ea typeface="+mj-ea"/>
                <a:cs typeface="+mj-cs"/>
              </a:defRPr>
            </a:lvl1pPr>
          </a:lstStyle>
          <a:p>
            <a:r>
              <a:rPr lang="en-US">
                <a:solidFill>
                  <a:srgbClr val="CC412F"/>
                </a:solidFill>
              </a:rPr>
              <a:t>CyberArk </a:t>
            </a:r>
            <a:r>
              <a:rPr kumimoji="0" lang="en-US" sz="2800" b="1" i="0" u="none" strike="noStrike" kern="1200" cap="none" spc="0" normalizeH="0" baseline="0" noProof="0">
                <a:ln>
                  <a:noFill/>
                </a:ln>
                <a:solidFill>
                  <a:srgbClr val="CC412F"/>
                </a:solidFill>
                <a:effectLst/>
                <a:uLnTx/>
                <a:uFillTx/>
                <a:latin typeface="Avenir Heavy" panose="02000503020000020003" pitchFamily="2" charset="0"/>
                <a:ea typeface="+mj-ea"/>
                <a:cs typeface="+mj-cs"/>
              </a:rPr>
              <a:t>Program Journey (2023)</a:t>
            </a:r>
          </a:p>
        </p:txBody>
      </p:sp>
      <p:sp>
        <p:nvSpPr>
          <p:cNvPr id="7" name="TextBox 6">
            <a:extLst>
              <a:ext uri="{FF2B5EF4-FFF2-40B4-BE49-F238E27FC236}">
                <a16:creationId xmlns:a16="http://schemas.microsoft.com/office/drawing/2014/main" id="{CA8597BD-845E-EF4D-023A-3E2BDB32FDB9}"/>
              </a:ext>
            </a:extLst>
          </p:cNvPr>
          <p:cNvSpPr txBox="1"/>
          <p:nvPr/>
        </p:nvSpPr>
        <p:spPr>
          <a:xfrm>
            <a:off x="999255" y="6369752"/>
            <a:ext cx="0" cy="0"/>
          </a:xfrm>
          <a:prstGeom prst="rect">
            <a:avLst/>
          </a:prstGeom>
        </p:spPr>
        <p:txBody>
          <a:bodyPr vert="horz" wrap="none" lIns="0" tIns="0" rIns="0" bIns="0" rtlCol="0">
            <a:noAutofit/>
          </a:bodyPr>
          <a:lstStyle/>
          <a:p>
            <a:pPr marL="0" marR="243840" algn="l">
              <a:lnSpc>
                <a:spcPct val="148200"/>
              </a:lnSpc>
              <a:spcBef>
                <a:spcPts val="300"/>
              </a:spcBef>
              <a:spcAft>
                <a:spcPts val="600"/>
              </a:spcAft>
            </a:pPr>
            <a:endParaRPr lang="en-US" sz="900">
              <a:solidFill>
                <a:srgbClr val="6D6E71"/>
              </a:solidFill>
              <a:latin typeface="Avenir Book" panose="02000503020000020003" pitchFamily="2" charset="0"/>
              <a:cs typeface="Arial"/>
            </a:endParaRPr>
          </a:p>
        </p:txBody>
      </p:sp>
      <p:sp>
        <p:nvSpPr>
          <p:cNvPr id="8" name="TextBox 7">
            <a:extLst>
              <a:ext uri="{FF2B5EF4-FFF2-40B4-BE49-F238E27FC236}">
                <a16:creationId xmlns:a16="http://schemas.microsoft.com/office/drawing/2014/main" id="{B3F5B7BF-5707-F926-7C28-D8D8BF3FA5B4}"/>
              </a:ext>
            </a:extLst>
          </p:cNvPr>
          <p:cNvSpPr txBox="1"/>
          <p:nvPr/>
        </p:nvSpPr>
        <p:spPr>
          <a:xfrm>
            <a:off x="-3206187" y="-1666754"/>
            <a:ext cx="0" cy="0"/>
          </a:xfrm>
          <a:prstGeom prst="rect">
            <a:avLst/>
          </a:prstGeom>
        </p:spPr>
        <p:txBody>
          <a:bodyPr vert="horz" wrap="none" lIns="0" tIns="0" rIns="0" bIns="0" rtlCol="0">
            <a:noAutofit/>
          </a:bodyPr>
          <a:lstStyle/>
          <a:p>
            <a:pPr marL="0" marR="243840" algn="l">
              <a:lnSpc>
                <a:spcPct val="148200"/>
              </a:lnSpc>
              <a:spcBef>
                <a:spcPts val="300"/>
              </a:spcBef>
              <a:spcAft>
                <a:spcPts val="600"/>
              </a:spcAft>
            </a:pPr>
            <a:endParaRPr lang="en-US" sz="900" err="1">
              <a:solidFill>
                <a:srgbClr val="6D6E71"/>
              </a:solidFill>
              <a:latin typeface="Avenir Book" panose="02000503020000020003" pitchFamily="2" charset="0"/>
              <a:cs typeface="Arial"/>
            </a:endParaRPr>
          </a:p>
        </p:txBody>
      </p:sp>
      <p:pic>
        <p:nvPicPr>
          <p:cNvPr id="10" name="Picture 9">
            <a:extLst>
              <a:ext uri="{FF2B5EF4-FFF2-40B4-BE49-F238E27FC236}">
                <a16:creationId xmlns:a16="http://schemas.microsoft.com/office/drawing/2014/main" id="{12A78D60-C991-AF46-3875-AFC5031EE4D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13298" y="1199214"/>
            <a:ext cx="601093" cy="601093"/>
          </a:xfrm>
          <a:prstGeom prst="rect">
            <a:avLst/>
          </a:prstGeom>
        </p:spPr>
      </p:pic>
      <p:sp>
        <p:nvSpPr>
          <p:cNvPr id="3" name="TextBox 2">
            <a:extLst>
              <a:ext uri="{FF2B5EF4-FFF2-40B4-BE49-F238E27FC236}">
                <a16:creationId xmlns:a16="http://schemas.microsoft.com/office/drawing/2014/main" id="{668A7684-E2ED-941A-B0F8-02B9F6890F71}"/>
              </a:ext>
            </a:extLst>
          </p:cNvPr>
          <p:cNvSpPr txBox="1"/>
          <p:nvPr/>
        </p:nvSpPr>
        <p:spPr>
          <a:xfrm>
            <a:off x="11613712" y="4717970"/>
            <a:ext cx="0" cy="0"/>
          </a:xfrm>
          <a:prstGeom prst="rect">
            <a:avLst/>
          </a:prstGeom>
        </p:spPr>
        <p:txBody>
          <a:bodyPr vert="horz" wrap="none" lIns="201168" tIns="45720" rIns="91440" bIns="45720" rtlCol="0">
            <a:noAutofit/>
          </a:bodyPr>
          <a:lstStyle/>
          <a:p>
            <a:pPr algn="l" defTabSz="529849">
              <a:lnSpc>
                <a:spcPct val="148000"/>
              </a:lnSpc>
              <a:spcBef>
                <a:spcPts val="100"/>
              </a:spcBef>
              <a:spcAft>
                <a:spcPts val="600"/>
              </a:spcAft>
              <a:buClr>
                <a:schemeClr val="accent2"/>
              </a:buClr>
            </a:pPr>
            <a:endParaRPr lang="en-US" sz="2400">
              <a:cs typeface="Arial"/>
            </a:endParaRPr>
          </a:p>
        </p:txBody>
      </p:sp>
      <p:sp>
        <p:nvSpPr>
          <p:cNvPr id="6" name="Forma libre 529">
            <a:extLst>
              <a:ext uri="{FF2B5EF4-FFF2-40B4-BE49-F238E27FC236}">
                <a16:creationId xmlns:a16="http://schemas.microsoft.com/office/drawing/2014/main" id="{5AF3BB27-B713-AB46-4184-1427705065F0}"/>
              </a:ext>
            </a:extLst>
          </p:cNvPr>
          <p:cNvSpPr/>
          <p:nvPr/>
        </p:nvSpPr>
        <p:spPr>
          <a:xfrm>
            <a:off x="9088921" y="1048438"/>
            <a:ext cx="1096179" cy="1096179"/>
          </a:xfrm>
          <a:custGeom>
            <a:avLst/>
            <a:gdLst>
              <a:gd name="connsiteX0" fmla="*/ 109317 w 108978"/>
              <a:gd name="connsiteY0" fmla="*/ 54682 h 108978"/>
              <a:gd name="connsiteX1" fmla="*/ 54682 w 108978"/>
              <a:gd name="connsiteY1" fmla="*/ 109317 h 108978"/>
              <a:gd name="connsiteX2" fmla="*/ 46 w 108978"/>
              <a:gd name="connsiteY2" fmla="*/ 54682 h 108978"/>
              <a:gd name="connsiteX3" fmla="*/ 54682 w 108978"/>
              <a:gd name="connsiteY3" fmla="*/ 46 h 108978"/>
              <a:gd name="connsiteX4" fmla="*/ 54689 w 108978"/>
              <a:gd name="connsiteY4" fmla="*/ 46 h 108978"/>
              <a:gd name="connsiteX5" fmla="*/ 109317 w 108978"/>
              <a:gd name="connsiteY5" fmla="*/ 54674 h 108978"/>
              <a:gd name="connsiteX6" fmla="*/ 109317 w 108978"/>
              <a:gd name="connsiteY6" fmla="*/ 54682 h 108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978" h="108978">
                <a:moveTo>
                  <a:pt x="109317" y="54682"/>
                </a:moveTo>
                <a:cubicBezTo>
                  <a:pt x="109317" y="84856"/>
                  <a:pt x="84856" y="109317"/>
                  <a:pt x="54682" y="109317"/>
                </a:cubicBezTo>
                <a:cubicBezTo>
                  <a:pt x="24507" y="109317"/>
                  <a:pt x="46" y="84856"/>
                  <a:pt x="46" y="54682"/>
                </a:cubicBezTo>
                <a:cubicBezTo>
                  <a:pt x="46" y="24507"/>
                  <a:pt x="24507" y="46"/>
                  <a:pt x="54682" y="46"/>
                </a:cubicBezTo>
                <a:cubicBezTo>
                  <a:pt x="54684" y="46"/>
                  <a:pt x="54687" y="46"/>
                  <a:pt x="54689" y="46"/>
                </a:cubicBezTo>
                <a:cubicBezTo>
                  <a:pt x="84859" y="46"/>
                  <a:pt x="109317" y="24504"/>
                  <a:pt x="109317" y="54674"/>
                </a:cubicBezTo>
                <a:cubicBezTo>
                  <a:pt x="109317" y="54677"/>
                  <a:pt x="109317" y="54679"/>
                  <a:pt x="109317" y="54682"/>
                </a:cubicBezTo>
              </a:path>
            </a:pathLst>
          </a:custGeom>
          <a:solidFill>
            <a:schemeClr val="bg1"/>
          </a:solidFill>
          <a:ln w="767" cap="flat">
            <a:solidFill>
              <a:srgbClr val="821B19"/>
            </a:solidFill>
            <a:prstDash val="solid"/>
            <a:miter/>
          </a:ln>
        </p:spPr>
        <p:txBody>
          <a:bodyPr rtlCol="0" anchor="ctr"/>
          <a:lstStyle/>
          <a:p>
            <a:pPr algn="ctr"/>
            <a:endParaRPr lang="es-MX" sz="2200">
              <a:solidFill>
                <a:schemeClr val="bg1"/>
              </a:solidFill>
              <a:latin typeface="Avenir Book" panose="02000503020000020003" pitchFamily="2" charset="0"/>
              <a:cs typeface="Poppins Medium" pitchFamily="2" charset="77"/>
            </a:endParaRPr>
          </a:p>
        </p:txBody>
      </p:sp>
      <p:pic>
        <p:nvPicPr>
          <p:cNvPr id="14" name="Picture 13">
            <a:extLst>
              <a:ext uri="{FF2B5EF4-FFF2-40B4-BE49-F238E27FC236}">
                <a16:creationId xmlns:a16="http://schemas.microsoft.com/office/drawing/2014/main" id="{49A7D04E-8D44-8E4A-06B1-9061A0E1D1C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336463" y="1295980"/>
            <a:ext cx="601093" cy="601093"/>
          </a:xfrm>
          <a:prstGeom prst="rect">
            <a:avLst/>
          </a:prstGeom>
        </p:spPr>
      </p:pic>
      <p:sp>
        <p:nvSpPr>
          <p:cNvPr id="15" name="TextBox 14">
            <a:extLst>
              <a:ext uri="{FF2B5EF4-FFF2-40B4-BE49-F238E27FC236}">
                <a16:creationId xmlns:a16="http://schemas.microsoft.com/office/drawing/2014/main" id="{C717F2AB-5EE9-4176-DD5D-1694E4793905}"/>
              </a:ext>
            </a:extLst>
          </p:cNvPr>
          <p:cNvSpPr txBox="1"/>
          <p:nvPr/>
        </p:nvSpPr>
        <p:spPr>
          <a:xfrm>
            <a:off x="987552" y="6571488"/>
            <a:ext cx="0" cy="0"/>
          </a:xfrm>
          <a:prstGeom prst="rect">
            <a:avLst/>
          </a:prstGeom>
        </p:spPr>
        <p:txBody>
          <a:bodyPr vert="horz" wrap="none" lIns="201168" tIns="45720" rIns="91440" bIns="45720" rtlCol="0">
            <a:noAutofit/>
          </a:bodyPr>
          <a:lstStyle/>
          <a:p>
            <a:pPr algn="l" defTabSz="529849">
              <a:lnSpc>
                <a:spcPct val="148000"/>
              </a:lnSpc>
              <a:spcBef>
                <a:spcPts val="100"/>
              </a:spcBef>
              <a:spcAft>
                <a:spcPts val="600"/>
              </a:spcAft>
              <a:buClr>
                <a:schemeClr val="accent2"/>
              </a:buClr>
            </a:pPr>
            <a:endParaRPr lang="en-US" sz="2400">
              <a:cs typeface="Arial"/>
            </a:endParaRPr>
          </a:p>
        </p:txBody>
      </p:sp>
      <p:sp>
        <p:nvSpPr>
          <p:cNvPr id="16" name="TextBox 15">
            <a:extLst>
              <a:ext uri="{FF2B5EF4-FFF2-40B4-BE49-F238E27FC236}">
                <a16:creationId xmlns:a16="http://schemas.microsoft.com/office/drawing/2014/main" id="{02B1C35F-ACC8-4E0C-11C8-00085CC55ADD}"/>
              </a:ext>
            </a:extLst>
          </p:cNvPr>
          <p:cNvSpPr txBox="1"/>
          <p:nvPr/>
        </p:nvSpPr>
        <p:spPr>
          <a:xfrm>
            <a:off x="1151164" y="6776357"/>
            <a:ext cx="0" cy="0"/>
          </a:xfrm>
          <a:prstGeom prst="rect">
            <a:avLst/>
          </a:prstGeom>
        </p:spPr>
        <p:txBody>
          <a:bodyPr vert="horz" wrap="none" lIns="201168" tIns="45720" rIns="91440" bIns="45720" rtlCol="0">
            <a:noAutofit/>
          </a:bodyPr>
          <a:lstStyle/>
          <a:p>
            <a:pPr algn="l" defTabSz="529849">
              <a:lnSpc>
                <a:spcPct val="148000"/>
              </a:lnSpc>
              <a:spcBef>
                <a:spcPts val="100"/>
              </a:spcBef>
              <a:spcAft>
                <a:spcPts val="600"/>
              </a:spcAft>
              <a:buClr>
                <a:schemeClr val="accent2"/>
              </a:buClr>
            </a:pPr>
            <a:endParaRPr lang="en-US" sz="2400">
              <a:cs typeface="Arial"/>
            </a:endParaRPr>
          </a:p>
        </p:txBody>
      </p:sp>
      <p:sp>
        <p:nvSpPr>
          <p:cNvPr id="17" name="TextBox 16">
            <a:extLst>
              <a:ext uri="{FF2B5EF4-FFF2-40B4-BE49-F238E27FC236}">
                <a16:creationId xmlns:a16="http://schemas.microsoft.com/office/drawing/2014/main" id="{1115DE2C-63FE-DAA4-C4D6-9B69891BA8AA}"/>
              </a:ext>
            </a:extLst>
          </p:cNvPr>
          <p:cNvSpPr txBox="1"/>
          <p:nvPr/>
        </p:nvSpPr>
        <p:spPr>
          <a:xfrm>
            <a:off x="-424543" y="6780439"/>
            <a:ext cx="0" cy="0"/>
          </a:xfrm>
          <a:prstGeom prst="rect">
            <a:avLst/>
          </a:prstGeom>
        </p:spPr>
        <p:txBody>
          <a:bodyPr vert="horz" wrap="none" lIns="201168" tIns="45720" rIns="91440" bIns="45720" rtlCol="0">
            <a:noAutofit/>
          </a:bodyPr>
          <a:lstStyle/>
          <a:p>
            <a:pPr algn="l" defTabSz="529849">
              <a:lnSpc>
                <a:spcPct val="148000"/>
              </a:lnSpc>
              <a:spcBef>
                <a:spcPts val="100"/>
              </a:spcBef>
              <a:spcAft>
                <a:spcPts val="600"/>
              </a:spcAft>
              <a:buClr>
                <a:schemeClr val="accent2"/>
              </a:buClr>
            </a:pPr>
            <a:endParaRPr lang="en-US" sz="2400">
              <a:cs typeface="Arial"/>
            </a:endParaRPr>
          </a:p>
        </p:txBody>
      </p:sp>
      <p:sp>
        <p:nvSpPr>
          <p:cNvPr id="18" name="TextBox 17">
            <a:extLst>
              <a:ext uri="{FF2B5EF4-FFF2-40B4-BE49-F238E27FC236}">
                <a16:creationId xmlns:a16="http://schemas.microsoft.com/office/drawing/2014/main" id="{FD458413-0717-ECD0-3C6C-B91595CDBF5E}"/>
              </a:ext>
            </a:extLst>
          </p:cNvPr>
          <p:cNvSpPr txBox="1"/>
          <p:nvPr/>
        </p:nvSpPr>
        <p:spPr>
          <a:xfrm>
            <a:off x="608239" y="6302829"/>
            <a:ext cx="0" cy="0"/>
          </a:xfrm>
          <a:prstGeom prst="rect">
            <a:avLst/>
          </a:prstGeom>
        </p:spPr>
        <p:txBody>
          <a:bodyPr vert="horz" wrap="none" lIns="201168" tIns="45720" rIns="91440" bIns="45720" rtlCol="0">
            <a:noAutofit/>
          </a:bodyPr>
          <a:lstStyle/>
          <a:p>
            <a:pPr algn="l" defTabSz="529849">
              <a:lnSpc>
                <a:spcPct val="148000"/>
              </a:lnSpc>
              <a:spcBef>
                <a:spcPts val="100"/>
              </a:spcBef>
              <a:spcAft>
                <a:spcPts val="600"/>
              </a:spcAft>
              <a:buClr>
                <a:schemeClr val="accent2"/>
              </a:buClr>
            </a:pPr>
            <a:endParaRPr lang="en-US" sz="2400">
              <a:cs typeface="Arial"/>
            </a:endParaRPr>
          </a:p>
        </p:txBody>
      </p:sp>
    </p:spTree>
    <p:extLst>
      <p:ext uri="{BB962C8B-B14F-4D97-AF65-F5344CB8AC3E}">
        <p14:creationId xmlns:p14="http://schemas.microsoft.com/office/powerpoint/2010/main" val="16630242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53F5A57-0122-5E4F-A115-2A446B06E2CF}"/>
              </a:ext>
            </a:extLst>
          </p:cNvPr>
          <p:cNvGrpSpPr/>
          <p:nvPr/>
        </p:nvGrpSpPr>
        <p:grpSpPr>
          <a:xfrm>
            <a:off x="1121658" y="1156480"/>
            <a:ext cx="9817832" cy="758929"/>
            <a:chOff x="2918971" y="2629885"/>
            <a:chExt cx="762814" cy="72908"/>
          </a:xfrm>
          <a:solidFill>
            <a:schemeClr val="accent1"/>
          </a:solidFill>
        </p:grpSpPr>
        <p:sp>
          <p:nvSpPr>
            <p:cNvPr id="47" name="Forma libre 222">
              <a:extLst>
                <a:ext uri="{FF2B5EF4-FFF2-40B4-BE49-F238E27FC236}">
                  <a16:creationId xmlns:a16="http://schemas.microsoft.com/office/drawing/2014/main" id="{6649AB24-A36E-8F4F-9775-C61907BF03CC}"/>
                </a:ext>
              </a:extLst>
            </p:cNvPr>
            <p:cNvSpPr/>
            <p:nvPr/>
          </p:nvSpPr>
          <p:spPr>
            <a:xfrm>
              <a:off x="3105970" y="2629885"/>
              <a:ext cx="201841" cy="72908"/>
            </a:xfrm>
            <a:custGeom>
              <a:avLst/>
              <a:gdLst>
                <a:gd name="connsiteX0" fmla="*/ 180284 w 201841"/>
                <a:gd name="connsiteY0" fmla="*/ 73093 h 72908"/>
                <a:gd name="connsiteX1" fmla="*/ 46 w 201841"/>
                <a:gd name="connsiteY1" fmla="*/ 73093 h 72908"/>
                <a:gd name="connsiteX2" fmla="*/ 22180 w 201841"/>
                <a:gd name="connsiteY2" fmla="*/ 36570 h 72908"/>
                <a:gd name="connsiteX3" fmla="*/ 46 w 201841"/>
                <a:gd name="connsiteY3" fmla="*/ 46 h 72908"/>
                <a:gd name="connsiteX4" fmla="*/ 180284 w 201841"/>
                <a:gd name="connsiteY4" fmla="*/ 46 h 72908"/>
                <a:gd name="connsiteX5" fmla="*/ 202417 w 201841"/>
                <a:gd name="connsiteY5" fmla="*/ 36570 h 72908"/>
                <a:gd name="connsiteX6" fmla="*/ 180284 w 201841"/>
                <a:gd name="connsiteY6" fmla="*/ 73093 h 7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1841" h="72908">
                  <a:moveTo>
                    <a:pt x="180284" y="73093"/>
                  </a:moveTo>
                  <a:lnTo>
                    <a:pt x="46" y="73093"/>
                  </a:lnTo>
                  <a:lnTo>
                    <a:pt x="22180" y="36570"/>
                  </a:lnTo>
                  <a:lnTo>
                    <a:pt x="46" y="46"/>
                  </a:lnTo>
                  <a:lnTo>
                    <a:pt x="180284" y="46"/>
                  </a:lnTo>
                  <a:lnTo>
                    <a:pt x="202417" y="36570"/>
                  </a:lnTo>
                  <a:lnTo>
                    <a:pt x="180284" y="73093"/>
                  </a:lnTo>
                  <a:close/>
                </a:path>
              </a:pathLst>
            </a:custGeom>
            <a:grpFill/>
            <a:ln w="767" cap="flat">
              <a:solidFill>
                <a:srgbClr val="821B19"/>
              </a:solidFill>
              <a:prstDash val="solid"/>
              <a:miter/>
            </a:ln>
          </p:spPr>
          <p:txBody>
            <a:bodyPr rtlCol="0" anchor="ctr"/>
            <a:lstStyle/>
            <a:p>
              <a:endParaRPr lang="es-MX" sz="794">
                <a:latin typeface="Avenir Book" panose="02000503020000020003" pitchFamily="2" charset="0"/>
              </a:endParaRPr>
            </a:p>
          </p:txBody>
        </p:sp>
        <p:sp>
          <p:nvSpPr>
            <p:cNvPr id="48" name="Forma libre 223">
              <a:extLst>
                <a:ext uri="{FF2B5EF4-FFF2-40B4-BE49-F238E27FC236}">
                  <a16:creationId xmlns:a16="http://schemas.microsoft.com/office/drawing/2014/main" id="{A732F9B6-9142-E846-9D44-3FCB90FF81A6}"/>
                </a:ext>
              </a:extLst>
            </p:cNvPr>
            <p:cNvSpPr/>
            <p:nvPr/>
          </p:nvSpPr>
          <p:spPr>
            <a:xfrm>
              <a:off x="3292953" y="2629885"/>
              <a:ext cx="201841" cy="72908"/>
            </a:xfrm>
            <a:custGeom>
              <a:avLst/>
              <a:gdLst>
                <a:gd name="connsiteX0" fmla="*/ 180284 w 201841"/>
                <a:gd name="connsiteY0" fmla="*/ 73093 h 72908"/>
                <a:gd name="connsiteX1" fmla="*/ 46 w 201841"/>
                <a:gd name="connsiteY1" fmla="*/ 73093 h 72908"/>
                <a:gd name="connsiteX2" fmla="*/ 22180 w 201841"/>
                <a:gd name="connsiteY2" fmla="*/ 36570 h 72908"/>
                <a:gd name="connsiteX3" fmla="*/ 46 w 201841"/>
                <a:gd name="connsiteY3" fmla="*/ 46 h 72908"/>
                <a:gd name="connsiteX4" fmla="*/ 180284 w 201841"/>
                <a:gd name="connsiteY4" fmla="*/ 46 h 72908"/>
                <a:gd name="connsiteX5" fmla="*/ 202425 w 201841"/>
                <a:gd name="connsiteY5" fmla="*/ 36570 h 72908"/>
                <a:gd name="connsiteX6" fmla="*/ 180284 w 201841"/>
                <a:gd name="connsiteY6" fmla="*/ 73093 h 7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1841" h="72908">
                  <a:moveTo>
                    <a:pt x="180284" y="73093"/>
                  </a:moveTo>
                  <a:lnTo>
                    <a:pt x="46" y="73093"/>
                  </a:lnTo>
                  <a:lnTo>
                    <a:pt x="22180" y="36570"/>
                  </a:lnTo>
                  <a:lnTo>
                    <a:pt x="46" y="46"/>
                  </a:lnTo>
                  <a:lnTo>
                    <a:pt x="180284" y="46"/>
                  </a:lnTo>
                  <a:lnTo>
                    <a:pt x="202425" y="36570"/>
                  </a:lnTo>
                  <a:lnTo>
                    <a:pt x="180284" y="73093"/>
                  </a:lnTo>
                  <a:close/>
                </a:path>
              </a:pathLst>
            </a:custGeom>
            <a:grpFill/>
            <a:ln w="767" cap="flat">
              <a:solidFill>
                <a:srgbClr val="821B19"/>
              </a:solidFill>
              <a:prstDash val="solid"/>
              <a:miter/>
            </a:ln>
          </p:spPr>
          <p:txBody>
            <a:bodyPr rtlCol="0" anchor="ctr"/>
            <a:lstStyle/>
            <a:p>
              <a:endParaRPr lang="es-MX" sz="794">
                <a:latin typeface="Avenir Book" panose="02000503020000020003" pitchFamily="2" charset="0"/>
              </a:endParaRPr>
            </a:p>
          </p:txBody>
        </p:sp>
        <p:sp>
          <p:nvSpPr>
            <p:cNvPr id="49" name="Forma libre 224">
              <a:extLst>
                <a:ext uri="{FF2B5EF4-FFF2-40B4-BE49-F238E27FC236}">
                  <a16:creationId xmlns:a16="http://schemas.microsoft.com/office/drawing/2014/main" id="{DFB7DAE0-B309-6448-AB1A-42A7C01D0ACC}"/>
                </a:ext>
              </a:extLst>
            </p:cNvPr>
            <p:cNvSpPr/>
            <p:nvPr/>
          </p:nvSpPr>
          <p:spPr>
            <a:xfrm>
              <a:off x="3479944" y="2629885"/>
              <a:ext cx="201841" cy="72908"/>
            </a:xfrm>
            <a:custGeom>
              <a:avLst/>
              <a:gdLst>
                <a:gd name="connsiteX0" fmla="*/ 180284 w 201841"/>
                <a:gd name="connsiteY0" fmla="*/ 73093 h 72908"/>
                <a:gd name="connsiteX1" fmla="*/ 46 w 201841"/>
                <a:gd name="connsiteY1" fmla="*/ 73093 h 72908"/>
                <a:gd name="connsiteX2" fmla="*/ 22180 w 201841"/>
                <a:gd name="connsiteY2" fmla="*/ 36570 h 72908"/>
                <a:gd name="connsiteX3" fmla="*/ 46 w 201841"/>
                <a:gd name="connsiteY3" fmla="*/ 46 h 72908"/>
                <a:gd name="connsiteX4" fmla="*/ 180284 w 201841"/>
                <a:gd name="connsiteY4" fmla="*/ 46 h 72908"/>
                <a:gd name="connsiteX5" fmla="*/ 202417 w 201841"/>
                <a:gd name="connsiteY5" fmla="*/ 36570 h 72908"/>
                <a:gd name="connsiteX6" fmla="*/ 180284 w 201841"/>
                <a:gd name="connsiteY6" fmla="*/ 73093 h 7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1841" h="72908">
                  <a:moveTo>
                    <a:pt x="180284" y="73093"/>
                  </a:moveTo>
                  <a:lnTo>
                    <a:pt x="46" y="73093"/>
                  </a:lnTo>
                  <a:lnTo>
                    <a:pt x="22180" y="36570"/>
                  </a:lnTo>
                  <a:lnTo>
                    <a:pt x="46" y="46"/>
                  </a:lnTo>
                  <a:lnTo>
                    <a:pt x="180284" y="46"/>
                  </a:lnTo>
                  <a:lnTo>
                    <a:pt x="202417" y="36570"/>
                  </a:lnTo>
                  <a:lnTo>
                    <a:pt x="180284" y="73093"/>
                  </a:lnTo>
                  <a:close/>
                </a:path>
              </a:pathLst>
            </a:custGeom>
            <a:grpFill/>
            <a:ln w="767" cap="flat">
              <a:solidFill>
                <a:srgbClr val="821B19"/>
              </a:solidFill>
              <a:prstDash val="solid"/>
              <a:miter/>
            </a:ln>
          </p:spPr>
          <p:txBody>
            <a:bodyPr rtlCol="0" anchor="ctr"/>
            <a:lstStyle/>
            <a:p>
              <a:endParaRPr lang="es-MX" sz="794">
                <a:latin typeface="Avenir Book" panose="02000503020000020003" pitchFamily="2" charset="0"/>
              </a:endParaRPr>
            </a:p>
          </p:txBody>
        </p:sp>
        <p:sp>
          <p:nvSpPr>
            <p:cNvPr id="60" name="Forma libre 222">
              <a:extLst>
                <a:ext uri="{FF2B5EF4-FFF2-40B4-BE49-F238E27FC236}">
                  <a16:creationId xmlns:a16="http://schemas.microsoft.com/office/drawing/2014/main" id="{2E3F123B-FFD0-384C-8DCE-10FD38B067D8}"/>
                </a:ext>
              </a:extLst>
            </p:cNvPr>
            <p:cNvSpPr/>
            <p:nvPr/>
          </p:nvSpPr>
          <p:spPr>
            <a:xfrm>
              <a:off x="2918971" y="2629885"/>
              <a:ext cx="201841" cy="72908"/>
            </a:xfrm>
            <a:custGeom>
              <a:avLst/>
              <a:gdLst>
                <a:gd name="connsiteX0" fmla="*/ 180284 w 201841"/>
                <a:gd name="connsiteY0" fmla="*/ 73093 h 72908"/>
                <a:gd name="connsiteX1" fmla="*/ 46 w 201841"/>
                <a:gd name="connsiteY1" fmla="*/ 73093 h 72908"/>
                <a:gd name="connsiteX2" fmla="*/ 22180 w 201841"/>
                <a:gd name="connsiteY2" fmla="*/ 36570 h 72908"/>
                <a:gd name="connsiteX3" fmla="*/ 46 w 201841"/>
                <a:gd name="connsiteY3" fmla="*/ 46 h 72908"/>
                <a:gd name="connsiteX4" fmla="*/ 180284 w 201841"/>
                <a:gd name="connsiteY4" fmla="*/ 46 h 72908"/>
                <a:gd name="connsiteX5" fmla="*/ 202417 w 201841"/>
                <a:gd name="connsiteY5" fmla="*/ 36570 h 72908"/>
                <a:gd name="connsiteX6" fmla="*/ 180284 w 201841"/>
                <a:gd name="connsiteY6" fmla="*/ 73093 h 7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1841" h="72908">
                  <a:moveTo>
                    <a:pt x="180284" y="73093"/>
                  </a:moveTo>
                  <a:lnTo>
                    <a:pt x="46" y="73093"/>
                  </a:lnTo>
                  <a:lnTo>
                    <a:pt x="22180" y="36570"/>
                  </a:lnTo>
                  <a:lnTo>
                    <a:pt x="46" y="46"/>
                  </a:lnTo>
                  <a:lnTo>
                    <a:pt x="180284" y="46"/>
                  </a:lnTo>
                  <a:lnTo>
                    <a:pt x="202417" y="36570"/>
                  </a:lnTo>
                  <a:lnTo>
                    <a:pt x="180284" y="73093"/>
                  </a:lnTo>
                  <a:close/>
                </a:path>
              </a:pathLst>
            </a:custGeom>
            <a:grpFill/>
            <a:ln w="767" cap="flat">
              <a:solidFill>
                <a:srgbClr val="821B19"/>
              </a:solidFill>
              <a:prstDash val="solid"/>
              <a:miter/>
            </a:ln>
          </p:spPr>
          <p:txBody>
            <a:bodyPr rtlCol="0" anchor="ctr"/>
            <a:lstStyle/>
            <a:p>
              <a:endParaRPr lang="es-MX" sz="794">
                <a:latin typeface="Avenir Book" panose="02000503020000020003" pitchFamily="2" charset="0"/>
              </a:endParaRPr>
            </a:p>
          </p:txBody>
        </p:sp>
      </p:grpSp>
      <p:sp>
        <p:nvSpPr>
          <p:cNvPr id="61" name="Forma libre 529">
            <a:extLst>
              <a:ext uri="{FF2B5EF4-FFF2-40B4-BE49-F238E27FC236}">
                <a16:creationId xmlns:a16="http://schemas.microsoft.com/office/drawing/2014/main" id="{64A517D3-021D-FE4E-AEC1-35CDCD10CEA2}"/>
              </a:ext>
            </a:extLst>
          </p:cNvPr>
          <p:cNvSpPr/>
          <p:nvPr/>
        </p:nvSpPr>
        <p:spPr>
          <a:xfrm>
            <a:off x="1871303" y="986762"/>
            <a:ext cx="1096179" cy="1096179"/>
          </a:xfrm>
          <a:custGeom>
            <a:avLst/>
            <a:gdLst>
              <a:gd name="connsiteX0" fmla="*/ 109317 w 108978"/>
              <a:gd name="connsiteY0" fmla="*/ 54682 h 108978"/>
              <a:gd name="connsiteX1" fmla="*/ 54682 w 108978"/>
              <a:gd name="connsiteY1" fmla="*/ 109317 h 108978"/>
              <a:gd name="connsiteX2" fmla="*/ 46 w 108978"/>
              <a:gd name="connsiteY2" fmla="*/ 54682 h 108978"/>
              <a:gd name="connsiteX3" fmla="*/ 54682 w 108978"/>
              <a:gd name="connsiteY3" fmla="*/ 46 h 108978"/>
              <a:gd name="connsiteX4" fmla="*/ 54689 w 108978"/>
              <a:gd name="connsiteY4" fmla="*/ 46 h 108978"/>
              <a:gd name="connsiteX5" fmla="*/ 109317 w 108978"/>
              <a:gd name="connsiteY5" fmla="*/ 54674 h 108978"/>
              <a:gd name="connsiteX6" fmla="*/ 109317 w 108978"/>
              <a:gd name="connsiteY6" fmla="*/ 54682 h 108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978" h="108978">
                <a:moveTo>
                  <a:pt x="109317" y="54682"/>
                </a:moveTo>
                <a:cubicBezTo>
                  <a:pt x="109317" y="84856"/>
                  <a:pt x="84856" y="109317"/>
                  <a:pt x="54682" y="109317"/>
                </a:cubicBezTo>
                <a:cubicBezTo>
                  <a:pt x="24507" y="109317"/>
                  <a:pt x="46" y="84856"/>
                  <a:pt x="46" y="54682"/>
                </a:cubicBezTo>
                <a:cubicBezTo>
                  <a:pt x="46" y="24507"/>
                  <a:pt x="24507" y="46"/>
                  <a:pt x="54682" y="46"/>
                </a:cubicBezTo>
                <a:cubicBezTo>
                  <a:pt x="54684" y="46"/>
                  <a:pt x="54687" y="46"/>
                  <a:pt x="54689" y="46"/>
                </a:cubicBezTo>
                <a:cubicBezTo>
                  <a:pt x="84859" y="46"/>
                  <a:pt x="109317" y="24504"/>
                  <a:pt x="109317" y="54674"/>
                </a:cubicBezTo>
                <a:cubicBezTo>
                  <a:pt x="109317" y="54677"/>
                  <a:pt x="109317" y="54679"/>
                  <a:pt x="109317" y="54682"/>
                </a:cubicBezTo>
              </a:path>
            </a:pathLst>
          </a:custGeom>
          <a:solidFill>
            <a:schemeClr val="bg1"/>
          </a:solidFill>
          <a:ln w="767" cap="flat">
            <a:solidFill>
              <a:srgbClr val="821B19"/>
            </a:solidFill>
            <a:prstDash val="solid"/>
            <a:miter/>
          </a:ln>
        </p:spPr>
        <p:txBody>
          <a:bodyPr rtlCol="0" anchor="ctr"/>
          <a:lstStyle/>
          <a:p>
            <a:pPr algn="ctr"/>
            <a:r>
              <a:rPr lang="es-MX" sz="2200">
                <a:solidFill>
                  <a:schemeClr val="accent1"/>
                </a:solidFill>
                <a:latin typeface="Avenir Book" panose="02000503020000020003" pitchFamily="2" charset="0"/>
                <a:cs typeface="Poppins Medium" pitchFamily="2" charset="77"/>
              </a:rPr>
              <a:t>Okta</a:t>
            </a:r>
          </a:p>
        </p:txBody>
      </p:sp>
      <p:sp>
        <p:nvSpPr>
          <p:cNvPr id="64" name="Forma libre 529">
            <a:extLst>
              <a:ext uri="{FF2B5EF4-FFF2-40B4-BE49-F238E27FC236}">
                <a16:creationId xmlns:a16="http://schemas.microsoft.com/office/drawing/2014/main" id="{9CAE29FA-57B7-7F4C-AE1A-6B30D0832A1D}"/>
              </a:ext>
            </a:extLst>
          </p:cNvPr>
          <p:cNvSpPr/>
          <p:nvPr/>
        </p:nvSpPr>
        <p:spPr>
          <a:xfrm>
            <a:off x="4185675" y="986762"/>
            <a:ext cx="1096179" cy="1096179"/>
          </a:xfrm>
          <a:custGeom>
            <a:avLst/>
            <a:gdLst>
              <a:gd name="connsiteX0" fmla="*/ 109317 w 108978"/>
              <a:gd name="connsiteY0" fmla="*/ 54682 h 108978"/>
              <a:gd name="connsiteX1" fmla="*/ 54682 w 108978"/>
              <a:gd name="connsiteY1" fmla="*/ 109317 h 108978"/>
              <a:gd name="connsiteX2" fmla="*/ 46 w 108978"/>
              <a:gd name="connsiteY2" fmla="*/ 54682 h 108978"/>
              <a:gd name="connsiteX3" fmla="*/ 54682 w 108978"/>
              <a:gd name="connsiteY3" fmla="*/ 46 h 108978"/>
              <a:gd name="connsiteX4" fmla="*/ 54689 w 108978"/>
              <a:gd name="connsiteY4" fmla="*/ 46 h 108978"/>
              <a:gd name="connsiteX5" fmla="*/ 109317 w 108978"/>
              <a:gd name="connsiteY5" fmla="*/ 54674 h 108978"/>
              <a:gd name="connsiteX6" fmla="*/ 109317 w 108978"/>
              <a:gd name="connsiteY6" fmla="*/ 54682 h 108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978" h="108978">
                <a:moveTo>
                  <a:pt x="109317" y="54682"/>
                </a:moveTo>
                <a:cubicBezTo>
                  <a:pt x="109317" y="84856"/>
                  <a:pt x="84856" y="109317"/>
                  <a:pt x="54682" y="109317"/>
                </a:cubicBezTo>
                <a:cubicBezTo>
                  <a:pt x="24507" y="109317"/>
                  <a:pt x="46" y="84856"/>
                  <a:pt x="46" y="54682"/>
                </a:cubicBezTo>
                <a:cubicBezTo>
                  <a:pt x="46" y="24507"/>
                  <a:pt x="24507" y="46"/>
                  <a:pt x="54682" y="46"/>
                </a:cubicBezTo>
                <a:cubicBezTo>
                  <a:pt x="54684" y="46"/>
                  <a:pt x="54687" y="46"/>
                  <a:pt x="54689" y="46"/>
                </a:cubicBezTo>
                <a:cubicBezTo>
                  <a:pt x="84859" y="46"/>
                  <a:pt x="109317" y="24504"/>
                  <a:pt x="109317" y="54674"/>
                </a:cubicBezTo>
                <a:cubicBezTo>
                  <a:pt x="109317" y="54677"/>
                  <a:pt x="109317" y="54679"/>
                  <a:pt x="109317" y="54682"/>
                </a:cubicBezTo>
              </a:path>
            </a:pathLst>
          </a:custGeom>
          <a:solidFill>
            <a:schemeClr val="bg1"/>
          </a:solidFill>
          <a:ln w="767" cap="flat">
            <a:solidFill>
              <a:srgbClr val="821B19"/>
            </a:solidFill>
            <a:prstDash val="solid"/>
            <a:miter/>
          </a:ln>
        </p:spPr>
        <p:txBody>
          <a:bodyPr rtlCol="0" anchor="ctr"/>
          <a:lstStyle/>
          <a:p>
            <a:pPr algn="ctr"/>
            <a:endParaRPr lang="es-MX" sz="2200">
              <a:solidFill>
                <a:schemeClr val="bg1"/>
              </a:solidFill>
              <a:latin typeface="Avenir Book" panose="02000503020000020003" pitchFamily="2" charset="0"/>
              <a:cs typeface="Poppins Medium" pitchFamily="2" charset="77"/>
            </a:endParaRPr>
          </a:p>
        </p:txBody>
      </p:sp>
      <p:sp>
        <p:nvSpPr>
          <p:cNvPr id="65" name="Forma libre 529">
            <a:extLst>
              <a:ext uri="{FF2B5EF4-FFF2-40B4-BE49-F238E27FC236}">
                <a16:creationId xmlns:a16="http://schemas.microsoft.com/office/drawing/2014/main" id="{35401F99-5377-0941-A60C-64E5E22E9099}"/>
              </a:ext>
            </a:extLst>
          </p:cNvPr>
          <p:cNvSpPr/>
          <p:nvPr/>
        </p:nvSpPr>
        <p:spPr>
          <a:xfrm>
            <a:off x="6689400" y="986762"/>
            <a:ext cx="1096179" cy="1096179"/>
          </a:xfrm>
          <a:custGeom>
            <a:avLst/>
            <a:gdLst>
              <a:gd name="connsiteX0" fmla="*/ 109317 w 108978"/>
              <a:gd name="connsiteY0" fmla="*/ 54682 h 108978"/>
              <a:gd name="connsiteX1" fmla="*/ 54682 w 108978"/>
              <a:gd name="connsiteY1" fmla="*/ 109317 h 108978"/>
              <a:gd name="connsiteX2" fmla="*/ 46 w 108978"/>
              <a:gd name="connsiteY2" fmla="*/ 54682 h 108978"/>
              <a:gd name="connsiteX3" fmla="*/ 54682 w 108978"/>
              <a:gd name="connsiteY3" fmla="*/ 46 h 108978"/>
              <a:gd name="connsiteX4" fmla="*/ 54689 w 108978"/>
              <a:gd name="connsiteY4" fmla="*/ 46 h 108978"/>
              <a:gd name="connsiteX5" fmla="*/ 109317 w 108978"/>
              <a:gd name="connsiteY5" fmla="*/ 54674 h 108978"/>
              <a:gd name="connsiteX6" fmla="*/ 109317 w 108978"/>
              <a:gd name="connsiteY6" fmla="*/ 54682 h 108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978" h="108978">
                <a:moveTo>
                  <a:pt x="109317" y="54682"/>
                </a:moveTo>
                <a:cubicBezTo>
                  <a:pt x="109317" y="84856"/>
                  <a:pt x="84856" y="109317"/>
                  <a:pt x="54682" y="109317"/>
                </a:cubicBezTo>
                <a:cubicBezTo>
                  <a:pt x="24507" y="109317"/>
                  <a:pt x="46" y="84856"/>
                  <a:pt x="46" y="54682"/>
                </a:cubicBezTo>
                <a:cubicBezTo>
                  <a:pt x="46" y="24507"/>
                  <a:pt x="24507" y="46"/>
                  <a:pt x="54682" y="46"/>
                </a:cubicBezTo>
                <a:cubicBezTo>
                  <a:pt x="54684" y="46"/>
                  <a:pt x="54687" y="46"/>
                  <a:pt x="54689" y="46"/>
                </a:cubicBezTo>
                <a:cubicBezTo>
                  <a:pt x="84859" y="46"/>
                  <a:pt x="109317" y="24504"/>
                  <a:pt x="109317" y="54674"/>
                </a:cubicBezTo>
                <a:cubicBezTo>
                  <a:pt x="109317" y="54677"/>
                  <a:pt x="109317" y="54679"/>
                  <a:pt x="109317" y="54682"/>
                </a:cubicBezTo>
              </a:path>
            </a:pathLst>
          </a:custGeom>
          <a:solidFill>
            <a:schemeClr val="bg1"/>
          </a:solidFill>
          <a:ln w="767" cap="flat">
            <a:solidFill>
              <a:srgbClr val="821B19"/>
            </a:solidFill>
            <a:prstDash val="solid"/>
            <a:miter/>
          </a:ln>
        </p:spPr>
        <p:txBody>
          <a:bodyPr rtlCol="0" anchor="ctr"/>
          <a:lstStyle/>
          <a:p>
            <a:pPr algn="ctr"/>
            <a:r>
              <a:rPr lang="es-MX" sz="2200">
                <a:solidFill>
                  <a:schemeClr val="accent1"/>
                </a:solidFill>
                <a:latin typeface="Avenir Book" panose="02000503020000020003" pitchFamily="2" charset="0"/>
                <a:cs typeface="Poppins Medium" pitchFamily="2" charset="77"/>
              </a:rPr>
              <a:t>Okta</a:t>
            </a:r>
          </a:p>
        </p:txBody>
      </p:sp>
      <p:sp>
        <p:nvSpPr>
          <p:cNvPr id="4" name="Rounded Rectangle 3">
            <a:extLst>
              <a:ext uri="{FF2B5EF4-FFF2-40B4-BE49-F238E27FC236}">
                <a16:creationId xmlns:a16="http://schemas.microsoft.com/office/drawing/2014/main" id="{43070472-0F8D-3C42-9F03-DB1B0307D506}"/>
              </a:ext>
            </a:extLst>
          </p:cNvPr>
          <p:cNvSpPr/>
          <p:nvPr/>
        </p:nvSpPr>
        <p:spPr>
          <a:xfrm>
            <a:off x="1271001" y="2144617"/>
            <a:ext cx="1854557" cy="1826161"/>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94">
              <a:latin typeface="Avenir Book" panose="02000503020000020003" pitchFamily="2" charset="0"/>
            </a:endParaRPr>
          </a:p>
        </p:txBody>
      </p:sp>
      <p:sp>
        <p:nvSpPr>
          <p:cNvPr id="115" name="Rounded Rectangle 114">
            <a:extLst>
              <a:ext uri="{FF2B5EF4-FFF2-40B4-BE49-F238E27FC236}">
                <a16:creationId xmlns:a16="http://schemas.microsoft.com/office/drawing/2014/main" id="{8434E45B-A826-BD4C-A946-FEA456CBE1B0}"/>
              </a:ext>
            </a:extLst>
          </p:cNvPr>
          <p:cNvSpPr/>
          <p:nvPr/>
        </p:nvSpPr>
        <p:spPr>
          <a:xfrm>
            <a:off x="3231836" y="2144617"/>
            <a:ext cx="1854557" cy="2537541"/>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94">
              <a:latin typeface="Avenir Book" panose="02000503020000020003" pitchFamily="2" charset="0"/>
            </a:endParaRPr>
          </a:p>
        </p:txBody>
      </p:sp>
      <p:sp>
        <p:nvSpPr>
          <p:cNvPr id="116" name="Rounded Rectangle 115">
            <a:extLst>
              <a:ext uri="{FF2B5EF4-FFF2-40B4-BE49-F238E27FC236}">
                <a16:creationId xmlns:a16="http://schemas.microsoft.com/office/drawing/2014/main" id="{82355C64-F2D2-DC4A-9175-0FD9D1252272}"/>
              </a:ext>
            </a:extLst>
          </p:cNvPr>
          <p:cNvSpPr/>
          <p:nvPr/>
        </p:nvSpPr>
        <p:spPr>
          <a:xfrm>
            <a:off x="5192671" y="2144617"/>
            <a:ext cx="1854557" cy="27537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94">
              <a:latin typeface="Avenir Book" panose="02000503020000020003" pitchFamily="2" charset="0"/>
            </a:endParaRPr>
          </a:p>
        </p:txBody>
      </p:sp>
      <p:sp>
        <p:nvSpPr>
          <p:cNvPr id="117" name="Rounded Rectangle 116">
            <a:extLst>
              <a:ext uri="{FF2B5EF4-FFF2-40B4-BE49-F238E27FC236}">
                <a16:creationId xmlns:a16="http://schemas.microsoft.com/office/drawing/2014/main" id="{5D3B93AD-56E6-4147-874A-936202A2CF5C}"/>
              </a:ext>
            </a:extLst>
          </p:cNvPr>
          <p:cNvSpPr/>
          <p:nvPr/>
        </p:nvSpPr>
        <p:spPr>
          <a:xfrm>
            <a:off x="7153506" y="2144618"/>
            <a:ext cx="1854557" cy="283586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94">
              <a:latin typeface="Avenir Book" panose="02000503020000020003" pitchFamily="2" charset="0"/>
            </a:endParaRPr>
          </a:p>
        </p:txBody>
      </p:sp>
      <p:sp>
        <p:nvSpPr>
          <p:cNvPr id="5" name="Triangle 4">
            <a:extLst>
              <a:ext uri="{FF2B5EF4-FFF2-40B4-BE49-F238E27FC236}">
                <a16:creationId xmlns:a16="http://schemas.microsoft.com/office/drawing/2014/main" id="{D1E2E625-C551-6C4F-B036-44F0B062B0BD}"/>
              </a:ext>
            </a:extLst>
          </p:cNvPr>
          <p:cNvSpPr/>
          <p:nvPr/>
        </p:nvSpPr>
        <p:spPr>
          <a:xfrm>
            <a:off x="2020903" y="1940272"/>
            <a:ext cx="323148" cy="27857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94">
              <a:latin typeface="Avenir Book" panose="02000503020000020003" pitchFamily="2" charset="0"/>
            </a:endParaRPr>
          </a:p>
        </p:txBody>
      </p:sp>
      <p:sp>
        <p:nvSpPr>
          <p:cNvPr id="119" name="Triangle 118">
            <a:extLst>
              <a:ext uri="{FF2B5EF4-FFF2-40B4-BE49-F238E27FC236}">
                <a16:creationId xmlns:a16="http://schemas.microsoft.com/office/drawing/2014/main" id="{42958EE9-F433-9E49-8EC2-3F78DCF1A225}"/>
              </a:ext>
            </a:extLst>
          </p:cNvPr>
          <p:cNvSpPr/>
          <p:nvPr/>
        </p:nvSpPr>
        <p:spPr>
          <a:xfrm>
            <a:off x="3997540" y="1940272"/>
            <a:ext cx="323148" cy="27857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94">
              <a:latin typeface="Avenir Book" panose="02000503020000020003" pitchFamily="2" charset="0"/>
            </a:endParaRPr>
          </a:p>
        </p:txBody>
      </p:sp>
      <p:sp>
        <p:nvSpPr>
          <p:cNvPr id="120" name="Triangle 119">
            <a:extLst>
              <a:ext uri="{FF2B5EF4-FFF2-40B4-BE49-F238E27FC236}">
                <a16:creationId xmlns:a16="http://schemas.microsoft.com/office/drawing/2014/main" id="{9E26312B-E741-8648-B04B-311109A8F0B6}"/>
              </a:ext>
            </a:extLst>
          </p:cNvPr>
          <p:cNvSpPr/>
          <p:nvPr/>
        </p:nvSpPr>
        <p:spPr>
          <a:xfrm>
            <a:off x="5955962" y="1940272"/>
            <a:ext cx="323148" cy="27857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94">
              <a:latin typeface="Avenir Book" panose="02000503020000020003" pitchFamily="2" charset="0"/>
            </a:endParaRPr>
          </a:p>
        </p:txBody>
      </p:sp>
      <p:sp>
        <p:nvSpPr>
          <p:cNvPr id="121" name="Triangle 120">
            <a:extLst>
              <a:ext uri="{FF2B5EF4-FFF2-40B4-BE49-F238E27FC236}">
                <a16:creationId xmlns:a16="http://schemas.microsoft.com/office/drawing/2014/main" id="{494B855B-3914-5F46-9094-5BA149EBF1D3}"/>
              </a:ext>
            </a:extLst>
          </p:cNvPr>
          <p:cNvSpPr/>
          <p:nvPr/>
        </p:nvSpPr>
        <p:spPr>
          <a:xfrm>
            <a:off x="7919210" y="1940272"/>
            <a:ext cx="323148" cy="27857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94">
              <a:latin typeface="Avenir Book" panose="02000503020000020003" pitchFamily="2" charset="0"/>
            </a:endParaRPr>
          </a:p>
        </p:txBody>
      </p:sp>
      <p:sp>
        <p:nvSpPr>
          <p:cNvPr id="122" name="Triangle 121">
            <a:extLst>
              <a:ext uri="{FF2B5EF4-FFF2-40B4-BE49-F238E27FC236}">
                <a16:creationId xmlns:a16="http://schemas.microsoft.com/office/drawing/2014/main" id="{33A4B783-A6D9-5F48-8CC1-4CBDD6CCB731}"/>
              </a:ext>
            </a:extLst>
          </p:cNvPr>
          <p:cNvSpPr/>
          <p:nvPr/>
        </p:nvSpPr>
        <p:spPr>
          <a:xfrm>
            <a:off x="9880045" y="1940272"/>
            <a:ext cx="323148" cy="27857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94">
              <a:latin typeface="Avenir Book" panose="02000503020000020003" pitchFamily="2" charset="0"/>
            </a:endParaRPr>
          </a:p>
        </p:txBody>
      </p:sp>
      <p:sp>
        <p:nvSpPr>
          <p:cNvPr id="54" name="Rectangle 56">
            <a:extLst>
              <a:ext uri="{FF2B5EF4-FFF2-40B4-BE49-F238E27FC236}">
                <a16:creationId xmlns:a16="http://schemas.microsoft.com/office/drawing/2014/main" id="{EFCA24C9-BAF5-5B4A-B3A7-35E38070C188}"/>
              </a:ext>
            </a:extLst>
          </p:cNvPr>
          <p:cNvSpPr/>
          <p:nvPr/>
        </p:nvSpPr>
        <p:spPr>
          <a:xfrm>
            <a:off x="1202506" y="2215498"/>
            <a:ext cx="2436097" cy="2862322"/>
          </a:xfrm>
          <a:prstGeom prst="rect">
            <a:avLst/>
          </a:prstGeom>
          <a:solidFill>
            <a:schemeClr val="bg1"/>
          </a:solidFill>
        </p:spPr>
        <p:txBody>
          <a:bodyPr wrap="square" lIns="91440" tIns="45720" rIns="91440" bIns="45720" anchor="t">
            <a:spAutoFit/>
          </a:bodyPr>
          <a:lstStyle/>
          <a:p>
            <a:pPr marL="171450" indent="-171450">
              <a:buFont typeface="Wingdings" pitchFamily="2" charset="2"/>
              <a:buChar char="§"/>
            </a:pPr>
            <a:r>
              <a:rPr lang="en-IN" sz="1200" b="1">
                <a:latin typeface="Avenir Book"/>
              </a:rPr>
              <a:t>OOTB Application Integrations</a:t>
            </a:r>
            <a:endParaRPr lang="en-IN" sz="1200">
              <a:latin typeface="Avenir Book"/>
            </a:endParaRPr>
          </a:p>
          <a:p>
            <a:pPr marL="171450" indent="-171450">
              <a:buFont typeface="Wingdings" pitchFamily="2" charset="2"/>
              <a:buChar char="§"/>
            </a:pPr>
            <a:endParaRPr lang="en-IN" sz="1200">
              <a:latin typeface="Avenir Book" panose="02000503020000020003" pitchFamily="2" charset="0"/>
            </a:endParaRPr>
          </a:p>
          <a:p>
            <a:pPr marL="171450" indent="-171450">
              <a:buFont typeface="Wingdings" pitchFamily="2" charset="2"/>
              <a:buChar char="§"/>
            </a:pPr>
            <a:r>
              <a:rPr lang="en-IN" sz="1200">
                <a:latin typeface="Avenir Book"/>
              </a:rPr>
              <a:t>Custom Application Integration (SAML, OIDC)</a:t>
            </a:r>
            <a:endParaRPr lang="en-IN" sz="1200" b="1">
              <a:latin typeface="Avenir Book"/>
            </a:endParaRPr>
          </a:p>
          <a:p>
            <a:pPr marL="171450" indent="-171450">
              <a:buFont typeface="Wingdings" pitchFamily="2" charset="2"/>
              <a:buChar char="§"/>
            </a:pPr>
            <a:endParaRPr lang="en-IN" sz="1200">
              <a:latin typeface="Avenir Book" panose="02000503020000020003" pitchFamily="2" charset="0"/>
            </a:endParaRPr>
          </a:p>
          <a:p>
            <a:pPr marL="171450" indent="-171450">
              <a:buFont typeface="Wingdings" pitchFamily="2" charset="2"/>
              <a:buChar char="§"/>
            </a:pPr>
            <a:r>
              <a:rPr lang="en-IN" sz="1200" b="1">
                <a:latin typeface="Avenir Book"/>
              </a:rPr>
              <a:t>AD Agents upgraded to v3.16</a:t>
            </a:r>
            <a:endParaRPr lang="en-IN" sz="1200">
              <a:latin typeface="Avenir Book"/>
            </a:endParaRPr>
          </a:p>
          <a:p>
            <a:pPr marL="171450" indent="-171450">
              <a:buFont typeface="Wingdings" pitchFamily="2" charset="2"/>
              <a:buChar char="§"/>
            </a:pPr>
            <a:endParaRPr lang="en-IN" sz="1200">
              <a:effectLst/>
              <a:latin typeface="Avenir Book" panose="02000503020000020003" pitchFamily="2" charset="0"/>
            </a:endParaRPr>
          </a:p>
          <a:p>
            <a:pPr marL="171450" indent="-171450">
              <a:buFont typeface="Wingdings" pitchFamily="2" charset="2"/>
              <a:buChar char="§"/>
            </a:pPr>
            <a:r>
              <a:rPr lang="en-IN" sz="1200" b="1">
                <a:latin typeface="Avenir Book"/>
              </a:rPr>
              <a:t>RADIUS Agents upgraded to v2.19</a:t>
            </a:r>
            <a:endParaRPr lang="en-IN" sz="1200">
              <a:latin typeface="Avenir Book"/>
            </a:endParaRPr>
          </a:p>
          <a:p>
            <a:endParaRPr lang="en-IN" sz="1200">
              <a:latin typeface="Avenir Book"/>
            </a:endParaRPr>
          </a:p>
          <a:p>
            <a:pPr marL="171450" indent="-171450">
              <a:buFont typeface="Wingdings" pitchFamily="2" charset="2"/>
              <a:buChar char="§"/>
            </a:pPr>
            <a:r>
              <a:rPr lang="en-IN" sz="1200" b="1">
                <a:latin typeface="Avenir Book"/>
              </a:rPr>
              <a:t>Custom Sign-on policies for new applications</a:t>
            </a:r>
            <a:endParaRPr lang="en-IN" sz="1200">
              <a:latin typeface="Avenir Book"/>
            </a:endParaRPr>
          </a:p>
          <a:p>
            <a:pPr marL="171450" indent="-171450">
              <a:buFont typeface="Wingdings" pitchFamily="2" charset="2"/>
              <a:buChar char="§"/>
            </a:pPr>
            <a:endParaRPr lang="en-IN" sz="1200">
              <a:latin typeface="Avenir Book"/>
            </a:endParaRPr>
          </a:p>
        </p:txBody>
      </p:sp>
      <p:sp>
        <p:nvSpPr>
          <p:cNvPr id="55" name="Rectangle 56">
            <a:extLst>
              <a:ext uri="{FF2B5EF4-FFF2-40B4-BE49-F238E27FC236}">
                <a16:creationId xmlns:a16="http://schemas.microsoft.com/office/drawing/2014/main" id="{700D9F1F-A2A8-D144-8700-1C583CA5B757}"/>
              </a:ext>
            </a:extLst>
          </p:cNvPr>
          <p:cNvSpPr/>
          <p:nvPr/>
        </p:nvSpPr>
        <p:spPr>
          <a:xfrm>
            <a:off x="3719461" y="2215498"/>
            <a:ext cx="2544031" cy="3416320"/>
          </a:xfrm>
          <a:prstGeom prst="rect">
            <a:avLst/>
          </a:prstGeom>
          <a:solidFill>
            <a:schemeClr val="bg1"/>
          </a:solidFill>
        </p:spPr>
        <p:txBody>
          <a:bodyPr wrap="square" lIns="91440" tIns="45720" rIns="91440" bIns="45720" anchor="t">
            <a:spAutoFit/>
          </a:bodyPr>
          <a:lstStyle/>
          <a:p>
            <a:pPr marL="171450" indent="-171450">
              <a:buFont typeface="Wingdings" pitchFamily="2" charset="2"/>
              <a:buChar char="§"/>
            </a:pPr>
            <a:r>
              <a:rPr lang="en-US" sz="1200" b="1">
                <a:latin typeface="Avenir Book"/>
              </a:rPr>
              <a:t>OIE Migration</a:t>
            </a:r>
            <a:endParaRPr lang="en-US" sz="1200">
              <a:latin typeface="Avenir Book"/>
            </a:endParaRPr>
          </a:p>
          <a:p>
            <a:pPr marL="171450" indent="-171450">
              <a:buFont typeface="Wingdings" pitchFamily="2" charset="2"/>
              <a:buChar char="§"/>
            </a:pPr>
            <a:endParaRPr lang="en-US" sz="1200">
              <a:latin typeface="Avenir Book" panose="02000503020000020003" pitchFamily="2" charset="0"/>
            </a:endParaRPr>
          </a:p>
          <a:p>
            <a:pPr marL="171450" indent="-171450">
              <a:buFont typeface="Wingdings" pitchFamily="2" charset="2"/>
              <a:buChar char="§"/>
            </a:pPr>
            <a:r>
              <a:rPr lang="en-US" sz="1200">
                <a:latin typeface="Avenir Book"/>
              </a:rPr>
              <a:t>Authentication policies reconfigured</a:t>
            </a:r>
            <a:endParaRPr lang="en-US" sz="1200" b="1">
              <a:latin typeface="Avenir Book"/>
            </a:endParaRPr>
          </a:p>
          <a:p>
            <a:endParaRPr lang="en-IN" sz="1200">
              <a:latin typeface="Avenir Book"/>
            </a:endParaRPr>
          </a:p>
          <a:p>
            <a:pPr marL="171450" indent="-171450">
              <a:buFont typeface="Wingdings" pitchFamily="2" charset="2"/>
              <a:buChar char="§"/>
            </a:pPr>
            <a:r>
              <a:rPr lang="en-IN" sz="1200" b="1">
                <a:latin typeface="Avenir Book"/>
              </a:rPr>
              <a:t>Global Session Policies Updated</a:t>
            </a:r>
            <a:endParaRPr lang="en-IN" sz="1200">
              <a:latin typeface="Avenir Book" panose="02000503020000020003" pitchFamily="2" charset="0"/>
            </a:endParaRPr>
          </a:p>
          <a:p>
            <a:pPr marL="171450" indent="-171450">
              <a:buFont typeface="Wingdings" pitchFamily="2" charset="2"/>
              <a:buChar char="§"/>
            </a:pPr>
            <a:endParaRPr lang="en-IN" sz="1200">
              <a:latin typeface="Avenir Book" panose="02000503020000020003" pitchFamily="2" charset="0"/>
            </a:endParaRPr>
          </a:p>
          <a:p>
            <a:pPr marL="171450" indent="-171450">
              <a:buFont typeface="Wingdings" pitchFamily="2" charset="2"/>
              <a:buChar char="§"/>
            </a:pPr>
            <a:r>
              <a:rPr lang="en-IN" sz="1200" b="1">
                <a:latin typeface="Avenir Book"/>
              </a:rPr>
              <a:t>Agentless Desktop SSO configured Org wide</a:t>
            </a:r>
            <a:endParaRPr lang="en-IN" sz="1200">
              <a:latin typeface="Avenir Book"/>
            </a:endParaRPr>
          </a:p>
          <a:p>
            <a:pPr marL="171450" indent="-171450">
              <a:buFont typeface="Wingdings" pitchFamily="2" charset="2"/>
              <a:buChar char="§"/>
            </a:pPr>
            <a:endParaRPr lang="en-IN" sz="1200">
              <a:latin typeface="Avenir Book"/>
            </a:endParaRPr>
          </a:p>
          <a:p>
            <a:pPr marL="171450" indent="-171450">
              <a:buFont typeface="Wingdings" pitchFamily="2" charset="2"/>
              <a:buChar char="§"/>
            </a:pPr>
            <a:r>
              <a:rPr lang="en-IN" sz="1200" b="1">
                <a:latin typeface="Avenir Book"/>
              </a:rPr>
              <a:t>Adaptive MFA policies Updated</a:t>
            </a:r>
          </a:p>
          <a:p>
            <a:endParaRPr lang="en-IN" sz="1200" b="1">
              <a:latin typeface="Avenir Book"/>
            </a:endParaRPr>
          </a:p>
          <a:p>
            <a:pPr marL="171450" indent="-171450">
              <a:buFont typeface="Wingdings" pitchFamily="2" charset="2"/>
              <a:buChar char="§"/>
            </a:pPr>
            <a:r>
              <a:rPr lang="en-IN" sz="1200" b="1">
                <a:latin typeface="Avenir Book"/>
              </a:rPr>
              <a:t>Behaviour Detection </a:t>
            </a:r>
          </a:p>
          <a:p>
            <a:pPr marL="171450" indent="-171450">
              <a:buFont typeface="Wingdings" pitchFamily="2" charset="2"/>
              <a:buChar char="§"/>
            </a:pPr>
            <a:endParaRPr lang="en-IN" sz="1200" b="1">
              <a:latin typeface="Avenir Book"/>
            </a:endParaRPr>
          </a:p>
          <a:p>
            <a:pPr marL="171450" indent="-171450">
              <a:buFont typeface="Wingdings" pitchFamily="2" charset="2"/>
              <a:buChar char="§"/>
            </a:pPr>
            <a:r>
              <a:rPr lang="en-IN" sz="1200" b="1">
                <a:latin typeface="Avenir Book"/>
              </a:rPr>
              <a:t>Maintain and Update Network Zone for Okta</a:t>
            </a:r>
            <a:endParaRPr lang="en-IN" sz="1200">
              <a:latin typeface="Avenir Book"/>
            </a:endParaRPr>
          </a:p>
        </p:txBody>
      </p:sp>
      <p:sp>
        <p:nvSpPr>
          <p:cNvPr id="56" name="Rectangle 56">
            <a:extLst>
              <a:ext uri="{FF2B5EF4-FFF2-40B4-BE49-F238E27FC236}">
                <a16:creationId xmlns:a16="http://schemas.microsoft.com/office/drawing/2014/main" id="{E5108D3C-1FAC-1E47-AC0F-7E016DC1A4D4}"/>
              </a:ext>
            </a:extLst>
          </p:cNvPr>
          <p:cNvSpPr/>
          <p:nvPr/>
        </p:nvSpPr>
        <p:spPr>
          <a:xfrm>
            <a:off x="6263493" y="2143234"/>
            <a:ext cx="2147327" cy="1938992"/>
          </a:xfrm>
          <a:prstGeom prst="rect">
            <a:avLst/>
          </a:prstGeom>
          <a:solidFill>
            <a:schemeClr val="bg1"/>
          </a:solidFill>
        </p:spPr>
        <p:txBody>
          <a:bodyPr wrap="square">
            <a:spAutoFit/>
          </a:bodyPr>
          <a:lstStyle/>
          <a:p>
            <a:pPr marL="171450" indent="-171450">
              <a:buFont typeface="Wingdings" pitchFamily="2" charset="2"/>
              <a:buChar char="§"/>
            </a:pPr>
            <a:r>
              <a:rPr lang="en-IN" sz="1200">
                <a:latin typeface="Avenir Book" panose="02000503020000020003" pitchFamily="2" charset="0"/>
              </a:rPr>
              <a:t>Admin Access Review</a:t>
            </a:r>
          </a:p>
          <a:p>
            <a:pPr marL="171450" indent="-171450">
              <a:buFont typeface="Wingdings" pitchFamily="2" charset="2"/>
              <a:buChar char="§"/>
            </a:pPr>
            <a:endParaRPr lang="en-IN" sz="1200">
              <a:latin typeface="Avenir Book" panose="02000503020000020003" pitchFamily="2" charset="0"/>
            </a:endParaRPr>
          </a:p>
          <a:p>
            <a:pPr marL="171450" indent="-171450">
              <a:buFont typeface="Wingdings" pitchFamily="2" charset="2"/>
              <a:buChar char="§"/>
            </a:pPr>
            <a:r>
              <a:rPr lang="en-IN" sz="1200">
                <a:latin typeface="Avenir Book" panose="02000503020000020003" pitchFamily="2" charset="0"/>
              </a:rPr>
              <a:t>20+ applications integrated to Okta</a:t>
            </a:r>
          </a:p>
          <a:p>
            <a:pPr marL="171450" indent="-171450">
              <a:buFont typeface="Wingdings" pitchFamily="2" charset="2"/>
              <a:buChar char="§"/>
            </a:pPr>
            <a:endParaRPr lang="en-IN" sz="1200">
              <a:latin typeface="Avenir Book" panose="02000503020000020003" pitchFamily="2" charset="0"/>
            </a:endParaRPr>
          </a:p>
          <a:p>
            <a:pPr marL="171450" indent="-171450">
              <a:buFont typeface="Wingdings" pitchFamily="2" charset="2"/>
              <a:buChar char="§"/>
            </a:pPr>
            <a:r>
              <a:rPr lang="en-IN" sz="1200">
                <a:latin typeface="Avenir Book" panose="02000503020000020003" pitchFamily="2" charset="0"/>
              </a:rPr>
              <a:t>Maintain Agents on Okta Sandbox</a:t>
            </a:r>
          </a:p>
          <a:p>
            <a:pPr marL="171450" indent="-171450">
              <a:buFont typeface="Wingdings" pitchFamily="2" charset="2"/>
              <a:buChar char="§"/>
            </a:pPr>
            <a:endParaRPr lang="en-IN" sz="1200">
              <a:latin typeface="Avenir Book" panose="02000503020000020003" pitchFamily="2" charset="0"/>
            </a:endParaRPr>
          </a:p>
          <a:p>
            <a:pPr marL="171450" indent="-171450">
              <a:buFont typeface="Wingdings" pitchFamily="2" charset="2"/>
              <a:buChar char="§"/>
            </a:pPr>
            <a:endParaRPr lang="en-IN" sz="1200">
              <a:latin typeface="Avenir Book" panose="02000503020000020003" pitchFamily="2" charset="0"/>
            </a:endParaRPr>
          </a:p>
          <a:p>
            <a:endParaRPr lang="en-IN" sz="1200">
              <a:latin typeface="Avenir Book" panose="02000503020000020003" pitchFamily="2" charset="0"/>
            </a:endParaRPr>
          </a:p>
        </p:txBody>
      </p:sp>
      <p:sp>
        <p:nvSpPr>
          <p:cNvPr id="57" name="Rectangle 56">
            <a:extLst>
              <a:ext uri="{FF2B5EF4-FFF2-40B4-BE49-F238E27FC236}">
                <a16:creationId xmlns:a16="http://schemas.microsoft.com/office/drawing/2014/main" id="{F9CE8F46-3826-6B4C-B24F-FD9ED9F92FF9}"/>
              </a:ext>
            </a:extLst>
          </p:cNvPr>
          <p:cNvSpPr/>
          <p:nvPr/>
        </p:nvSpPr>
        <p:spPr>
          <a:xfrm>
            <a:off x="8806381" y="2259225"/>
            <a:ext cx="2147327" cy="261610"/>
          </a:xfrm>
          <a:prstGeom prst="rect">
            <a:avLst/>
          </a:prstGeom>
          <a:solidFill>
            <a:schemeClr val="bg1"/>
          </a:solidFill>
        </p:spPr>
        <p:txBody>
          <a:bodyPr wrap="square">
            <a:spAutoFit/>
          </a:bodyPr>
          <a:lstStyle/>
          <a:p>
            <a:pPr marL="171450" indent="-171450">
              <a:buFont typeface="Wingdings" pitchFamily="2" charset="2"/>
              <a:buChar char="§"/>
            </a:pPr>
            <a:endParaRPr lang="en-US" sz="1100">
              <a:latin typeface="Avenir Book" panose="02000503020000020003" pitchFamily="2" charset="0"/>
            </a:endParaRPr>
          </a:p>
        </p:txBody>
      </p:sp>
      <p:sp>
        <p:nvSpPr>
          <p:cNvPr id="9" name="Title 1">
            <a:extLst>
              <a:ext uri="{FF2B5EF4-FFF2-40B4-BE49-F238E27FC236}">
                <a16:creationId xmlns:a16="http://schemas.microsoft.com/office/drawing/2014/main" id="{07604F10-84D5-E33B-6A1D-D1DF3DEF3BE8}"/>
              </a:ext>
            </a:extLst>
          </p:cNvPr>
          <p:cNvSpPr txBox="1">
            <a:spLocks/>
          </p:cNvSpPr>
          <p:nvPr/>
        </p:nvSpPr>
        <p:spPr>
          <a:xfrm>
            <a:off x="211165" y="325678"/>
            <a:ext cx="10728325" cy="770509"/>
          </a:xfrm>
          <a:prstGeom prst="rect">
            <a:avLst/>
          </a:prstGeom>
        </p:spPr>
        <p:txBody>
          <a:bodyPr vert="horz" lIns="0" tIns="182880" rIns="228600" bIns="45720" rtlCol="0" anchor="ctr">
            <a:noAutofit/>
          </a:bodyPr>
          <a:lstStyle>
            <a:lvl1pPr marL="201700" indent="-201700" algn="l" defTabSz="529849" rtl="0" eaLnBrk="1" latinLnBrk="0" hangingPunct="1">
              <a:lnSpc>
                <a:spcPts val="3000"/>
              </a:lnSpc>
              <a:spcBef>
                <a:spcPct val="0"/>
              </a:spcBef>
              <a:buSzPct val="102000"/>
              <a:buFontTx/>
              <a:buBlip>
                <a:blip r:embed="rId3"/>
              </a:buBlip>
              <a:tabLst/>
              <a:defRPr sz="2800" b="1" i="0" kern="1200" baseline="0">
                <a:solidFill>
                  <a:schemeClr val="bg1"/>
                </a:solidFill>
                <a:latin typeface="Avenir Heavy" panose="02000503020000020003" pitchFamily="2" charset="0"/>
                <a:ea typeface="+mj-ea"/>
                <a:cs typeface="+mj-cs"/>
              </a:defRPr>
            </a:lvl1pPr>
          </a:lstStyle>
          <a:p>
            <a:r>
              <a:rPr lang="en-US">
                <a:solidFill>
                  <a:srgbClr val="CC412F"/>
                </a:solidFill>
              </a:rPr>
              <a:t>Okta </a:t>
            </a:r>
            <a:r>
              <a:rPr kumimoji="0" lang="en-US" sz="2800" b="1" i="0" u="none" strike="noStrike" kern="1200" cap="none" spc="0" normalizeH="0" baseline="0" noProof="0">
                <a:ln>
                  <a:noFill/>
                </a:ln>
                <a:solidFill>
                  <a:srgbClr val="CC412F"/>
                </a:solidFill>
                <a:effectLst/>
                <a:uLnTx/>
                <a:uFillTx/>
                <a:latin typeface="Avenir Heavy" panose="02000503020000020003" pitchFamily="2" charset="0"/>
                <a:ea typeface="+mj-ea"/>
                <a:cs typeface="+mj-cs"/>
              </a:rPr>
              <a:t>Program Journey (2023)</a:t>
            </a:r>
          </a:p>
        </p:txBody>
      </p:sp>
      <p:sp>
        <p:nvSpPr>
          <p:cNvPr id="7" name="TextBox 6">
            <a:extLst>
              <a:ext uri="{FF2B5EF4-FFF2-40B4-BE49-F238E27FC236}">
                <a16:creationId xmlns:a16="http://schemas.microsoft.com/office/drawing/2014/main" id="{CA8597BD-845E-EF4D-023A-3E2BDB32FDB9}"/>
              </a:ext>
            </a:extLst>
          </p:cNvPr>
          <p:cNvSpPr txBox="1"/>
          <p:nvPr/>
        </p:nvSpPr>
        <p:spPr>
          <a:xfrm>
            <a:off x="999255" y="6369752"/>
            <a:ext cx="0" cy="0"/>
          </a:xfrm>
          <a:prstGeom prst="rect">
            <a:avLst/>
          </a:prstGeom>
        </p:spPr>
        <p:txBody>
          <a:bodyPr vert="horz" wrap="none" lIns="0" tIns="0" rIns="0" bIns="0" rtlCol="0">
            <a:noAutofit/>
          </a:bodyPr>
          <a:lstStyle/>
          <a:p>
            <a:pPr marL="0" marR="243840" algn="l">
              <a:lnSpc>
                <a:spcPct val="148200"/>
              </a:lnSpc>
              <a:spcBef>
                <a:spcPts val="300"/>
              </a:spcBef>
              <a:spcAft>
                <a:spcPts val="600"/>
              </a:spcAft>
            </a:pPr>
            <a:endParaRPr lang="en-US" sz="900">
              <a:solidFill>
                <a:srgbClr val="6D6E71"/>
              </a:solidFill>
              <a:latin typeface="Avenir Book" panose="02000503020000020003" pitchFamily="2" charset="0"/>
              <a:cs typeface="Arial"/>
            </a:endParaRPr>
          </a:p>
        </p:txBody>
      </p:sp>
      <p:sp>
        <p:nvSpPr>
          <p:cNvPr id="8" name="TextBox 7">
            <a:extLst>
              <a:ext uri="{FF2B5EF4-FFF2-40B4-BE49-F238E27FC236}">
                <a16:creationId xmlns:a16="http://schemas.microsoft.com/office/drawing/2014/main" id="{B3F5B7BF-5707-F926-7C28-D8D8BF3FA5B4}"/>
              </a:ext>
            </a:extLst>
          </p:cNvPr>
          <p:cNvSpPr txBox="1"/>
          <p:nvPr/>
        </p:nvSpPr>
        <p:spPr>
          <a:xfrm>
            <a:off x="-3206187" y="-1666754"/>
            <a:ext cx="0" cy="0"/>
          </a:xfrm>
          <a:prstGeom prst="rect">
            <a:avLst/>
          </a:prstGeom>
        </p:spPr>
        <p:txBody>
          <a:bodyPr vert="horz" wrap="none" lIns="0" tIns="0" rIns="0" bIns="0" rtlCol="0">
            <a:noAutofit/>
          </a:bodyPr>
          <a:lstStyle/>
          <a:p>
            <a:pPr marL="0" marR="243840" algn="l">
              <a:lnSpc>
                <a:spcPct val="148200"/>
              </a:lnSpc>
              <a:spcBef>
                <a:spcPts val="300"/>
              </a:spcBef>
              <a:spcAft>
                <a:spcPts val="600"/>
              </a:spcAft>
            </a:pPr>
            <a:endParaRPr lang="en-US" sz="900" err="1">
              <a:solidFill>
                <a:srgbClr val="6D6E71"/>
              </a:solidFill>
              <a:latin typeface="Avenir Book" panose="02000503020000020003" pitchFamily="2" charset="0"/>
              <a:cs typeface="Arial"/>
            </a:endParaRPr>
          </a:p>
        </p:txBody>
      </p:sp>
      <p:pic>
        <p:nvPicPr>
          <p:cNvPr id="10" name="Picture 9">
            <a:extLst>
              <a:ext uri="{FF2B5EF4-FFF2-40B4-BE49-F238E27FC236}">
                <a16:creationId xmlns:a16="http://schemas.microsoft.com/office/drawing/2014/main" id="{12A78D60-C991-AF46-3875-AFC5031EE4D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13298" y="1199214"/>
            <a:ext cx="601093" cy="601093"/>
          </a:xfrm>
          <a:prstGeom prst="rect">
            <a:avLst/>
          </a:prstGeom>
        </p:spPr>
      </p:pic>
      <p:sp>
        <p:nvSpPr>
          <p:cNvPr id="3" name="TextBox 2">
            <a:extLst>
              <a:ext uri="{FF2B5EF4-FFF2-40B4-BE49-F238E27FC236}">
                <a16:creationId xmlns:a16="http://schemas.microsoft.com/office/drawing/2014/main" id="{668A7684-E2ED-941A-B0F8-02B9F6890F71}"/>
              </a:ext>
            </a:extLst>
          </p:cNvPr>
          <p:cNvSpPr txBox="1"/>
          <p:nvPr/>
        </p:nvSpPr>
        <p:spPr>
          <a:xfrm>
            <a:off x="11613712" y="4717970"/>
            <a:ext cx="0" cy="0"/>
          </a:xfrm>
          <a:prstGeom prst="rect">
            <a:avLst/>
          </a:prstGeom>
        </p:spPr>
        <p:txBody>
          <a:bodyPr vert="horz" wrap="none" lIns="201168" tIns="45720" rIns="91440" bIns="45720" rtlCol="0">
            <a:noAutofit/>
          </a:bodyPr>
          <a:lstStyle/>
          <a:p>
            <a:pPr algn="l" defTabSz="529849">
              <a:lnSpc>
                <a:spcPct val="148000"/>
              </a:lnSpc>
              <a:spcBef>
                <a:spcPts val="100"/>
              </a:spcBef>
              <a:spcAft>
                <a:spcPts val="600"/>
              </a:spcAft>
              <a:buClr>
                <a:schemeClr val="accent2"/>
              </a:buClr>
            </a:pPr>
            <a:endParaRPr lang="en-US" sz="2400">
              <a:cs typeface="Arial"/>
            </a:endParaRPr>
          </a:p>
        </p:txBody>
      </p:sp>
      <p:sp>
        <p:nvSpPr>
          <p:cNvPr id="6" name="Forma libre 529">
            <a:extLst>
              <a:ext uri="{FF2B5EF4-FFF2-40B4-BE49-F238E27FC236}">
                <a16:creationId xmlns:a16="http://schemas.microsoft.com/office/drawing/2014/main" id="{5AF3BB27-B713-AB46-4184-1427705065F0}"/>
              </a:ext>
            </a:extLst>
          </p:cNvPr>
          <p:cNvSpPr/>
          <p:nvPr/>
        </p:nvSpPr>
        <p:spPr>
          <a:xfrm>
            <a:off x="9088921" y="1048438"/>
            <a:ext cx="1096179" cy="1096179"/>
          </a:xfrm>
          <a:custGeom>
            <a:avLst/>
            <a:gdLst>
              <a:gd name="connsiteX0" fmla="*/ 109317 w 108978"/>
              <a:gd name="connsiteY0" fmla="*/ 54682 h 108978"/>
              <a:gd name="connsiteX1" fmla="*/ 54682 w 108978"/>
              <a:gd name="connsiteY1" fmla="*/ 109317 h 108978"/>
              <a:gd name="connsiteX2" fmla="*/ 46 w 108978"/>
              <a:gd name="connsiteY2" fmla="*/ 54682 h 108978"/>
              <a:gd name="connsiteX3" fmla="*/ 54682 w 108978"/>
              <a:gd name="connsiteY3" fmla="*/ 46 h 108978"/>
              <a:gd name="connsiteX4" fmla="*/ 54689 w 108978"/>
              <a:gd name="connsiteY4" fmla="*/ 46 h 108978"/>
              <a:gd name="connsiteX5" fmla="*/ 109317 w 108978"/>
              <a:gd name="connsiteY5" fmla="*/ 54674 h 108978"/>
              <a:gd name="connsiteX6" fmla="*/ 109317 w 108978"/>
              <a:gd name="connsiteY6" fmla="*/ 54682 h 108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978" h="108978">
                <a:moveTo>
                  <a:pt x="109317" y="54682"/>
                </a:moveTo>
                <a:cubicBezTo>
                  <a:pt x="109317" y="84856"/>
                  <a:pt x="84856" y="109317"/>
                  <a:pt x="54682" y="109317"/>
                </a:cubicBezTo>
                <a:cubicBezTo>
                  <a:pt x="24507" y="109317"/>
                  <a:pt x="46" y="84856"/>
                  <a:pt x="46" y="54682"/>
                </a:cubicBezTo>
                <a:cubicBezTo>
                  <a:pt x="46" y="24507"/>
                  <a:pt x="24507" y="46"/>
                  <a:pt x="54682" y="46"/>
                </a:cubicBezTo>
                <a:cubicBezTo>
                  <a:pt x="54684" y="46"/>
                  <a:pt x="54687" y="46"/>
                  <a:pt x="54689" y="46"/>
                </a:cubicBezTo>
                <a:cubicBezTo>
                  <a:pt x="84859" y="46"/>
                  <a:pt x="109317" y="24504"/>
                  <a:pt x="109317" y="54674"/>
                </a:cubicBezTo>
                <a:cubicBezTo>
                  <a:pt x="109317" y="54677"/>
                  <a:pt x="109317" y="54679"/>
                  <a:pt x="109317" y="54682"/>
                </a:cubicBezTo>
              </a:path>
            </a:pathLst>
          </a:custGeom>
          <a:solidFill>
            <a:schemeClr val="bg1"/>
          </a:solidFill>
          <a:ln w="767" cap="flat">
            <a:solidFill>
              <a:srgbClr val="821B19"/>
            </a:solidFill>
            <a:prstDash val="solid"/>
            <a:miter/>
          </a:ln>
        </p:spPr>
        <p:txBody>
          <a:bodyPr rtlCol="0" anchor="ctr"/>
          <a:lstStyle/>
          <a:p>
            <a:pPr algn="ctr"/>
            <a:endParaRPr lang="es-MX" sz="2200">
              <a:solidFill>
                <a:schemeClr val="bg1"/>
              </a:solidFill>
              <a:latin typeface="Avenir Book" panose="02000503020000020003" pitchFamily="2" charset="0"/>
              <a:cs typeface="Poppins Medium" pitchFamily="2" charset="77"/>
            </a:endParaRPr>
          </a:p>
        </p:txBody>
      </p:sp>
      <p:pic>
        <p:nvPicPr>
          <p:cNvPr id="14" name="Picture 13">
            <a:extLst>
              <a:ext uri="{FF2B5EF4-FFF2-40B4-BE49-F238E27FC236}">
                <a16:creationId xmlns:a16="http://schemas.microsoft.com/office/drawing/2014/main" id="{49A7D04E-8D44-8E4A-06B1-9061A0E1D1C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336463" y="1295980"/>
            <a:ext cx="601093" cy="601093"/>
          </a:xfrm>
          <a:prstGeom prst="rect">
            <a:avLst/>
          </a:prstGeom>
        </p:spPr>
      </p:pic>
      <p:sp>
        <p:nvSpPr>
          <p:cNvPr id="15" name="TextBox 14">
            <a:extLst>
              <a:ext uri="{FF2B5EF4-FFF2-40B4-BE49-F238E27FC236}">
                <a16:creationId xmlns:a16="http://schemas.microsoft.com/office/drawing/2014/main" id="{C717F2AB-5EE9-4176-DD5D-1694E4793905}"/>
              </a:ext>
            </a:extLst>
          </p:cNvPr>
          <p:cNvSpPr txBox="1"/>
          <p:nvPr/>
        </p:nvSpPr>
        <p:spPr>
          <a:xfrm>
            <a:off x="987552" y="6571488"/>
            <a:ext cx="0" cy="0"/>
          </a:xfrm>
          <a:prstGeom prst="rect">
            <a:avLst/>
          </a:prstGeom>
        </p:spPr>
        <p:txBody>
          <a:bodyPr vert="horz" wrap="none" lIns="201168" tIns="45720" rIns="91440" bIns="45720" rtlCol="0">
            <a:noAutofit/>
          </a:bodyPr>
          <a:lstStyle/>
          <a:p>
            <a:pPr algn="l" defTabSz="529849">
              <a:lnSpc>
                <a:spcPct val="148000"/>
              </a:lnSpc>
              <a:spcBef>
                <a:spcPts val="100"/>
              </a:spcBef>
              <a:spcAft>
                <a:spcPts val="600"/>
              </a:spcAft>
              <a:buClr>
                <a:schemeClr val="accent2"/>
              </a:buClr>
            </a:pPr>
            <a:endParaRPr lang="en-US" sz="2400">
              <a:cs typeface="Arial"/>
            </a:endParaRPr>
          </a:p>
        </p:txBody>
      </p:sp>
      <p:sp>
        <p:nvSpPr>
          <p:cNvPr id="16" name="TextBox 15">
            <a:extLst>
              <a:ext uri="{FF2B5EF4-FFF2-40B4-BE49-F238E27FC236}">
                <a16:creationId xmlns:a16="http://schemas.microsoft.com/office/drawing/2014/main" id="{02B1C35F-ACC8-4E0C-11C8-00085CC55ADD}"/>
              </a:ext>
            </a:extLst>
          </p:cNvPr>
          <p:cNvSpPr txBox="1"/>
          <p:nvPr/>
        </p:nvSpPr>
        <p:spPr>
          <a:xfrm>
            <a:off x="1151164" y="6776357"/>
            <a:ext cx="0" cy="0"/>
          </a:xfrm>
          <a:prstGeom prst="rect">
            <a:avLst/>
          </a:prstGeom>
        </p:spPr>
        <p:txBody>
          <a:bodyPr vert="horz" wrap="none" lIns="201168" tIns="45720" rIns="91440" bIns="45720" rtlCol="0">
            <a:noAutofit/>
          </a:bodyPr>
          <a:lstStyle/>
          <a:p>
            <a:pPr algn="l" defTabSz="529849">
              <a:lnSpc>
                <a:spcPct val="148000"/>
              </a:lnSpc>
              <a:spcBef>
                <a:spcPts val="100"/>
              </a:spcBef>
              <a:spcAft>
                <a:spcPts val="600"/>
              </a:spcAft>
              <a:buClr>
                <a:schemeClr val="accent2"/>
              </a:buClr>
            </a:pPr>
            <a:endParaRPr lang="en-US" sz="2400">
              <a:cs typeface="Arial"/>
            </a:endParaRPr>
          </a:p>
        </p:txBody>
      </p:sp>
      <p:sp>
        <p:nvSpPr>
          <p:cNvPr id="17" name="TextBox 16">
            <a:extLst>
              <a:ext uri="{FF2B5EF4-FFF2-40B4-BE49-F238E27FC236}">
                <a16:creationId xmlns:a16="http://schemas.microsoft.com/office/drawing/2014/main" id="{1115DE2C-63FE-DAA4-C4D6-9B69891BA8AA}"/>
              </a:ext>
            </a:extLst>
          </p:cNvPr>
          <p:cNvSpPr txBox="1"/>
          <p:nvPr/>
        </p:nvSpPr>
        <p:spPr>
          <a:xfrm>
            <a:off x="-424543" y="6780439"/>
            <a:ext cx="0" cy="0"/>
          </a:xfrm>
          <a:prstGeom prst="rect">
            <a:avLst/>
          </a:prstGeom>
        </p:spPr>
        <p:txBody>
          <a:bodyPr vert="horz" wrap="none" lIns="201168" tIns="45720" rIns="91440" bIns="45720" rtlCol="0">
            <a:noAutofit/>
          </a:bodyPr>
          <a:lstStyle/>
          <a:p>
            <a:pPr algn="l" defTabSz="529849">
              <a:lnSpc>
                <a:spcPct val="148000"/>
              </a:lnSpc>
              <a:spcBef>
                <a:spcPts val="100"/>
              </a:spcBef>
              <a:spcAft>
                <a:spcPts val="600"/>
              </a:spcAft>
              <a:buClr>
                <a:schemeClr val="accent2"/>
              </a:buClr>
            </a:pPr>
            <a:endParaRPr lang="en-US" sz="2400">
              <a:cs typeface="Arial"/>
            </a:endParaRPr>
          </a:p>
        </p:txBody>
      </p:sp>
      <p:sp>
        <p:nvSpPr>
          <p:cNvPr id="18" name="TextBox 17">
            <a:extLst>
              <a:ext uri="{FF2B5EF4-FFF2-40B4-BE49-F238E27FC236}">
                <a16:creationId xmlns:a16="http://schemas.microsoft.com/office/drawing/2014/main" id="{FD458413-0717-ECD0-3C6C-B91595CDBF5E}"/>
              </a:ext>
            </a:extLst>
          </p:cNvPr>
          <p:cNvSpPr txBox="1"/>
          <p:nvPr/>
        </p:nvSpPr>
        <p:spPr>
          <a:xfrm>
            <a:off x="608239" y="6302829"/>
            <a:ext cx="0" cy="0"/>
          </a:xfrm>
          <a:prstGeom prst="rect">
            <a:avLst/>
          </a:prstGeom>
        </p:spPr>
        <p:txBody>
          <a:bodyPr vert="horz" wrap="none" lIns="201168" tIns="45720" rIns="91440" bIns="45720" rtlCol="0">
            <a:noAutofit/>
          </a:bodyPr>
          <a:lstStyle/>
          <a:p>
            <a:pPr algn="l" defTabSz="529849">
              <a:lnSpc>
                <a:spcPct val="148000"/>
              </a:lnSpc>
              <a:spcBef>
                <a:spcPts val="100"/>
              </a:spcBef>
              <a:spcAft>
                <a:spcPts val="600"/>
              </a:spcAft>
              <a:buClr>
                <a:schemeClr val="accent2"/>
              </a:buClr>
            </a:pPr>
            <a:endParaRPr lang="en-US" sz="2400">
              <a:cs typeface="Arial"/>
            </a:endParaRPr>
          </a:p>
        </p:txBody>
      </p:sp>
    </p:spTree>
    <p:extLst>
      <p:ext uri="{BB962C8B-B14F-4D97-AF65-F5344CB8AC3E}">
        <p14:creationId xmlns:p14="http://schemas.microsoft.com/office/powerpoint/2010/main" val="1817465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7498B9EE-565A-B5A1-FD59-11336E6551E7}"/>
              </a:ext>
            </a:extLst>
          </p:cNvPr>
          <p:cNvGrpSpPr/>
          <p:nvPr/>
        </p:nvGrpSpPr>
        <p:grpSpPr>
          <a:xfrm>
            <a:off x="393539" y="1203770"/>
            <a:ext cx="2645637" cy="4609319"/>
            <a:chOff x="393539" y="1203770"/>
            <a:chExt cx="2645637" cy="4609319"/>
          </a:xfrm>
        </p:grpSpPr>
        <p:sp>
          <p:nvSpPr>
            <p:cNvPr id="4" name="Rectangle: Rounded Corners 16">
              <a:extLst>
                <a:ext uri="{FF2B5EF4-FFF2-40B4-BE49-F238E27FC236}">
                  <a16:creationId xmlns:a16="http://schemas.microsoft.com/office/drawing/2014/main" id="{DC1D0D4B-F5D8-1475-68C6-625CE211B88E}"/>
                </a:ext>
              </a:extLst>
            </p:cNvPr>
            <p:cNvSpPr/>
            <p:nvPr/>
          </p:nvSpPr>
          <p:spPr>
            <a:xfrm>
              <a:off x="431476" y="1583134"/>
              <a:ext cx="2607700" cy="2095521"/>
            </a:xfrm>
            <a:prstGeom prst="roundRect">
              <a:avLst>
                <a:gd name="adj" fmla="val 6425"/>
              </a:avLst>
            </a:prstGeom>
            <a:gradFill>
              <a:gsLst>
                <a:gs pos="0">
                  <a:srgbClr val="405666">
                    <a:alpha val="85000"/>
                  </a:srgbClr>
                </a:gs>
                <a:gs pos="100000">
                  <a:srgbClr val="FD593D"/>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2" name="Rectangle: Top Corners Rounded 22">
              <a:extLst>
                <a:ext uri="{FF2B5EF4-FFF2-40B4-BE49-F238E27FC236}">
                  <a16:creationId xmlns:a16="http://schemas.microsoft.com/office/drawing/2014/main" id="{FED61A6E-FF07-C797-7FA2-E205E4AFB00A}"/>
                </a:ext>
              </a:extLst>
            </p:cNvPr>
            <p:cNvSpPr/>
            <p:nvPr/>
          </p:nvSpPr>
          <p:spPr>
            <a:xfrm flipV="1">
              <a:off x="528200" y="3678655"/>
              <a:ext cx="2399708" cy="2134434"/>
            </a:xfrm>
            <a:prstGeom prst="round2SameRect">
              <a:avLst>
                <a:gd name="adj1" fmla="val 4610"/>
                <a:gd name="adj2" fmla="val 0"/>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5" name="TextBox 4">
              <a:extLst>
                <a:ext uri="{FF2B5EF4-FFF2-40B4-BE49-F238E27FC236}">
                  <a16:creationId xmlns:a16="http://schemas.microsoft.com/office/drawing/2014/main" id="{5BC1B808-384D-A829-111D-4CE460005759}"/>
                </a:ext>
              </a:extLst>
            </p:cNvPr>
            <p:cNvSpPr txBox="1"/>
            <p:nvPr/>
          </p:nvSpPr>
          <p:spPr>
            <a:xfrm>
              <a:off x="661983" y="3918299"/>
              <a:ext cx="2225219" cy="1661993"/>
            </a:xfrm>
            <a:prstGeom prst="rect">
              <a:avLst/>
            </a:prstGeom>
            <a:noFill/>
          </p:spPr>
          <p:txBody>
            <a:bodyPr wrap="square" lIns="0" tIns="0" rIns="0" bIns="0" rtlCol="0" anchor="ctr">
              <a:spAutoFit/>
            </a:bodyPr>
            <a:lstStyle/>
            <a:p>
              <a:r>
                <a:rPr lang="en-US" sz="1200">
                  <a:latin typeface="Avenir Book"/>
                </a:rPr>
                <a:t>License consumption 339/500 user licenses. During the SOX legacy removal project </a:t>
              </a:r>
              <a:r>
                <a:rPr lang="en-US" sz="1200" b="1">
                  <a:latin typeface="Avenir Book"/>
                </a:rPr>
                <a:t>more &amp; more people</a:t>
              </a:r>
              <a:r>
                <a:rPr lang="en-US" sz="1200">
                  <a:latin typeface="Avenir Book"/>
                </a:rPr>
                <a:t> have been onboarded to CyberArk to start leveraging the solution. </a:t>
              </a:r>
            </a:p>
            <a:p>
              <a:br>
                <a:rPr lang="en-US" sz="1200">
                  <a:latin typeface="Avenir Book"/>
                </a:rPr>
              </a:br>
              <a:r>
                <a:rPr lang="en-US" sz="1200">
                  <a:latin typeface="Avenir Book"/>
                </a:rPr>
                <a:t>11.5k accounts vaulted in the CyberArk.</a:t>
              </a:r>
            </a:p>
          </p:txBody>
        </p:sp>
        <p:sp>
          <p:nvSpPr>
            <p:cNvPr id="6" name="TextBox 5">
              <a:extLst>
                <a:ext uri="{FF2B5EF4-FFF2-40B4-BE49-F238E27FC236}">
                  <a16:creationId xmlns:a16="http://schemas.microsoft.com/office/drawing/2014/main" id="{42B7F015-3E23-D0BE-1869-6AC879DE0BB6}"/>
                </a:ext>
              </a:extLst>
            </p:cNvPr>
            <p:cNvSpPr txBox="1"/>
            <p:nvPr/>
          </p:nvSpPr>
          <p:spPr>
            <a:xfrm>
              <a:off x="818278" y="3125217"/>
              <a:ext cx="1876509" cy="307777"/>
            </a:xfrm>
            <a:prstGeom prst="rect">
              <a:avLst/>
            </a:prstGeom>
            <a:noFill/>
          </p:spPr>
          <p:txBody>
            <a:bodyPr wrap="square" lIns="0" tIns="0" rIns="0" bIns="0" rtlCol="0" anchor="ctr">
              <a:spAutoFit/>
            </a:bodyPr>
            <a:lstStyle/>
            <a:p>
              <a:pPr algn="ctr"/>
              <a:r>
                <a:rPr lang="en-US" sz="2000" b="1">
                  <a:solidFill>
                    <a:schemeClr val="bg1"/>
                  </a:solidFill>
                  <a:effectLst>
                    <a:outerShdw blurRad="50800" dist="38100" dir="5400000" algn="t" rotWithShape="0">
                      <a:prstClr val="black">
                        <a:alpha val="40000"/>
                      </a:prstClr>
                    </a:outerShdw>
                  </a:effectLst>
                  <a:latin typeface="Avenir Book" panose="02000503020000020003" pitchFamily="2" charset="0"/>
                  <a:cs typeface="Calibri" panose="020F0502020204030204" pitchFamily="34" charset="0"/>
                </a:rPr>
                <a:t>200% Increase</a:t>
              </a:r>
            </a:p>
          </p:txBody>
        </p:sp>
        <p:grpSp>
          <p:nvGrpSpPr>
            <p:cNvPr id="28" name="Group 27">
              <a:extLst>
                <a:ext uri="{FF2B5EF4-FFF2-40B4-BE49-F238E27FC236}">
                  <a16:creationId xmlns:a16="http://schemas.microsoft.com/office/drawing/2014/main" id="{295A1814-4829-36F1-17BF-6D7D40779F74}"/>
                </a:ext>
              </a:extLst>
            </p:cNvPr>
            <p:cNvGrpSpPr/>
            <p:nvPr/>
          </p:nvGrpSpPr>
          <p:grpSpPr>
            <a:xfrm>
              <a:off x="1342352" y="1265555"/>
              <a:ext cx="828363" cy="996077"/>
              <a:chOff x="1821009" y="1080357"/>
              <a:chExt cx="1122596" cy="1122596"/>
            </a:xfrm>
          </p:grpSpPr>
          <p:sp>
            <p:nvSpPr>
              <p:cNvPr id="29" name="Arc 28">
                <a:extLst>
                  <a:ext uri="{FF2B5EF4-FFF2-40B4-BE49-F238E27FC236}">
                    <a16:creationId xmlns:a16="http://schemas.microsoft.com/office/drawing/2014/main" id="{0F91BE32-A632-EC9B-59DB-E19E14A2EFF2}"/>
                  </a:ext>
                </a:extLst>
              </p:cNvPr>
              <p:cNvSpPr/>
              <p:nvPr/>
            </p:nvSpPr>
            <p:spPr>
              <a:xfrm flipV="1">
                <a:off x="1821009" y="1080357"/>
                <a:ext cx="1122596" cy="1122596"/>
              </a:xfrm>
              <a:prstGeom prst="arc">
                <a:avLst>
                  <a:gd name="adj1" fmla="val 11917595"/>
                  <a:gd name="adj2" fmla="val 20469157"/>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Avenir Book" panose="02000503020000020003" pitchFamily="2" charset="0"/>
                </a:endParaRPr>
              </a:p>
            </p:txBody>
          </p:sp>
          <p:grpSp>
            <p:nvGrpSpPr>
              <p:cNvPr id="30" name="Group 29">
                <a:extLst>
                  <a:ext uri="{FF2B5EF4-FFF2-40B4-BE49-F238E27FC236}">
                    <a16:creationId xmlns:a16="http://schemas.microsoft.com/office/drawing/2014/main" id="{159C9CBF-BF89-2A34-629B-E264600CD999}"/>
                  </a:ext>
                </a:extLst>
              </p:cNvPr>
              <p:cNvGrpSpPr/>
              <p:nvPr/>
            </p:nvGrpSpPr>
            <p:grpSpPr>
              <a:xfrm>
                <a:off x="1850883" y="1438276"/>
                <a:ext cx="1063066" cy="386076"/>
                <a:chOff x="1850883" y="1589546"/>
                <a:chExt cx="1063066" cy="234805"/>
              </a:xfrm>
            </p:grpSpPr>
            <p:cxnSp>
              <p:nvCxnSpPr>
                <p:cNvPr id="31" name="Straight Connector 30">
                  <a:extLst>
                    <a:ext uri="{FF2B5EF4-FFF2-40B4-BE49-F238E27FC236}">
                      <a16:creationId xmlns:a16="http://schemas.microsoft.com/office/drawing/2014/main" id="{AB31D498-4237-5D1B-95A2-328B7153E956}"/>
                    </a:ext>
                  </a:extLst>
                </p:cNvPr>
                <p:cNvCxnSpPr>
                  <a:cxnSpLocks/>
                </p:cNvCxnSpPr>
                <p:nvPr/>
              </p:nvCxnSpPr>
              <p:spPr>
                <a:xfrm>
                  <a:off x="1850883" y="1589546"/>
                  <a:ext cx="0" cy="23480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647C62C-317A-D5B3-01EB-5052B206675B}"/>
                    </a:ext>
                  </a:extLst>
                </p:cNvPr>
                <p:cNvCxnSpPr>
                  <a:cxnSpLocks/>
                </p:cNvCxnSpPr>
                <p:nvPr/>
              </p:nvCxnSpPr>
              <p:spPr>
                <a:xfrm>
                  <a:off x="2913949" y="1589546"/>
                  <a:ext cx="0" cy="23480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cxnSp>
          <p:nvCxnSpPr>
            <p:cNvPr id="44" name="Straight Connector 43">
              <a:extLst>
                <a:ext uri="{FF2B5EF4-FFF2-40B4-BE49-F238E27FC236}">
                  <a16:creationId xmlns:a16="http://schemas.microsoft.com/office/drawing/2014/main" id="{21F10353-2406-70E9-8E54-0AD26B9CFB53}"/>
                </a:ext>
              </a:extLst>
            </p:cNvPr>
            <p:cNvCxnSpPr/>
            <p:nvPr/>
          </p:nvCxnSpPr>
          <p:spPr>
            <a:xfrm>
              <a:off x="1778066" y="2261633"/>
              <a:ext cx="0" cy="55723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58805AFF-D18A-1967-B0DD-8F0DBFA03C28}"/>
                </a:ext>
              </a:extLst>
            </p:cNvPr>
            <p:cNvSpPr txBox="1"/>
            <p:nvPr/>
          </p:nvSpPr>
          <p:spPr>
            <a:xfrm>
              <a:off x="393539" y="1203770"/>
              <a:ext cx="0" cy="0"/>
            </a:xfrm>
            <a:prstGeom prst="rect">
              <a:avLst/>
            </a:prstGeom>
          </p:spPr>
          <p:txBody>
            <a:bodyPr vert="horz" wrap="none" lIns="0" tIns="0" rIns="0" bIns="0" rtlCol="0">
              <a:noAutofit/>
            </a:bodyPr>
            <a:lstStyle/>
            <a:p>
              <a:pPr marL="0" marR="243840" algn="l">
                <a:lnSpc>
                  <a:spcPct val="148200"/>
                </a:lnSpc>
                <a:spcBef>
                  <a:spcPts val="300"/>
                </a:spcBef>
                <a:spcAft>
                  <a:spcPts val="600"/>
                </a:spcAft>
              </a:pPr>
              <a:endParaRPr lang="en-US" sz="900" err="1">
                <a:solidFill>
                  <a:srgbClr val="6D6E71"/>
                </a:solidFill>
                <a:latin typeface="Avenir Book" panose="02000503020000020003" pitchFamily="2" charset="0"/>
                <a:cs typeface="Arial"/>
              </a:endParaRPr>
            </a:p>
          </p:txBody>
        </p:sp>
      </p:grpSp>
      <p:sp>
        <p:nvSpPr>
          <p:cNvPr id="121" name="Title 1">
            <a:extLst>
              <a:ext uri="{FF2B5EF4-FFF2-40B4-BE49-F238E27FC236}">
                <a16:creationId xmlns:a16="http://schemas.microsoft.com/office/drawing/2014/main" id="{7E7CDF9C-A3F9-5657-2CD3-B9FE7BD5A6B9}"/>
              </a:ext>
            </a:extLst>
          </p:cNvPr>
          <p:cNvSpPr txBox="1">
            <a:spLocks/>
          </p:cNvSpPr>
          <p:nvPr/>
        </p:nvSpPr>
        <p:spPr>
          <a:xfrm>
            <a:off x="374712" y="494330"/>
            <a:ext cx="10728325" cy="1050925"/>
          </a:xfrm>
          <a:prstGeom prst="rect">
            <a:avLst/>
          </a:prstGeom>
        </p:spPr>
        <p:txBody>
          <a:bodyPr vert="horz" lIns="0" tIns="182880" rIns="228600" bIns="45720" rtlCol="0" anchor="ctr">
            <a:noAutofit/>
          </a:bodyPr>
          <a:lstStyle>
            <a:lvl1pPr marL="201700" indent="-201700" algn="l" defTabSz="529849" rtl="0" eaLnBrk="1" latinLnBrk="0" hangingPunct="1">
              <a:lnSpc>
                <a:spcPts val="3000"/>
              </a:lnSpc>
              <a:spcBef>
                <a:spcPct val="0"/>
              </a:spcBef>
              <a:buSzPct val="102000"/>
              <a:buFontTx/>
              <a:buBlip>
                <a:blip r:embed="rId2"/>
              </a:buBlip>
              <a:tabLst/>
              <a:defRPr sz="2800" b="1" i="0" kern="1200" baseline="0">
                <a:solidFill>
                  <a:schemeClr val="bg1"/>
                </a:solidFill>
                <a:latin typeface="Avenir Heavy" panose="02000503020000020003" pitchFamily="2" charset="0"/>
                <a:ea typeface="+mj-ea"/>
                <a:cs typeface="+mj-cs"/>
              </a:defRPr>
            </a:lvl1pPr>
          </a:lstStyle>
          <a:p>
            <a:r>
              <a:rPr kumimoji="0" lang="en-US" sz="2800" b="1" i="0" u="none" strike="noStrike" kern="1200" cap="none" spc="0" normalizeH="0" baseline="0" noProof="0">
                <a:ln>
                  <a:noFill/>
                </a:ln>
                <a:solidFill>
                  <a:srgbClr val="CC412F"/>
                </a:solidFill>
                <a:effectLst/>
                <a:uLnTx/>
                <a:uFillTx/>
                <a:latin typeface="Avenir Heavy" panose="02000503020000020003" pitchFamily="2" charset="0"/>
                <a:ea typeface="+mj-ea"/>
                <a:cs typeface="+mj-cs"/>
              </a:rPr>
              <a:t>CyberArk Overview</a:t>
            </a:r>
          </a:p>
          <a:p>
            <a:pPr marL="0" indent="0">
              <a:buNone/>
            </a:pPr>
            <a:endParaRPr lang="en-US">
              <a:solidFill>
                <a:srgbClr val="69686A"/>
              </a:solidFill>
              <a:latin typeface="+mn-lt"/>
              <a:ea typeface="+mn-ea"/>
              <a:cs typeface="Arial"/>
            </a:endParaRPr>
          </a:p>
        </p:txBody>
      </p:sp>
      <p:grpSp>
        <p:nvGrpSpPr>
          <p:cNvPr id="8" name="Group 7">
            <a:extLst>
              <a:ext uri="{FF2B5EF4-FFF2-40B4-BE49-F238E27FC236}">
                <a16:creationId xmlns:a16="http://schemas.microsoft.com/office/drawing/2014/main" id="{28E06010-DC6B-2328-6970-75A5CEEF07F0}"/>
              </a:ext>
            </a:extLst>
          </p:cNvPr>
          <p:cNvGrpSpPr/>
          <p:nvPr/>
        </p:nvGrpSpPr>
        <p:grpSpPr>
          <a:xfrm>
            <a:off x="3296584" y="1265555"/>
            <a:ext cx="2607700" cy="4547534"/>
            <a:chOff x="3296584" y="1265555"/>
            <a:chExt cx="2607700" cy="4547534"/>
          </a:xfrm>
        </p:grpSpPr>
        <p:sp>
          <p:nvSpPr>
            <p:cNvPr id="56" name="Rectangle: Top Corners Rounded 22">
              <a:extLst>
                <a:ext uri="{FF2B5EF4-FFF2-40B4-BE49-F238E27FC236}">
                  <a16:creationId xmlns:a16="http://schemas.microsoft.com/office/drawing/2014/main" id="{4A226560-82A8-40FA-8CD4-2AE5FAF845AD}"/>
                </a:ext>
              </a:extLst>
            </p:cNvPr>
            <p:cNvSpPr/>
            <p:nvPr/>
          </p:nvSpPr>
          <p:spPr>
            <a:xfrm flipV="1">
              <a:off x="3393308" y="3678655"/>
              <a:ext cx="2399708" cy="2134434"/>
            </a:xfrm>
            <a:prstGeom prst="round2SameRect">
              <a:avLst>
                <a:gd name="adj1" fmla="val 4610"/>
                <a:gd name="adj2" fmla="val 0"/>
              </a:avLst>
            </a:prstGeom>
            <a:solidFill>
              <a:srgbClr val="FFFFFF"/>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57" name="Rectangle: Rounded Corners 16">
              <a:extLst>
                <a:ext uri="{FF2B5EF4-FFF2-40B4-BE49-F238E27FC236}">
                  <a16:creationId xmlns:a16="http://schemas.microsoft.com/office/drawing/2014/main" id="{4B12F0CF-4D2F-94C0-5560-F00B40E0D362}"/>
                </a:ext>
              </a:extLst>
            </p:cNvPr>
            <p:cNvSpPr/>
            <p:nvPr/>
          </p:nvSpPr>
          <p:spPr>
            <a:xfrm>
              <a:off x="3296584" y="1583134"/>
              <a:ext cx="2607700" cy="2095521"/>
            </a:xfrm>
            <a:prstGeom prst="roundRect">
              <a:avLst>
                <a:gd name="adj" fmla="val 6425"/>
              </a:avLst>
            </a:prstGeom>
            <a:gradFill>
              <a:gsLst>
                <a:gs pos="0">
                  <a:srgbClr val="405666">
                    <a:alpha val="85000"/>
                  </a:srgbClr>
                </a:gs>
                <a:gs pos="100000">
                  <a:srgbClr val="FD593D"/>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58" name="TextBox 57">
              <a:extLst>
                <a:ext uri="{FF2B5EF4-FFF2-40B4-BE49-F238E27FC236}">
                  <a16:creationId xmlns:a16="http://schemas.microsoft.com/office/drawing/2014/main" id="{85D95FCE-0922-6F29-C074-00EAB49782A0}"/>
                </a:ext>
              </a:extLst>
            </p:cNvPr>
            <p:cNvSpPr txBox="1"/>
            <p:nvPr/>
          </p:nvSpPr>
          <p:spPr>
            <a:xfrm>
              <a:off x="3461996" y="3797006"/>
              <a:ext cx="2276879" cy="1661993"/>
            </a:xfrm>
            <a:prstGeom prst="rect">
              <a:avLst/>
            </a:prstGeom>
            <a:noFill/>
          </p:spPr>
          <p:txBody>
            <a:bodyPr wrap="square" lIns="0" tIns="0" rIns="0" bIns="0" rtlCol="0" anchor="ctr">
              <a:spAutoFit/>
            </a:bodyPr>
            <a:lstStyle/>
            <a:p>
              <a:r>
                <a:rPr lang="en-US" sz="1200">
                  <a:latin typeface="Avenir Book"/>
                </a:rPr>
                <a:t>Requests were accurately resolved with 0.1% error rate</a:t>
              </a:r>
            </a:p>
            <a:p>
              <a:endParaRPr lang="en-US" sz="1200">
                <a:latin typeface="Avenir Book" panose="02000503020000020003" pitchFamily="2" charset="0"/>
              </a:endParaRPr>
            </a:p>
            <a:p>
              <a:endParaRPr lang="en-IN" sz="1200">
                <a:latin typeface="Avenir Book" panose="02000503020000020003" pitchFamily="2" charset="0"/>
              </a:endParaRPr>
            </a:p>
            <a:p>
              <a:r>
                <a:rPr lang="en-IN" sz="1200">
                  <a:latin typeface="Avenir Book"/>
                </a:rPr>
                <a:t>100% high availability of CyberArk – No ‘true' P1/Vault Down scenarios (unplanned) throughout the course of the year</a:t>
              </a:r>
              <a:endParaRPr lang="en-US" sz="1200">
                <a:latin typeface="Avenir Book"/>
              </a:endParaRPr>
            </a:p>
          </p:txBody>
        </p:sp>
        <p:sp>
          <p:nvSpPr>
            <p:cNvPr id="59" name="TextBox 58">
              <a:extLst>
                <a:ext uri="{FF2B5EF4-FFF2-40B4-BE49-F238E27FC236}">
                  <a16:creationId xmlns:a16="http://schemas.microsoft.com/office/drawing/2014/main" id="{5BEADA9D-DA76-7F49-334D-881DDBD0F55D}"/>
                </a:ext>
              </a:extLst>
            </p:cNvPr>
            <p:cNvSpPr txBox="1"/>
            <p:nvPr/>
          </p:nvSpPr>
          <p:spPr>
            <a:xfrm>
              <a:off x="3683386" y="3104153"/>
              <a:ext cx="1876509" cy="307777"/>
            </a:xfrm>
            <a:prstGeom prst="rect">
              <a:avLst/>
            </a:prstGeom>
            <a:noFill/>
          </p:spPr>
          <p:txBody>
            <a:bodyPr wrap="square" lIns="0" tIns="0" rIns="0" bIns="0" rtlCol="0" anchor="ctr">
              <a:spAutoFit/>
            </a:bodyPr>
            <a:lstStyle/>
            <a:p>
              <a:pPr algn="ctr"/>
              <a:r>
                <a:rPr lang="en-US" sz="2000" b="1">
                  <a:solidFill>
                    <a:schemeClr val="bg1"/>
                  </a:solidFill>
                  <a:effectLst>
                    <a:outerShdw blurRad="50800" dist="38100" dir="5400000" algn="t" rotWithShape="0">
                      <a:prstClr val="black">
                        <a:alpha val="40000"/>
                      </a:prstClr>
                    </a:outerShdw>
                  </a:effectLst>
                  <a:latin typeface="Avenir Book" panose="02000503020000020003" pitchFamily="2" charset="0"/>
                  <a:cs typeface="Calibri" panose="020F0502020204030204" pitchFamily="34" charset="0"/>
                </a:rPr>
                <a:t>99.9% Accuracy</a:t>
              </a:r>
            </a:p>
          </p:txBody>
        </p:sp>
        <p:grpSp>
          <p:nvGrpSpPr>
            <p:cNvPr id="61" name="Group 60">
              <a:extLst>
                <a:ext uri="{FF2B5EF4-FFF2-40B4-BE49-F238E27FC236}">
                  <a16:creationId xmlns:a16="http://schemas.microsoft.com/office/drawing/2014/main" id="{78AE955A-37FD-D604-AF63-A3441DFB38FA}"/>
                </a:ext>
              </a:extLst>
            </p:cNvPr>
            <p:cNvGrpSpPr/>
            <p:nvPr/>
          </p:nvGrpSpPr>
          <p:grpSpPr>
            <a:xfrm>
              <a:off x="4207460" y="1265555"/>
              <a:ext cx="828363" cy="996077"/>
              <a:chOff x="1821009" y="1080357"/>
              <a:chExt cx="1122596" cy="1122596"/>
            </a:xfrm>
          </p:grpSpPr>
          <p:sp>
            <p:nvSpPr>
              <p:cNvPr id="65" name="Arc 64">
                <a:extLst>
                  <a:ext uri="{FF2B5EF4-FFF2-40B4-BE49-F238E27FC236}">
                    <a16:creationId xmlns:a16="http://schemas.microsoft.com/office/drawing/2014/main" id="{1707B5E1-9863-3359-6DCD-A81F4D5A3F8E}"/>
                  </a:ext>
                </a:extLst>
              </p:cNvPr>
              <p:cNvSpPr/>
              <p:nvPr/>
            </p:nvSpPr>
            <p:spPr>
              <a:xfrm flipV="1">
                <a:off x="1821009" y="1080357"/>
                <a:ext cx="1122596" cy="1122596"/>
              </a:xfrm>
              <a:prstGeom prst="arc">
                <a:avLst>
                  <a:gd name="adj1" fmla="val 11917595"/>
                  <a:gd name="adj2" fmla="val 20469157"/>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Avenir Book" panose="02000503020000020003" pitchFamily="2" charset="0"/>
                </a:endParaRPr>
              </a:p>
            </p:txBody>
          </p:sp>
          <p:grpSp>
            <p:nvGrpSpPr>
              <p:cNvPr id="66" name="Group 65">
                <a:extLst>
                  <a:ext uri="{FF2B5EF4-FFF2-40B4-BE49-F238E27FC236}">
                    <a16:creationId xmlns:a16="http://schemas.microsoft.com/office/drawing/2014/main" id="{9DB2765C-49AE-00FA-E834-6495CACA30EA}"/>
                  </a:ext>
                </a:extLst>
              </p:cNvPr>
              <p:cNvGrpSpPr/>
              <p:nvPr/>
            </p:nvGrpSpPr>
            <p:grpSpPr>
              <a:xfrm>
                <a:off x="1850883" y="1438276"/>
                <a:ext cx="1063066" cy="386076"/>
                <a:chOff x="1850883" y="1589546"/>
                <a:chExt cx="1063066" cy="234805"/>
              </a:xfrm>
            </p:grpSpPr>
            <p:cxnSp>
              <p:nvCxnSpPr>
                <p:cNvPr id="67" name="Straight Connector 66">
                  <a:extLst>
                    <a:ext uri="{FF2B5EF4-FFF2-40B4-BE49-F238E27FC236}">
                      <a16:creationId xmlns:a16="http://schemas.microsoft.com/office/drawing/2014/main" id="{89FF4B4C-5EA9-F339-7D33-94095EE59227}"/>
                    </a:ext>
                  </a:extLst>
                </p:cNvPr>
                <p:cNvCxnSpPr>
                  <a:cxnSpLocks/>
                </p:cNvCxnSpPr>
                <p:nvPr/>
              </p:nvCxnSpPr>
              <p:spPr>
                <a:xfrm>
                  <a:off x="1850883" y="1589546"/>
                  <a:ext cx="0" cy="23480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9E5232C2-81B4-EFDB-F51F-1E371B82B363}"/>
                    </a:ext>
                  </a:extLst>
                </p:cNvPr>
                <p:cNvCxnSpPr>
                  <a:cxnSpLocks/>
                </p:cNvCxnSpPr>
                <p:nvPr/>
              </p:nvCxnSpPr>
              <p:spPr>
                <a:xfrm>
                  <a:off x="2913949" y="1589546"/>
                  <a:ext cx="0" cy="23480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cxnSp>
          <p:nvCxnSpPr>
            <p:cNvPr id="10" name="Straight Connector 9">
              <a:extLst>
                <a:ext uri="{FF2B5EF4-FFF2-40B4-BE49-F238E27FC236}">
                  <a16:creationId xmlns:a16="http://schemas.microsoft.com/office/drawing/2014/main" id="{426F22A5-0700-65BF-9EB5-0AFA8A351D5C}"/>
                </a:ext>
              </a:extLst>
            </p:cNvPr>
            <p:cNvCxnSpPr/>
            <p:nvPr/>
          </p:nvCxnSpPr>
          <p:spPr>
            <a:xfrm>
              <a:off x="4621639" y="2264656"/>
              <a:ext cx="0" cy="55723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8" name="Group 17">
            <a:extLst>
              <a:ext uri="{FF2B5EF4-FFF2-40B4-BE49-F238E27FC236}">
                <a16:creationId xmlns:a16="http://schemas.microsoft.com/office/drawing/2014/main" id="{58B07665-2C56-CEBF-DD6B-23609CEF9053}"/>
              </a:ext>
            </a:extLst>
          </p:cNvPr>
          <p:cNvGrpSpPr/>
          <p:nvPr/>
        </p:nvGrpSpPr>
        <p:grpSpPr>
          <a:xfrm>
            <a:off x="6163012" y="1265555"/>
            <a:ext cx="2618749" cy="5173371"/>
            <a:chOff x="6163012" y="1265555"/>
            <a:chExt cx="2618749" cy="5173371"/>
          </a:xfrm>
        </p:grpSpPr>
        <p:sp>
          <p:nvSpPr>
            <p:cNvPr id="72" name="Rectangle: Top Corners Rounded 22">
              <a:extLst>
                <a:ext uri="{FF2B5EF4-FFF2-40B4-BE49-F238E27FC236}">
                  <a16:creationId xmlns:a16="http://schemas.microsoft.com/office/drawing/2014/main" id="{44F57ACD-4399-5CB4-80F1-3B7C18E89A9E}"/>
                </a:ext>
              </a:extLst>
            </p:cNvPr>
            <p:cNvSpPr/>
            <p:nvPr/>
          </p:nvSpPr>
          <p:spPr>
            <a:xfrm flipV="1">
              <a:off x="6259736" y="3678655"/>
              <a:ext cx="2399708" cy="2134434"/>
            </a:xfrm>
            <a:prstGeom prst="round2SameRect">
              <a:avLst>
                <a:gd name="adj1" fmla="val 4610"/>
                <a:gd name="adj2" fmla="val 0"/>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73" name="Rectangle: Rounded Corners 16">
              <a:extLst>
                <a:ext uri="{FF2B5EF4-FFF2-40B4-BE49-F238E27FC236}">
                  <a16:creationId xmlns:a16="http://schemas.microsoft.com/office/drawing/2014/main" id="{005B4514-D6AE-3C06-2464-3522BB970F70}"/>
                </a:ext>
              </a:extLst>
            </p:cNvPr>
            <p:cNvSpPr/>
            <p:nvPr/>
          </p:nvSpPr>
          <p:spPr>
            <a:xfrm>
              <a:off x="6163012" y="1583134"/>
              <a:ext cx="2607700" cy="2095521"/>
            </a:xfrm>
            <a:prstGeom prst="roundRect">
              <a:avLst>
                <a:gd name="adj" fmla="val 6425"/>
              </a:avLst>
            </a:prstGeom>
            <a:gradFill>
              <a:gsLst>
                <a:gs pos="0">
                  <a:srgbClr val="405666">
                    <a:alpha val="85000"/>
                  </a:srgbClr>
                </a:gs>
                <a:gs pos="100000">
                  <a:srgbClr val="FD593D"/>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74" name="TextBox 73">
              <a:extLst>
                <a:ext uri="{FF2B5EF4-FFF2-40B4-BE49-F238E27FC236}">
                  <a16:creationId xmlns:a16="http://schemas.microsoft.com/office/drawing/2014/main" id="{60364C4E-2A11-4F50-D9D0-6B64156FA034}"/>
                </a:ext>
              </a:extLst>
            </p:cNvPr>
            <p:cNvSpPr txBox="1"/>
            <p:nvPr/>
          </p:nvSpPr>
          <p:spPr>
            <a:xfrm>
              <a:off x="6329420" y="3668937"/>
              <a:ext cx="2317298" cy="2769989"/>
            </a:xfrm>
            <a:prstGeom prst="rect">
              <a:avLst/>
            </a:prstGeom>
            <a:noFill/>
          </p:spPr>
          <p:txBody>
            <a:bodyPr wrap="square" lIns="0" tIns="0" rIns="0" bIns="0" rtlCol="0" anchor="ctr">
              <a:spAutoFit/>
            </a:bodyPr>
            <a:lstStyle/>
            <a:p>
              <a:r>
                <a:rPr lang="en-US" sz="1200">
                  <a:latin typeface="Avenir Book"/>
                </a:rPr>
                <a:t>Over 90% of tickets were resolved from a technical POV on the same day and the rest within the agreed SLA.</a:t>
              </a:r>
            </a:p>
            <a:p>
              <a:endParaRPr lang="en-US" sz="1200">
                <a:latin typeface="Avenir Book"/>
              </a:endParaRPr>
            </a:p>
            <a:p>
              <a:r>
                <a:rPr lang="en-IN" sz="1200">
                  <a:latin typeface="Avenir Book"/>
                </a:rPr>
                <a:t>5 CyberArk Security Bulletins (Upgrade - Critical &amp; High) were  applied within the agreed SLA i.e., &lt;7 days and 30 days, respectively.</a:t>
              </a:r>
              <a:endParaRPr lang="en-US" sz="1200">
                <a:latin typeface="Avenir Book"/>
              </a:endParaRPr>
            </a:p>
            <a:p>
              <a:endParaRPr lang="en-IN" sz="1200">
                <a:latin typeface="Avenir Book"/>
              </a:endParaRPr>
            </a:p>
            <a:p>
              <a:endParaRPr lang="en-IN" sz="1200">
                <a:latin typeface="Avenir Book"/>
              </a:endParaRPr>
            </a:p>
            <a:p>
              <a:endParaRPr lang="en-IN" sz="1200">
                <a:latin typeface="Avenir Book" panose="02000503020000020003" pitchFamily="2" charset="0"/>
              </a:endParaRPr>
            </a:p>
            <a:p>
              <a:endParaRPr lang="en-IN" sz="1200">
                <a:latin typeface="Avenir Book" panose="02000503020000020003" pitchFamily="2" charset="0"/>
              </a:endParaRPr>
            </a:p>
            <a:p>
              <a:endParaRPr lang="en-IN" sz="1200">
                <a:latin typeface="Avenir Book" panose="02000503020000020003" pitchFamily="2" charset="0"/>
              </a:endParaRPr>
            </a:p>
          </p:txBody>
        </p:sp>
        <p:sp>
          <p:nvSpPr>
            <p:cNvPr id="75" name="TextBox 74">
              <a:extLst>
                <a:ext uri="{FF2B5EF4-FFF2-40B4-BE49-F238E27FC236}">
                  <a16:creationId xmlns:a16="http://schemas.microsoft.com/office/drawing/2014/main" id="{551BBFA4-5EBD-B071-48CD-5D610DF3114B}"/>
                </a:ext>
              </a:extLst>
            </p:cNvPr>
            <p:cNvSpPr txBox="1"/>
            <p:nvPr/>
          </p:nvSpPr>
          <p:spPr>
            <a:xfrm>
              <a:off x="6174066" y="2965888"/>
              <a:ext cx="2607695" cy="615553"/>
            </a:xfrm>
            <a:prstGeom prst="rect">
              <a:avLst/>
            </a:prstGeom>
            <a:noFill/>
          </p:spPr>
          <p:txBody>
            <a:bodyPr wrap="square" lIns="0" tIns="0" rIns="0" bIns="0" rtlCol="0" anchor="ctr">
              <a:spAutoFit/>
            </a:bodyPr>
            <a:lstStyle/>
            <a:p>
              <a:pPr algn="ctr"/>
              <a:r>
                <a:rPr lang="en-US" sz="2000" b="1">
                  <a:solidFill>
                    <a:schemeClr val="bg1"/>
                  </a:solidFill>
                  <a:effectLst>
                    <a:outerShdw blurRad="50800" dist="38100" dir="5400000" algn="t" rotWithShape="0">
                      <a:prstClr val="black">
                        <a:alpha val="40000"/>
                      </a:prstClr>
                    </a:outerShdw>
                  </a:effectLst>
                  <a:latin typeface="Avenir Book" panose="02000503020000020003" pitchFamily="2" charset="0"/>
                  <a:cs typeface="Calibri" panose="020F0502020204030204" pitchFamily="34" charset="0"/>
                </a:rPr>
                <a:t>100% SLA </a:t>
              </a:r>
            </a:p>
            <a:p>
              <a:pPr algn="ctr"/>
              <a:r>
                <a:rPr lang="en-US" sz="2000" b="1">
                  <a:solidFill>
                    <a:schemeClr val="bg1"/>
                  </a:solidFill>
                  <a:effectLst>
                    <a:outerShdw blurRad="50800" dist="38100" dir="5400000" algn="t" rotWithShape="0">
                      <a:prstClr val="black">
                        <a:alpha val="40000"/>
                      </a:prstClr>
                    </a:outerShdw>
                  </a:effectLst>
                  <a:latin typeface="Avenir Book" panose="02000503020000020003" pitchFamily="2" charset="0"/>
                  <a:cs typeface="Calibri" panose="020F0502020204030204" pitchFamily="34" charset="0"/>
                </a:rPr>
                <a:t>Compliant</a:t>
              </a:r>
            </a:p>
          </p:txBody>
        </p:sp>
        <p:grpSp>
          <p:nvGrpSpPr>
            <p:cNvPr id="77" name="Group 76">
              <a:extLst>
                <a:ext uri="{FF2B5EF4-FFF2-40B4-BE49-F238E27FC236}">
                  <a16:creationId xmlns:a16="http://schemas.microsoft.com/office/drawing/2014/main" id="{DFE1865D-B58F-CD23-F3DC-99A007F3A1AE}"/>
                </a:ext>
              </a:extLst>
            </p:cNvPr>
            <p:cNvGrpSpPr/>
            <p:nvPr/>
          </p:nvGrpSpPr>
          <p:grpSpPr>
            <a:xfrm>
              <a:off x="7073888" y="1265555"/>
              <a:ext cx="828363" cy="996077"/>
              <a:chOff x="1821009" y="1080357"/>
              <a:chExt cx="1122596" cy="1122596"/>
            </a:xfrm>
          </p:grpSpPr>
          <p:sp>
            <p:nvSpPr>
              <p:cNvPr id="81" name="Arc 80">
                <a:extLst>
                  <a:ext uri="{FF2B5EF4-FFF2-40B4-BE49-F238E27FC236}">
                    <a16:creationId xmlns:a16="http://schemas.microsoft.com/office/drawing/2014/main" id="{365A7B44-34C8-2C39-B68D-55AF206153A7}"/>
                  </a:ext>
                </a:extLst>
              </p:cNvPr>
              <p:cNvSpPr/>
              <p:nvPr/>
            </p:nvSpPr>
            <p:spPr>
              <a:xfrm flipV="1">
                <a:off x="1821009" y="1080357"/>
                <a:ext cx="1122596" cy="1122596"/>
              </a:xfrm>
              <a:prstGeom prst="arc">
                <a:avLst>
                  <a:gd name="adj1" fmla="val 11917595"/>
                  <a:gd name="adj2" fmla="val 20469157"/>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Avenir Book" panose="02000503020000020003" pitchFamily="2" charset="0"/>
                </a:endParaRPr>
              </a:p>
            </p:txBody>
          </p:sp>
          <p:grpSp>
            <p:nvGrpSpPr>
              <p:cNvPr id="82" name="Group 81">
                <a:extLst>
                  <a:ext uri="{FF2B5EF4-FFF2-40B4-BE49-F238E27FC236}">
                    <a16:creationId xmlns:a16="http://schemas.microsoft.com/office/drawing/2014/main" id="{486256C2-B843-979B-06F5-EF640AF1401C}"/>
                  </a:ext>
                </a:extLst>
              </p:cNvPr>
              <p:cNvGrpSpPr/>
              <p:nvPr/>
            </p:nvGrpSpPr>
            <p:grpSpPr>
              <a:xfrm>
                <a:off x="1850883" y="1438276"/>
                <a:ext cx="1063066" cy="386076"/>
                <a:chOff x="1850883" y="1589546"/>
                <a:chExt cx="1063066" cy="234805"/>
              </a:xfrm>
            </p:grpSpPr>
            <p:cxnSp>
              <p:nvCxnSpPr>
                <p:cNvPr id="83" name="Straight Connector 82">
                  <a:extLst>
                    <a:ext uri="{FF2B5EF4-FFF2-40B4-BE49-F238E27FC236}">
                      <a16:creationId xmlns:a16="http://schemas.microsoft.com/office/drawing/2014/main" id="{EBD8041C-4BD5-973A-0658-E8C188945B8E}"/>
                    </a:ext>
                  </a:extLst>
                </p:cNvPr>
                <p:cNvCxnSpPr>
                  <a:cxnSpLocks/>
                </p:cNvCxnSpPr>
                <p:nvPr/>
              </p:nvCxnSpPr>
              <p:spPr>
                <a:xfrm>
                  <a:off x="1850883" y="1589546"/>
                  <a:ext cx="0" cy="23480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84B2D3D-8FA1-E2AE-FF44-42A5E9C1B3E2}"/>
                    </a:ext>
                  </a:extLst>
                </p:cNvPr>
                <p:cNvCxnSpPr>
                  <a:cxnSpLocks/>
                </p:cNvCxnSpPr>
                <p:nvPr/>
              </p:nvCxnSpPr>
              <p:spPr>
                <a:xfrm>
                  <a:off x="2913949" y="1589546"/>
                  <a:ext cx="0" cy="23480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cxnSp>
          <p:nvCxnSpPr>
            <p:cNvPr id="13" name="Straight Connector 12">
              <a:extLst>
                <a:ext uri="{FF2B5EF4-FFF2-40B4-BE49-F238E27FC236}">
                  <a16:creationId xmlns:a16="http://schemas.microsoft.com/office/drawing/2014/main" id="{FC1C5C9D-5673-189A-4AC3-95189AD01EF5}"/>
                </a:ext>
              </a:extLst>
            </p:cNvPr>
            <p:cNvCxnSpPr/>
            <p:nvPr/>
          </p:nvCxnSpPr>
          <p:spPr>
            <a:xfrm>
              <a:off x="7503564" y="2270083"/>
              <a:ext cx="0" cy="55723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CDC37452-E501-B733-7AD6-D7FE3D4D3297}"/>
              </a:ext>
            </a:extLst>
          </p:cNvPr>
          <p:cNvGrpSpPr/>
          <p:nvPr/>
        </p:nvGrpSpPr>
        <p:grpSpPr>
          <a:xfrm>
            <a:off x="9056100" y="1265555"/>
            <a:ext cx="2607700" cy="4763839"/>
            <a:chOff x="9056100" y="1265555"/>
            <a:chExt cx="2607700" cy="4763839"/>
          </a:xfrm>
        </p:grpSpPr>
        <p:sp>
          <p:nvSpPr>
            <p:cNvPr id="88" name="Rectangle: Top Corners Rounded 22">
              <a:extLst>
                <a:ext uri="{FF2B5EF4-FFF2-40B4-BE49-F238E27FC236}">
                  <a16:creationId xmlns:a16="http://schemas.microsoft.com/office/drawing/2014/main" id="{79E5B403-ECD3-DD1E-9268-85F4C0D9D427}"/>
                </a:ext>
              </a:extLst>
            </p:cNvPr>
            <p:cNvSpPr/>
            <p:nvPr/>
          </p:nvSpPr>
          <p:spPr>
            <a:xfrm flipV="1">
              <a:off x="9152824" y="3678655"/>
              <a:ext cx="2399708" cy="2134434"/>
            </a:xfrm>
            <a:prstGeom prst="round2SameRect">
              <a:avLst>
                <a:gd name="adj1" fmla="val 4610"/>
                <a:gd name="adj2" fmla="val 0"/>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89" name="Rectangle: Rounded Corners 16">
              <a:extLst>
                <a:ext uri="{FF2B5EF4-FFF2-40B4-BE49-F238E27FC236}">
                  <a16:creationId xmlns:a16="http://schemas.microsoft.com/office/drawing/2014/main" id="{0144B8B2-EE14-C855-0E6A-403137FB0805}"/>
                </a:ext>
              </a:extLst>
            </p:cNvPr>
            <p:cNvSpPr/>
            <p:nvPr/>
          </p:nvSpPr>
          <p:spPr>
            <a:xfrm>
              <a:off x="9056100" y="1583134"/>
              <a:ext cx="2607700" cy="2095521"/>
            </a:xfrm>
            <a:prstGeom prst="roundRect">
              <a:avLst>
                <a:gd name="adj" fmla="val 6425"/>
              </a:avLst>
            </a:prstGeom>
            <a:gradFill>
              <a:gsLst>
                <a:gs pos="0">
                  <a:srgbClr val="405666">
                    <a:alpha val="85000"/>
                  </a:srgbClr>
                </a:gs>
                <a:gs pos="100000">
                  <a:srgbClr val="FD593D"/>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90" name="TextBox 89">
              <a:extLst>
                <a:ext uri="{FF2B5EF4-FFF2-40B4-BE49-F238E27FC236}">
                  <a16:creationId xmlns:a16="http://schemas.microsoft.com/office/drawing/2014/main" id="{1C7B275B-37B6-2FB9-282B-FE2B5F88E8A8}"/>
                </a:ext>
              </a:extLst>
            </p:cNvPr>
            <p:cNvSpPr txBox="1"/>
            <p:nvPr/>
          </p:nvSpPr>
          <p:spPr>
            <a:xfrm>
              <a:off x="9237432" y="3628737"/>
              <a:ext cx="2201602" cy="2400657"/>
            </a:xfrm>
            <a:prstGeom prst="rect">
              <a:avLst/>
            </a:prstGeom>
            <a:noFill/>
          </p:spPr>
          <p:txBody>
            <a:bodyPr wrap="square" lIns="0" tIns="0" rIns="0" bIns="0" rtlCol="0" anchor="ctr">
              <a:spAutoFit/>
            </a:bodyPr>
            <a:lstStyle/>
            <a:p>
              <a:endParaRPr lang="en-US" sz="1200">
                <a:latin typeface="Avenir Book" panose="02000503020000020003" pitchFamily="2" charset="0"/>
              </a:endParaRPr>
            </a:p>
            <a:p>
              <a:r>
                <a:rPr lang="en-US" sz="1200">
                  <a:latin typeface="Avenir Book"/>
                </a:rPr>
                <a:t>Currently managing CyberArk Infra Core PAS – 18 Production instances &amp; 11 Non-Production instances.</a:t>
              </a:r>
              <a:endParaRPr lang="en-US" sz="1200">
                <a:latin typeface="Avenir Book" panose="02000503020000020003" pitchFamily="2" charset="0"/>
              </a:endParaRPr>
            </a:p>
            <a:p>
              <a:endParaRPr lang="en-US" sz="1200">
                <a:latin typeface="Avenir Book" panose="02000503020000020003" pitchFamily="2" charset="0"/>
              </a:endParaRPr>
            </a:p>
            <a:p>
              <a:r>
                <a:rPr lang="en-IN" sz="1200">
                  <a:latin typeface="Avenir Book"/>
                </a:rPr>
                <a:t>Several process improvements have already been implemented concerning Master Policies, auditing, OS patching of servers, etc</a:t>
              </a:r>
              <a:endParaRPr lang="en-US" sz="1200">
                <a:latin typeface="Avenir Book"/>
              </a:endParaRPr>
            </a:p>
            <a:p>
              <a:endParaRPr lang="en-US" sz="1200">
                <a:latin typeface="Avenir Book" panose="02000503020000020003" pitchFamily="2" charset="0"/>
              </a:endParaRPr>
            </a:p>
            <a:p>
              <a:endParaRPr lang="en-US" sz="1200">
                <a:latin typeface="Avenir Book" panose="02000503020000020003" pitchFamily="2" charset="0"/>
              </a:endParaRPr>
            </a:p>
          </p:txBody>
        </p:sp>
        <p:sp>
          <p:nvSpPr>
            <p:cNvPr id="91" name="TextBox 90">
              <a:extLst>
                <a:ext uri="{FF2B5EF4-FFF2-40B4-BE49-F238E27FC236}">
                  <a16:creationId xmlns:a16="http://schemas.microsoft.com/office/drawing/2014/main" id="{F5F2D9EF-CB8C-2BD4-57AA-7AB6D1467262}"/>
                </a:ext>
              </a:extLst>
            </p:cNvPr>
            <p:cNvSpPr txBox="1"/>
            <p:nvPr/>
          </p:nvSpPr>
          <p:spPr>
            <a:xfrm>
              <a:off x="9463174" y="3118478"/>
              <a:ext cx="1876509" cy="307777"/>
            </a:xfrm>
            <a:prstGeom prst="rect">
              <a:avLst/>
            </a:prstGeom>
            <a:noFill/>
          </p:spPr>
          <p:txBody>
            <a:bodyPr wrap="square" lIns="0" tIns="0" rIns="0" bIns="0" rtlCol="0" anchor="ctr">
              <a:spAutoFit/>
            </a:bodyPr>
            <a:lstStyle/>
            <a:p>
              <a:pPr algn="ctr"/>
              <a:r>
                <a:rPr lang="en-US" sz="2000" b="1">
                  <a:solidFill>
                    <a:schemeClr val="bg1"/>
                  </a:solidFill>
                  <a:effectLst>
                    <a:outerShdw blurRad="50800" dist="38100" dir="5400000" algn="t" rotWithShape="0">
                      <a:prstClr val="black">
                        <a:alpha val="40000"/>
                      </a:prstClr>
                    </a:outerShdw>
                  </a:effectLst>
                  <a:latin typeface="Avenir Book" panose="02000503020000020003" pitchFamily="2" charset="0"/>
                  <a:cs typeface="Calibri" panose="020F0502020204030204" pitchFamily="34" charset="0"/>
                </a:rPr>
                <a:t>Support</a:t>
              </a:r>
            </a:p>
          </p:txBody>
        </p:sp>
        <p:grpSp>
          <p:nvGrpSpPr>
            <p:cNvPr id="93" name="Group 92">
              <a:extLst>
                <a:ext uri="{FF2B5EF4-FFF2-40B4-BE49-F238E27FC236}">
                  <a16:creationId xmlns:a16="http://schemas.microsoft.com/office/drawing/2014/main" id="{1AF32D8E-C154-2CC5-3A93-38D43EC89B5A}"/>
                </a:ext>
              </a:extLst>
            </p:cNvPr>
            <p:cNvGrpSpPr/>
            <p:nvPr/>
          </p:nvGrpSpPr>
          <p:grpSpPr>
            <a:xfrm>
              <a:off x="9966976" y="1265555"/>
              <a:ext cx="828363" cy="996077"/>
              <a:chOff x="1821009" y="1080357"/>
              <a:chExt cx="1122596" cy="1122596"/>
            </a:xfrm>
          </p:grpSpPr>
          <p:sp>
            <p:nvSpPr>
              <p:cNvPr id="97" name="Arc 96">
                <a:extLst>
                  <a:ext uri="{FF2B5EF4-FFF2-40B4-BE49-F238E27FC236}">
                    <a16:creationId xmlns:a16="http://schemas.microsoft.com/office/drawing/2014/main" id="{90CD6939-2A5B-D192-973E-DC457AAF2300}"/>
                  </a:ext>
                </a:extLst>
              </p:cNvPr>
              <p:cNvSpPr/>
              <p:nvPr/>
            </p:nvSpPr>
            <p:spPr>
              <a:xfrm flipV="1">
                <a:off x="1821009" y="1080357"/>
                <a:ext cx="1122596" cy="1122596"/>
              </a:xfrm>
              <a:prstGeom prst="arc">
                <a:avLst>
                  <a:gd name="adj1" fmla="val 11917595"/>
                  <a:gd name="adj2" fmla="val 20469157"/>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Avenir Book" panose="02000503020000020003" pitchFamily="2" charset="0"/>
                </a:endParaRPr>
              </a:p>
            </p:txBody>
          </p:sp>
          <p:grpSp>
            <p:nvGrpSpPr>
              <p:cNvPr id="98" name="Group 97">
                <a:extLst>
                  <a:ext uri="{FF2B5EF4-FFF2-40B4-BE49-F238E27FC236}">
                    <a16:creationId xmlns:a16="http://schemas.microsoft.com/office/drawing/2014/main" id="{9EA5C08E-97F5-26BC-7F8C-9F5925E27F77}"/>
                  </a:ext>
                </a:extLst>
              </p:cNvPr>
              <p:cNvGrpSpPr/>
              <p:nvPr/>
            </p:nvGrpSpPr>
            <p:grpSpPr>
              <a:xfrm>
                <a:off x="1850883" y="1438276"/>
                <a:ext cx="1063066" cy="386076"/>
                <a:chOff x="1850883" y="1589546"/>
                <a:chExt cx="1063066" cy="234805"/>
              </a:xfrm>
            </p:grpSpPr>
            <p:cxnSp>
              <p:nvCxnSpPr>
                <p:cNvPr id="99" name="Straight Connector 98">
                  <a:extLst>
                    <a:ext uri="{FF2B5EF4-FFF2-40B4-BE49-F238E27FC236}">
                      <a16:creationId xmlns:a16="http://schemas.microsoft.com/office/drawing/2014/main" id="{440BD81A-8DCE-3C85-6160-145997D984A5}"/>
                    </a:ext>
                  </a:extLst>
                </p:cNvPr>
                <p:cNvCxnSpPr>
                  <a:cxnSpLocks/>
                </p:cNvCxnSpPr>
                <p:nvPr/>
              </p:nvCxnSpPr>
              <p:spPr>
                <a:xfrm>
                  <a:off x="1850883" y="1589546"/>
                  <a:ext cx="0" cy="23480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4F48FF78-1F6F-A4AE-FD28-72F800BE1512}"/>
                    </a:ext>
                  </a:extLst>
                </p:cNvPr>
                <p:cNvCxnSpPr>
                  <a:cxnSpLocks/>
                </p:cNvCxnSpPr>
                <p:nvPr/>
              </p:nvCxnSpPr>
              <p:spPr>
                <a:xfrm>
                  <a:off x="2913949" y="1589546"/>
                  <a:ext cx="0" cy="23480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cxnSp>
          <p:nvCxnSpPr>
            <p:cNvPr id="16" name="Straight Connector 15">
              <a:extLst>
                <a:ext uri="{FF2B5EF4-FFF2-40B4-BE49-F238E27FC236}">
                  <a16:creationId xmlns:a16="http://schemas.microsoft.com/office/drawing/2014/main" id="{1E547B8A-932C-62DA-86AC-0318FC970953}"/>
                </a:ext>
              </a:extLst>
            </p:cNvPr>
            <p:cNvCxnSpPr/>
            <p:nvPr/>
          </p:nvCxnSpPr>
          <p:spPr>
            <a:xfrm>
              <a:off x="10401429" y="2261924"/>
              <a:ext cx="0" cy="55723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3" name="TextBox 2">
            <a:extLst>
              <a:ext uri="{FF2B5EF4-FFF2-40B4-BE49-F238E27FC236}">
                <a16:creationId xmlns:a16="http://schemas.microsoft.com/office/drawing/2014/main" id="{196EDC37-8AE6-3CFE-826B-35E9A1B394EB}"/>
              </a:ext>
            </a:extLst>
          </p:cNvPr>
          <p:cNvSpPr txBox="1"/>
          <p:nvPr/>
        </p:nvSpPr>
        <p:spPr>
          <a:xfrm>
            <a:off x="-1441622" y="436605"/>
            <a:ext cx="0" cy="0"/>
          </a:xfrm>
          <a:prstGeom prst="rect">
            <a:avLst/>
          </a:prstGeom>
        </p:spPr>
        <p:txBody>
          <a:bodyPr vert="horz" wrap="none" lIns="0" tIns="0" rIns="0" bIns="0" rtlCol="0">
            <a:noAutofit/>
          </a:bodyPr>
          <a:lstStyle/>
          <a:p>
            <a:pPr marL="0" marR="243840" algn="l">
              <a:lnSpc>
                <a:spcPct val="148200"/>
              </a:lnSpc>
              <a:spcBef>
                <a:spcPts val="300"/>
              </a:spcBef>
              <a:spcAft>
                <a:spcPts val="600"/>
              </a:spcAft>
            </a:pPr>
            <a:endParaRPr lang="en-US" sz="900" err="1">
              <a:solidFill>
                <a:srgbClr val="6D6E71"/>
              </a:solidFill>
              <a:latin typeface="Avenir Book" panose="02000503020000020003" pitchFamily="2" charset="0"/>
              <a:cs typeface="Arial"/>
            </a:endParaRPr>
          </a:p>
        </p:txBody>
      </p:sp>
      <p:pic>
        <p:nvPicPr>
          <p:cNvPr id="12" name="Picture 11">
            <a:extLst>
              <a:ext uri="{FF2B5EF4-FFF2-40B4-BE49-F238E27FC236}">
                <a16:creationId xmlns:a16="http://schemas.microsoft.com/office/drawing/2014/main" id="{9311A923-4D09-27A9-1654-CCC90964F70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54471" y="1671638"/>
            <a:ext cx="456197" cy="456197"/>
          </a:xfrm>
          <a:prstGeom prst="rect">
            <a:avLst/>
          </a:prstGeom>
        </p:spPr>
      </p:pic>
      <p:pic>
        <p:nvPicPr>
          <p:cNvPr id="21" name="Picture 20">
            <a:extLst>
              <a:ext uri="{FF2B5EF4-FFF2-40B4-BE49-F238E27FC236}">
                <a16:creationId xmlns:a16="http://schemas.microsoft.com/office/drawing/2014/main" id="{437F8985-0DF5-9F33-F545-6436E22F318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38664" y="1594097"/>
            <a:ext cx="579894" cy="579894"/>
          </a:xfrm>
          <a:prstGeom prst="rect">
            <a:avLst/>
          </a:prstGeom>
        </p:spPr>
      </p:pic>
      <p:pic>
        <p:nvPicPr>
          <p:cNvPr id="27" name="Picture 26">
            <a:extLst>
              <a:ext uri="{FF2B5EF4-FFF2-40B4-BE49-F238E27FC236}">
                <a16:creationId xmlns:a16="http://schemas.microsoft.com/office/drawing/2014/main" id="{EBEE9B81-C989-82CA-F5EE-470F5FB3180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138918" y="1605414"/>
            <a:ext cx="498609" cy="498609"/>
          </a:xfrm>
          <a:prstGeom prst="rect">
            <a:avLst/>
          </a:prstGeom>
        </p:spPr>
      </p:pic>
      <p:pic>
        <p:nvPicPr>
          <p:cNvPr id="9" name="Picture 8">
            <a:extLst>
              <a:ext uri="{FF2B5EF4-FFF2-40B4-BE49-F238E27FC236}">
                <a16:creationId xmlns:a16="http://schemas.microsoft.com/office/drawing/2014/main" id="{309E2720-C100-D71F-A1C0-4BAB98A88D9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241598" y="1627383"/>
            <a:ext cx="528112" cy="528112"/>
          </a:xfrm>
          <a:prstGeom prst="rect">
            <a:avLst/>
          </a:prstGeom>
        </p:spPr>
      </p:pic>
    </p:spTree>
    <p:extLst>
      <p:ext uri="{BB962C8B-B14F-4D97-AF65-F5344CB8AC3E}">
        <p14:creationId xmlns:p14="http://schemas.microsoft.com/office/powerpoint/2010/main" val="39081640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7498B9EE-565A-B5A1-FD59-11336E6551E7}"/>
              </a:ext>
            </a:extLst>
          </p:cNvPr>
          <p:cNvGrpSpPr/>
          <p:nvPr/>
        </p:nvGrpSpPr>
        <p:grpSpPr>
          <a:xfrm>
            <a:off x="393539" y="1203770"/>
            <a:ext cx="2645637" cy="4609319"/>
            <a:chOff x="393539" y="1203770"/>
            <a:chExt cx="2645637" cy="4609319"/>
          </a:xfrm>
        </p:grpSpPr>
        <p:sp>
          <p:nvSpPr>
            <p:cNvPr id="4" name="Rectangle: Rounded Corners 16">
              <a:extLst>
                <a:ext uri="{FF2B5EF4-FFF2-40B4-BE49-F238E27FC236}">
                  <a16:creationId xmlns:a16="http://schemas.microsoft.com/office/drawing/2014/main" id="{DC1D0D4B-F5D8-1475-68C6-625CE211B88E}"/>
                </a:ext>
              </a:extLst>
            </p:cNvPr>
            <p:cNvSpPr/>
            <p:nvPr/>
          </p:nvSpPr>
          <p:spPr>
            <a:xfrm>
              <a:off x="431476" y="1583134"/>
              <a:ext cx="2607700" cy="2095521"/>
            </a:xfrm>
            <a:prstGeom prst="roundRect">
              <a:avLst>
                <a:gd name="adj" fmla="val 6425"/>
              </a:avLst>
            </a:prstGeom>
            <a:gradFill>
              <a:gsLst>
                <a:gs pos="0">
                  <a:srgbClr val="405666">
                    <a:alpha val="85000"/>
                  </a:srgbClr>
                </a:gs>
                <a:gs pos="100000">
                  <a:srgbClr val="FD593D"/>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2" name="Rectangle: Top Corners Rounded 22">
              <a:extLst>
                <a:ext uri="{FF2B5EF4-FFF2-40B4-BE49-F238E27FC236}">
                  <a16:creationId xmlns:a16="http://schemas.microsoft.com/office/drawing/2014/main" id="{FED61A6E-FF07-C797-7FA2-E205E4AFB00A}"/>
                </a:ext>
              </a:extLst>
            </p:cNvPr>
            <p:cNvSpPr/>
            <p:nvPr/>
          </p:nvSpPr>
          <p:spPr>
            <a:xfrm flipV="1">
              <a:off x="528200" y="3678655"/>
              <a:ext cx="2399708" cy="2134434"/>
            </a:xfrm>
            <a:prstGeom prst="round2SameRect">
              <a:avLst>
                <a:gd name="adj1" fmla="val 4610"/>
                <a:gd name="adj2" fmla="val 0"/>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5" name="TextBox 4">
              <a:extLst>
                <a:ext uri="{FF2B5EF4-FFF2-40B4-BE49-F238E27FC236}">
                  <a16:creationId xmlns:a16="http://schemas.microsoft.com/office/drawing/2014/main" id="{5BC1B808-384D-A829-111D-4CE460005759}"/>
                </a:ext>
              </a:extLst>
            </p:cNvPr>
            <p:cNvSpPr txBox="1"/>
            <p:nvPr/>
          </p:nvSpPr>
          <p:spPr>
            <a:xfrm>
              <a:off x="647732" y="3815159"/>
              <a:ext cx="2225219" cy="1661993"/>
            </a:xfrm>
            <a:prstGeom prst="rect">
              <a:avLst/>
            </a:prstGeom>
            <a:noFill/>
          </p:spPr>
          <p:txBody>
            <a:bodyPr wrap="square" lIns="0" tIns="0" rIns="0" bIns="0" rtlCol="0" anchor="ctr">
              <a:spAutoFit/>
            </a:bodyPr>
            <a:lstStyle/>
            <a:p>
              <a:r>
                <a:rPr lang="en-US" sz="1200">
                  <a:latin typeface="Avenir Book"/>
                </a:rPr>
                <a:t>Started with 3K and now onboarded over 11k accounts.</a:t>
              </a:r>
            </a:p>
            <a:p>
              <a:endParaRPr lang="en-US" sz="1200">
                <a:latin typeface="Avenir Book" panose="02000503020000020003" pitchFamily="2" charset="0"/>
              </a:endParaRPr>
            </a:p>
            <a:p>
              <a:r>
                <a:rPr lang="en-US" sz="1200">
                  <a:latin typeface="Avenir Book"/>
                </a:rPr>
                <a:t>First phase, we are onboarding 6 MVP teams and developed 9 critical application connectors for the PSM transparent connections.</a:t>
              </a:r>
            </a:p>
            <a:p>
              <a:endParaRPr lang="en-US" sz="1200">
                <a:latin typeface="Avenir Book" panose="02000503020000020003" pitchFamily="2" charset="0"/>
              </a:endParaRPr>
            </a:p>
            <a:p>
              <a:endParaRPr lang="en-US" sz="1200">
                <a:latin typeface="Avenir Book" panose="02000503020000020003" pitchFamily="2" charset="0"/>
              </a:endParaRPr>
            </a:p>
          </p:txBody>
        </p:sp>
        <p:sp>
          <p:nvSpPr>
            <p:cNvPr id="6" name="TextBox 5">
              <a:extLst>
                <a:ext uri="{FF2B5EF4-FFF2-40B4-BE49-F238E27FC236}">
                  <a16:creationId xmlns:a16="http://schemas.microsoft.com/office/drawing/2014/main" id="{42B7F015-3E23-D0BE-1869-6AC879DE0BB6}"/>
                </a:ext>
              </a:extLst>
            </p:cNvPr>
            <p:cNvSpPr txBox="1"/>
            <p:nvPr/>
          </p:nvSpPr>
          <p:spPr>
            <a:xfrm>
              <a:off x="818278" y="3125217"/>
              <a:ext cx="1876509" cy="307777"/>
            </a:xfrm>
            <a:prstGeom prst="rect">
              <a:avLst/>
            </a:prstGeom>
            <a:noFill/>
          </p:spPr>
          <p:txBody>
            <a:bodyPr wrap="square" lIns="0" tIns="0" rIns="0" bIns="0" rtlCol="0" anchor="ctr">
              <a:spAutoFit/>
            </a:bodyPr>
            <a:lstStyle/>
            <a:p>
              <a:pPr algn="ctr"/>
              <a:r>
                <a:rPr lang="en-US" sz="2000" b="1">
                  <a:solidFill>
                    <a:schemeClr val="bg1"/>
                  </a:solidFill>
                  <a:effectLst>
                    <a:outerShdw blurRad="50800" dist="38100" dir="5400000" algn="t" rotWithShape="0">
                      <a:prstClr val="black">
                        <a:alpha val="40000"/>
                      </a:prstClr>
                    </a:outerShdw>
                  </a:effectLst>
                  <a:latin typeface="Avenir Book" panose="02000503020000020003" pitchFamily="2" charset="0"/>
                  <a:cs typeface="Calibri" panose="020F0502020204030204" pitchFamily="34" charset="0"/>
                </a:rPr>
                <a:t>300% Increase</a:t>
              </a:r>
            </a:p>
          </p:txBody>
        </p:sp>
        <p:grpSp>
          <p:nvGrpSpPr>
            <p:cNvPr id="28" name="Group 27">
              <a:extLst>
                <a:ext uri="{FF2B5EF4-FFF2-40B4-BE49-F238E27FC236}">
                  <a16:creationId xmlns:a16="http://schemas.microsoft.com/office/drawing/2014/main" id="{295A1814-4829-36F1-17BF-6D7D40779F74}"/>
                </a:ext>
              </a:extLst>
            </p:cNvPr>
            <p:cNvGrpSpPr/>
            <p:nvPr/>
          </p:nvGrpSpPr>
          <p:grpSpPr>
            <a:xfrm>
              <a:off x="1342352" y="1265555"/>
              <a:ext cx="828363" cy="996077"/>
              <a:chOff x="1821009" y="1080357"/>
              <a:chExt cx="1122596" cy="1122596"/>
            </a:xfrm>
          </p:grpSpPr>
          <p:sp>
            <p:nvSpPr>
              <p:cNvPr id="29" name="Arc 28">
                <a:extLst>
                  <a:ext uri="{FF2B5EF4-FFF2-40B4-BE49-F238E27FC236}">
                    <a16:creationId xmlns:a16="http://schemas.microsoft.com/office/drawing/2014/main" id="{0F91BE32-A632-EC9B-59DB-E19E14A2EFF2}"/>
                  </a:ext>
                </a:extLst>
              </p:cNvPr>
              <p:cNvSpPr/>
              <p:nvPr/>
            </p:nvSpPr>
            <p:spPr>
              <a:xfrm flipV="1">
                <a:off x="1821009" y="1080357"/>
                <a:ext cx="1122596" cy="1122596"/>
              </a:xfrm>
              <a:prstGeom prst="arc">
                <a:avLst>
                  <a:gd name="adj1" fmla="val 11917595"/>
                  <a:gd name="adj2" fmla="val 20469157"/>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Avenir Book" panose="02000503020000020003" pitchFamily="2" charset="0"/>
                </a:endParaRPr>
              </a:p>
            </p:txBody>
          </p:sp>
          <p:grpSp>
            <p:nvGrpSpPr>
              <p:cNvPr id="30" name="Group 29">
                <a:extLst>
                  <a:ext uri="{FF2B5EF4-FFF2-40B4-BE49-F238E27FC236}">
                    <a16:creationId xmlns:a16="http://schemas.microsoft.com/office/drawing/2014/main" id="{159C9CBF-BF89-2A34-629B-E264600CD999}"/>
                  </a:ext>
                </a:extLst>
              </p:cNvPr>
              <p:cNvGrpSpPr/>
              <p:nvPr/>
            </p:nvGrpSpPr>
            <p:grpSpPr>
              <a:xfrm>
                <a:off x="1850883" y="1438276"/>
                <a:ext cx="1063066" cy="386076"/>
                <a:chOff x="1850883" y="1589546"/>
                <a:chExt cx="1063066" cy="234805"/>
              </a:xfrm>
            </p:grpSpPr>
            <p:cxnSp>
              <p:nvCxnSpPr>
                <p:cNvPr id="31" name="Straight Connector 30">
                  <a:extLst>
                    <a:ext uri="{FF2B5EF4-FFF2-40B4-BE49-F238E27FC236}">
                      <a16:creationId xmlns:a16="http://schemas.microsoft.com/office/drawing/2014/main" id="{AB31D498-4237-5D1B-95A2-328B7153E956}"/>
                    </a:ext>
                  </a:extLst>
                </p:cNvPr>
                <p:cNvCxnSpPr>
                  <a:cxnSpLocks/>
                </p:cNvCxnSpPr>
                <p:nvPr/>
              </p:nvCxnSpPr>
              <p:spPr>
                <a:xfrm>
                  <a:off x="1850883" y="1589546"/>
                  <a:ext cx="0" cy="23480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647C62C-317A-D5B3-01EB-5052B206675B}"/>
                    </a:ext>
                  </a:extLst>
                </p:cNvPr>
                <p:cNvCxnSpPr>
                  <a:cxnSpLocks/>
                </p:cNvCxnSpPr>
                <p:nvPr/>
              </p:nvCxnSpPr>
              <p:spPr>
                <a:xfrm>
                  <a:off x="2913949" y="1589546"/>
                  <a:ext cx="0" cy="23480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cxnSp>
          <p:nvCxnSpPr>
            <p:cNvPr id="44" name="Straight Connector 43">
              <a:extLst>
                <a:ext uri="{FF2B5EF4-FFF2-40B4-BE49-F238E27FC236}">
                  <a16:creationId xmlns:a16="http://schemas.microsoft.com/office/drawing/2014/main" id="{21F10353-2406-70E9-8E54-0AD26B9CFB53}"/>
                </a:ext>
              </a:extLst>
            </p:cNvPr>
            <p:cNvCxnSpPr/>
            <p:nvPr/>
          </p:nvCxnSpPr>
          <p:spPr>
            <a:xfrm>
              <a:off x="1778066" y="2261633"/>
              <a:ext cx="0" cy="55723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58805AFF-D18A-1967-B0DD-8F0DBFA03C28}"/>
                </a:ext>
              </a:extLst>
            </p:cNvPr>
            <p:cNvSpPr txBox="1"/>
            <p:nvPr/>
          </p:nvSpPr>
          <p:spPr>
            <a:xfrm>
              <a:off x="393539" y="1203770"/>
              <a:ext cx="0" cy="0"/>
            </a:xfrm>
            <a:prstGeom prst="rect">
              <a:avLst/>
            </a:prstGeom>
          </p:spPr>
          <p:txBody>
            <a:bodyPr vert="horz" wrap="none" lIns="0" tIns="0" rIns="0" bIns="0" rtlCol="0">
              <a:noAutofit/>
            </a:bodyPr>
            <a:lstStyle/>
            <a:p>
              <a:pPr marL="0" marR="243840" algn="l">
                <a:lnSpc>
                  <a:spcPct val="148200"/>
                </a:lnSpc>
                <a:spcBef>
                  <a:spcPts val="300"/>
                </a:spcBef>
                <a:spcAft>
                  <a:spcPts val="600"/>
                </a:spcAft>
              </a:pPr>
              <a:endParaRPr lang="en-US" sz="900" err="1">
                <a:solidFill>
                  <a:srgbClr val="6D6E71"/>
                </a:solidFill>
                <a:latin typeface="Avenir Book" panose="02000503020000020003" pitchFamily="2" charset="0"/>
                <a:cs typeface="Arial"/>
              </a:endParaRPr>
            </a:p>
          </p:txBody>
        </p:sp>
      </p:grpSp>
      <p:sp>
        <p:nvSpPr>
          <p:cNvPr id="121" name="Title 1">
            <a:extLst>
              <a:ext uri="{FF2B5EF4-FFF2-40B4-BE49-F238E27FC236}">
                <a16:creationId xmlns:a16="http://schemas.microsoft.com/office/drawing/2014/main" id="{7E7CDF9C-A3F9-5657-2CD3-B9FE7BD5A6B9}"/>
              </a:ext>
            </a:extLst>
          </p:cNvPr>
          <p:cNvSpPr txBox="1">
            <a:spLocks/>
          </p:cNvSpPr>
          <p:nvPr/>
        </p:nvSpPr>
        <p:spPr>
          <a:xfrm>
            <a:off x="374712" y="494330"/>
            <a:ext cx="10728325" cy="1050925"/>
          </a:xfrm>
          <a:prstGeom prst="rect">
            <a:avLst/>
          </a:prstGeom>
        </p:spPr>
        <p:txBody>
          <a:bodyPr vert="horz" lIns="0" tIns="182880" rIns="228600" bIns="45720" rtlCol="0" anchor="ctr">
            <a:noAutofit/>
          </a:bodyPr>
          <a:lstStyle>
            <a:lvl1pPr marL="201700" indent="-201700" algn="l" defTabSz="529849" rtl="0" eaLnBrk="1" latinLnBrk="0" hangingPunct="1">
              <a:lnSpc>
                <a:spcPts val="3000"/>
              </a:lnSpc>
              <a:spcBef>
                <a:spcPct val="0"/>
              </a:spcBef>
              <a:buSzPct val="102000"/>
              <a:buFontTx/>
              <a:buBlip>
                <a:blip r:embed="rId2"/>
              </a:buBlip>
              <a:tabLst/>
              <a:defRPr sz="2800" b="1" i="0" kern="1200" baseline="0">
                <a:solidFill>
                  <a:schemeClr val="bg1"/>
                </a:solidFill>
                <a:latin typeface="Avenir Heavy" panose="02000503020000020003" pitchFamily="2" charset="0"/>
                <a:ea typeface="+mj-ea"/>
                <a:cs typeface="+mj-cs"/>
              </a:defRPr>
            </a:lvl1pPr>
          </a:lstStyle>
          <a:p>
            <a:r>
              <a:rPr kumimoji="0" lang="en-US" sz="2800" b="1" i="0" u="none" strike="noStrike" kern="1200" cap="none" spc="0" normalizeH="0" baseline="0" noProof="0">
                <a:ln>
                  <a:noFill/>
                </a:ln>
                <a:solidFill>
                  <a:srgbClr val="CC412F"/>
                </a:solidFill>
                <a:effectLst/>
                <a:uLnTx/>
                <a:uFillTx/>
                <a:latin typeface="Avenir Heavy" panose="02000503020000020003" pitchFamily="2" charset="0"/>
                <a:ea typeface="+mj-ea"/>
                <a:cs typeface="+mj-cs"/>
              </a:rPr>
              <a:t>Okta Overview</a:t>
            </a:r>
          </a:p>
          <a:p>
            <a:pPr marL="0" indent="0">
              <a:buNone/>
            </a:pPr>
            <a:endParaRPr lang="en-US">
              <a:solidFill>
                <a:srgbClr val="69686A"/>
              </a:solidFill>
              <a:latin typeface="+mn-lt"/>
              <a:ea typeface="+mn-ea"/>
              <a:cs typeface="Arial"/>
            </a:endParaRPr>
          </a:p>
        </p:txBody>
      </p:sp>
      <p:grpSp>
        <p:nvGrpSpPr>
          <p:cNvPr id="8" name="Group 7">
            <a:extLst>
              <a:ext uri="{FF2B5EF4-FFF2-40B4-BE49-F238E27FC236}">
                <a16:creationId xmlns:a16="http://schemas.microsoft.com/office/drawing/2014/main" id="{28E06010-DC6B-2328-6970-75A5CEEF07F0}"/>
              </a:ext>
            </a:extLst>
          </p:cNvPr>
          <p:cNvGrpSpPr/>
          <p:nvPr/>
        </p:nvGrpSpPr>
        <p:grpSpPr>
          <a:xfrm>
            <a:off x="3296584" y="1265555"/>
            <a:ext cx="2607700" cy="4547534"/>
            <a:chOff x="3296584" y="1265555"/>
            <a:chExt cx="2607700" cy="4547534"/>
          </a:xfrm>
        </p:grpSpPr>
        <p:sp>
          <p:nvSpPr>
            <p:cNvPr id="56" name="Rectangle: Top Corners Rounded 22">
              <a:extLst>
                <a:ext uri="{FF2B5EF4-FFF2-40B4-BE49-F238E27FC236}">
                  <a16:creationId xmlns:a16="http://schemas.microsoft.com/office/drawing/2014/main" id="{4A226560-82A8-40FA-8CD4-2AE5FAF845AD}"/>
                </a:ext>
              </a:extLst>
            </p:cNvPr>
            <p:cNvSpPr/>
            <p:nvPr/>
          </p:nvSpPr>
          <p:spPr>
            <a:xfrm flipV="1">
              <a:off x="3393308" y="3678655"/>
              <a:ext cx="2399708" cy="2134434"/>
            </a:xfrm>
            <a:prstGeom prst="round2SameRect">
              <a:avLst>
                <a:gd name="adj1" fmla="val 4610"/>
                <a:gd name="adj2" fmla="val 0"/>
              </a:avLst>
            </a:prstGeom>
            <a:solidFill>
              <a:srgbClr val="FFFFFF"/>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57" name="Rectangle: Rounded Corners 16">
              <a:extLst>
                <a:ext uri="{FF2B5EF4-FFF2-40B4-BE49-F238E27FC236}">
                  <a16:creationId xmlns:a16="http://schemas.microsoft.com/office/drawing/2014/main" id="{4B12F0CF-4D2F-94C0-5560-F00B40E0D362}"/>
                </a:ext>
              </a:extLst>
            </p:cNvPr>
            <p:cNvSpPr/>
            <p:nvPr/>
          </p:nvSpPr>
          <p:spPr>
            <a:xfrm>
              <a:off x="3296584" y="1583134"/>
              <a:ext cx="2607700" cy="2095521"/>
            </a:xfrm>
            <a:prstGeom prst="roundRect">
              <a:avLst>
                <a:gd name="adj" fmla="val 6425"/>
              </a:avLst>
            </a:prstGeom>
            <a:gradFill>
              <a:gsLst>
                <a:gs pos="0">
                  <a:srgbClr val="405666">
                    <a:alpha val="85000"/>
                  </a:srgbClr>
                </a:gs>
                <a:gs pos="100000">
                  <a:srgbClr val="FD593D"/>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58" name="TextBox 57">
              <a:extLst>
                <a:ext uri="{FF2B5EF4-FFF2-40B4-BE49-F238E27FC236}">
                  <a16:creationId xmlns:a16="http://schemas.microsoft.com/office/drawing/2014/main" id="{85D95FCE-0922-6F29-C074-00EAB49782A0}"/>
                </a:ext>
              </a:extLst>
            </p:cNvPr>
            <p:cNvSpPr txBox="1"/>
            <p:nvPr/>
          </p:nvSpPr>
          <p:spPr>
            <a:xfrm>
              <a:off x="3461996" y="3797006"/>
              <a:ext cx="2276879" cy="1661993"/>
            </a:xfrm>
            <a:prstGeom prst="rect">
              <a:avLst/>
            </a:prstGeom>
            <a:noFill/>
          </p:spPr>
          <p:txBody>
            <a:bodyPr wrap="square" lIns="0" tIns="0" rIns="0" bIns="0" rtlCol="0" anchor="ctr">
              <a:spAutoFit/>
            </a:bodyPr>
            <a:lstStyle/>
            <a:p>
              <a:r>
                <a:rPr lang="en-US" sz="1200">
                  <a:latin typeface="Avenir Book"/>
                </a:rPr>
                <a:t>Requests were accurately resolved with 0.1% error rate</a:t>
              </a:r>
            </a:p>
            <a:p>
              <a:endParaRPr lang="en-US" sz="1200">
                <a:latin typeface="Avenir Book" panose="02000503020000020003" pitchFamily="2" charset="0"/>
              </a:endParaRPr>
            </a:p>
            <a:p>
              <a:endParaRPr lang="en-IN" sz="1200">
                <a:latin typeface="Avenir Book" panose="02000503020000020003" pitchFamily="2" charset="0"/>
              </a:endParaRPr>
            </a:p>
            <a:p>
              <a:r>
                <a:rPr lang="en-IN" sz="1200">
                  <a:latin typeface="Avenir Book"/>
                </a:rPr>
                <a:t>100% high availability of CyberArk – No ‘true' P1/Vault Down scenarios (unplanned) throughout the course of the year</a:t>
              </a:r>
              <a:endParaRPr lang="en-US" sz="1200">
                <a:latin typeface="Avenir Book"/>
              </a:endParaRPr>
            </a:p>
          </p:txBody>
        </p:sp>
        <p:sp>
          <p:nvSpPr>
            <p:cNvPr id="59" name="TextBox 58">
              <a:extLst>
                <a:ext uri="{FF2B5EF4-FFF2-40B4-BE49-F238E27FC236}">
                  <a16:creationId xmlns:a16="http://schemas.microsoft.com/office/drawing/2014/main" id="{5BEADA9D-DA76-7F49-334D-881DDBD0F55D}"/>
                </a:ext>
              </a:extLst>
            </p:cNvPr>
            <p:cNvSpPr txBox="1"/>
            <p:nvPr/>
          </p:nvSpPr>
          <p:spPr>
            <a:xfrm>
              <a:off x="3683386" y="3104153"/>
              <a:ext cx="1876509" cy="307777"/>
            </a:xfrm>
            <a:prstGeom prst="rect">
              <a:avLst/>
            </a:prstGeom>
            <a:noFill/>
          </p:spPr>
          <p:txBody>
            <a:bodyPr wrap="square" lIns="0" tIns="0" rIns="0" bIns="0" rtlCol="0" anchor="ctr">
              <a:spAutoFit/>
            </a:bodyPr>
            <a:lstStyle/>
            <a:p>
              <a:pPr algn="ctr"/>
              <a:r>
                <a:rPr lang="en-US" sz="2000" b="1">
                  <a:solidFill>
                    <a:schemeClr val="bg1"/>
                  </a:solidFill>
                  <a:effectLst>
                    <a:outerShdw blurRad="50800" dist="38100" dir="5400000" algn="t" rotWithShape="0">
                      <a:prstClr val="black">
                        <a:alpha val="40000"/>
                      </a:prstClr>
                    </a:outerShdw>
                  </a:effectLst>
                  <a:latin typeface="Avenir Book" panose="02000503020000020003" pitchFamily="2" charset="0"/>
                  <a:cs typeface="Calibri" panose="020F0502020204030204" pitchFamily="34" charset="0"/>
                </a:rPr>
                <a:t>99.9% Accuracy</a:t>
              </a:r>
            </a:p>
          </p:txBody>
        </p:sp>
        <p:grpSp>
          <p:nvGrpSpPr>
            <p:cNvPr id="61" name="Group 60">
              <a:extLst>
                <a:ext uri="{FF2B5EF4-FFF2-40B4-BE49-F238E27FC236}">
                  <a16:creationId xmlns:a16="http://schemas.microsoft.com/office/drawing/2014/main" id="{78AE955A-37FD-D604-AF63-A3441DFB38FA}"/>
                </a:ext>
              </a:extLst>
            </p:cNvPr>
            <p:cNvGrpSpPr/>
            <p:nvPr/>
          </p:nvGrpSpPr>
          <p:grpSpPr>
            <a:xfrm>
              <a:off x="4207460" y="1265555"/>
              <a:ext cx="828363" cy="996077"/>
              <a:chOff x="1821009" y="1080357"/>
              <a:chExt cx="1122596" cy="1122596"/>
            </a:xfrm>
          </p:grpSpPr>
          <p:sp>
            <p:nvSpPr>
              <p:cNvPr id="65" name="Arc 64">
                <a:extLst>
                  <a:ext uri="{FF2B5EF4-FFF2-40B4-BE49-F238E27FC236}">
                    <a16:creationId xmlns:a16="http://schemas.microsoft.com/office/drawing/2014/main" id="{1707B5E1-9863-3359-6DCD-A81F4D5A3F8E}"/>
                  </a:ext>
                </a:extLst>
              </p:cNvPr>
              <p:cNvSpPr/>
              <p:nvPr/>
            </p:nvSpPr>
            <p:spPr>
              <a:xfrm flipV="1">
                <a:off x="1821009" y="1080357"/>
                <a:ext cx="1122596" cy="1122596"/>
              </a:xfrm>
              <a:prstGeom prst="arc">
                <a:avLst>
                  <a:gd name="adj1" fmla="val 11917595"/>
                  <a:gd name="adj2" fmla="val 20469157"/>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Avenir Book" panose="02000503020000020003" pitchFamily="2" charset="0"/>
                </a:endParaRPr>
              </a:p>
            </p:txBody>
          </p:sp>
          <p:grpSp>
            <p:nvGrpSpPr>
              <p:cNvPr id="66" name="Group 65">
                <a:extLst>
                  <a:ext uri="{FF2B5EF4-FFF2-40B4-BE49-F238E27FC236}">
                    <a16:creationId xmlns:a16="http://schemas.microsoft.com/office/drawing/2014/main" id="{9DB2765C-49AE-00FA-E834-6495CACA30EA}"/>
                  </a:ext>
                </a:extLst>
              </p:cNvPr>
              <p:cNvGrpSpPr/>
              <p:nvPr/>
            </p:nvGrpSpPr>
            <p:grpSpPr>
              <a:xfrm>
                <a:off x="1850883" y="1438276"/>
                <a:ext cx="1063066" cy="386076"/>
                <a:chOff x="1850883" y="1589546"/>
                <a:chExt cx="1063066" cy="234805"/>
              </a:xfrm>
            </p:grpSpPr>
            <p:cxnSp>
              <p:nvCxnSpPr>
                <p:cNvPr id="67" name="Straight Connector 66">
                  <a:extLst>
                    <a:ext uri="{FF2B5EF4-FFF2-40B4-BE49-F238E27FC236}">
                      <a16:creationId xmlns:a16="http://schemas.microsoft.com/office/drawing/2014/main" id="{89FF4B4C-5EA9-F339-7D33-94095EE59227}"/>
                    </a:ext>
                  </a:extLst>
                </p:cNvPr>
                <p:cNvCxnSpPr>
                  <a:cxnSpLocks/>
                </p:cNvCxnSpPr>
                <p:nvPr/>
              </p:nvCxnSpPr>
              <p:spPr>
                <a:xfrm>
                  <a:off x="1850883" y="1589546"/>
                  <a:ext cx="0" cy="23480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9E5232C2-81B4-EFDB-F51F-1E371B82B363}"/>
                    </a:ext>
                  </a:extLst>
                </p:cNvPr>
                <p:cNvCxnSpPr>
                  <a:cxnSpLocks/>
                </p:cNvCxnSpPr>
                <p:nvPr/>
              </p:nvCxnSpPr>
              <p:spPr>
                <a:xfrm>
                  <a:off x="2913949" y="1589546"/>
                  <a:ext cx="0" cy="23480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cxnSp>
          <p:nvCxnSpPr>
            <p:cNvPr id="10" name="Straight Connector 9">
              <a:extLst>
                <a:ext uri="{FF2B5EF4-FFF2-40B4-BE49-F238E27FC236}">
                  <a16:creationId xmlns:a16="http://schemas.microsoft.com/office/drawing/2014/main" id="{426F22A5-0700-65BF-9EB5-0AFA8A351D5C}"/>
                </a:ext>
              </a:extLst>
            </p:cNvPr>
            <p:cNvCxnSpPr/>
            <p:nvPr/>
          </p:nvCxnSpPr>
          <p:spPr>
            <a:xfrm>
              <a:off x="4621639" y="2264656"/>
              <a:ext cx="0" cy="55723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8" name="Group 17">
            <a:extLst>
              <a:ext uri="{FF2B5EF4-FFF2-40B4-BE49-F238E27FC236}">
                <a16:creationId xmlns:a16="http://schemas.microsoft.com/office/drawing/2014/main" id="{58B07665-2C56-CEBF-DD6B-23609CEF9053}"/>
              </a:ext>
            </a:extLst>
          </p:cNvPr>
          <p:cNvGrpSpPr/>
          <p:nvPr/>
        </p:nvGrpSpPr>
        <p:grpSpPr>
          <a:xfrm>
            <a:off x="6163012" y="1265555"/>
            <a:ext cx="2618749" cy="4988705"/>
            <a:chOff x="6163012" y="1265555"/>
            <a:chExt cx="2618749" cy="4988705"/>
          </a:xfrm>
        </p:grpSpPr>
        <p:sp>
          <p:nvSpPr>
            <p:cNvPr id="72" name="Rectangle: Top Corners Rounded 22">
              <a:extLst>
                <a:ext uri="{FF2B5EF4-FFF2-40B4-BE49-F238E27FC236}">
                  <a16:creationId xmlns:a16="http://schemas.microsoft.com/office/drawing/2014/main" id="{44F57ACD-4399-5CB4-80F1-3B7C18E89A9E}"/>
                </a:ext>
              </a:extLst>
            </p:cNvPr>
            <p:cNvSpPr/>
            <p:nvPr/>
          </p:nvSpPr>
          <p:spPr>
            <a:xfrm flipV="1">
              <a:off x="6259736" y="3678655"/>
              <a:ext cx="2399708" cy="2134434"/>
            </a:xfrm>
            <a:prstGeom prst="round2SameRect">
              <a:avLst>
                <a:gd name="adj1" fmla="val 4610"/>
                <a:gd name="adj2" fmla="val 0"/>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73" name="Rectangle: Rounded Corners 16">
              <a:extLst>
                <a:ext uri="{FF2B5EF4-FFF2-40B4-BE49-F238E27FC236}">
                  <a16:creationId xmlns:a16="http://schemas.microsoft.com/office/drawing/2014/main" id="{005B4514-D6AE-3C06-2464-3522BB970F70}"/>
                </a:ext>
              </a:extLst>
            </p:cNvPr>
            <p:cNvSpPr/>
            <p:nvPr/>
          </p:nvSpPr>
          <p:spPr>
            <a:xfrm>
              <a:off x="6163012" y="1583134"/>
              <a:ext cx="2607700" cy="2095521"/>
            </a:xfrm>
            <a:prstGeom prst="roundRect">
              <a:avLst>
                <a:gd name="adj" fmla="val 6425"/>
              </a:avLst>
            </a:prstGeom>
            <a:gradFill>
              <a:gsLst>
                <a:gs pos="0">
                  <a:srgbClr val="405666">
                    <a:alpha val="85000"/>
                  </a:srgbClr>
                </a:gs>
                <a:gs pos="100000">
                  <a:srgbClr val="FD593D"/>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74" name="TextBox 73">
              <a:extLst>
                <a:ext uri="{FF2B5EF4-FFF2-40B4-BE49-F238E27FC236}">
                  <a16:creationId xmlns:a16="http://schemas.microsoft.com/office/drawing/2014/main" id="{60364C4E-2A11-4F50-D9D0-6B64156FA034}"/>
                </a:ext>
              </a:extLst>
            </p:cNvPr>
            <p:cNvSpPr txBox="1"/>
            <p:nvPr/>
          </p:nvSpPr>
          <p:spPr>
            <a:xfrm>
              <a:off x="6329420" y="3853603"/>
              <a:ext cx="2317298" cy="2400657"/>
            </a:xfrm>
            <a:prstGeom prst="rect">
              <a:avLst/>
            </a:prstGeom>
            <a:noFill/>
          </p:spPr>
          <p:txBody>
            <a:bodyPr wrap="square" lIns="0" tIns="0" rIns="0" bIns="0" rtlCol="0" anchor="ctr">
              <a:spAutoFit/>
            </a:bodyPr>
            <a:lstStyle/>
            <a:p>
              <a:r>
                <a:rPr lang="en-US" sz="1200">
                  <a:latin typeface="Avenir Book"/>
                </a:rPr>
                <a:t>Over 70% of tickets were resolved on same day and the rest within the agreed SLA.</a:t>
              </a:r>
            </a:p>
            <a:p>
              <a:endParaRPr lang="en-US" sz="1200">
                <a:latin typeface="Avenir Book"/>
              </a:endParaRPr>
            </a:p>
            <a:p>
              <a:r>
                <a:rPr lang="en-IN" sz="1200">
                  <a:latin typeface="Avenir Book"/>
                </a:rPr>
                <a:t>5 CyberArk Security Bulletins (Critical &amp; High) were  applied within the agreed SLA i.e., &lt;7 days and 30 days, respectively.</a:t>
              </a:r>
              <a:endParaRPr lang="en-US" sz="1200">
                <a:latin typeface="Avenir Book"/>
              </a:endParaRPr>
            </a:p>
            <a:p>
              <a:endParaRPr lang="en-IN" sz="1200">
                <a:latin typeface="Avenir Book"/>
              </a:endParaRPr>
            </a:p>
            <a:p>
              <a:endParaRPr lang="en-IN" sz="1200">
                <a:latin typeface="Avenir Book"/>
              </a:endParaRPr>
            </a:p>
            <a:p>
              <a:endParaRPr lang="en-IN" sz="1200">
                <a:latin typeface="Avenir Book" panose="02000503020000020003" pitchFamily="2" charset="0"/>
              </a:endParaRPr>
            </a:p>
            <a:p>
              <a:endParaRPr lang="en-IN" sz="1200">
                <a:latin typeface="Avenir Book" panose="02000503020000020003" pitchFamily="2" charset="0"/>
              </a:endParaRPr>
            </a:p>
            <a:p>
              <a:endParaRPr lang="en-IN" sz="1200">
                <a:latin typeface="Avenir Book" panose="02000503020000020003" pitchFamily="2" charset="0"/>
              </a:endParaRPr>
            </a:p>
          </p:txBody>
        </p:sp>
        <p:sp>
          <p:nvSpPr>
            <p:cNvPr id="75" name="TextBox 74">
              <a:extLst>
                <a:ext uri="{FF2B5EF4-FFF2-40B4-BE49-F238E27FC236}">
                  <a16:creationId xmlns:a16="http://schemas.microsoft.com/office/drawing/2014/main" id="{551BBFA4-5EBD-B071-48CD-5D610DF3114B}"/>
                </a:ext>
              </a:extLst>
            </p:cNvPr>
            <p:cNvSpPr txBox="1"/>
            <p:nvPr/>
          </p:nvSpPr>
          <p:spPr>
            <a:xfrm>
              <a:off x="6174066" y="2965888"/>
              <a:ext cx="2607695" cy="615553"/>
            </a:xfrm>
            <a:prstGeom prst="rect">
              <a:avLst/>
            </a:prstGeom>
            <a:noFill/>
          </p:spPr>
          <p:txBody>
            <a:bodyPr wrap="square" lIns="0" tIns="0" rIns="0" bIns="0" rtlCol="0" anchor="ctr">
              <a:spAutoFit/>
            </a:bodyPr>
            <a:lstStyle/>
            <a:p>
              <a:pPr algn="ctr"/>
              <a:r>
                <a:rPr lang="en-US" sz="2000" b="1">
                  <a:solidFill>
                    <a:schemeClr val="bg1"/>
                  </a:solidFill>
                  <a:effectLst>
                    <a:outerShdw blurRad="50800" dist="38100" dir="5400000" algn="t" rotWithShape="0">
                      <a:prstClr val="black">
                        <a:alpha val="40000"/>
                      </a:prstClr>
                    </a:outerShdw>
                  </a:effectLst>
                  <a:latin typeface="Avenir Book" panose="02000503020000020003" pitchFamily="2" charset="0"/>
                  <a:cs typeface="Calibri" panose="020F0502020204030204" pitchFamily="34" charset="0"/>
                </a:rPr>
                <a:t>100% SLA </a:t>
              </a:r>
            </a:p>
            <a:p>
              <a:pPr algn="ctr"/>
              <a:r>
                <a:rPr lang="en-US" sz="2000" b="1">
                  <a:solidFill>
                    <a:schemeClr val="bg1"/>
                  </a:solidFill>
                  <a:effectLst>
                    <a:outerShdw blurRad="50800" dist="38100" dir="5400000" algn="t" rotWithShape="0">
                      <a:prstClr val="black">
                        <a:alpha val="40000"/>
                      </a:prstClr>
                    </a:outerShdw>
                  </a:effectLst>
                  <a:latin typeface="Avenir Book" panose="02000503020000020003" pitchFamily="2" charset="0"/>
                  <a:cs typeface="Calibri" panose="020F0502020204030204" pitchFamily="34" charset="0"/>
                </a:rPr>
                <a:t>Compliant</a:t>
              </a:r>
            </a:p>
          </p:txBody>
        </p:sp>
        <p:grpSp>
          <p:nvGrpSpPr>
            <p:cNvPr id="77" name="Group 76">
              <a:extLst>
                <a:ext uri="{FF2B5EF4-FFF2-40B4-BE49-F238E27FC236}">
                  <a16:creationId xmlns:a16="http://schemas.microsoft.com/office/drawing/2014/main" id="{DFE1865D-B58F-CD23-F3DC-99A007F3A1AE}"/>
                </a:ext>
              </a:extLst>
            </p:cNvPr>
            <p:cNvGrpSpPr/>
            <p:nvPr/>
          </p:nvGrpSpPr>
          <p:grpSpPr>
            <a:xfrm>
              <a:off x="7073888" y="1265555"/>
              <a:ext cx="828363" cy="996077"/>
              <a:chOff x="1821009" y="1080357"/>
              <a:chExt cx="1122596" cy="1122596"/>
            </a:xfrm>
          </p:grpSpPr>
          <p:sp>
            <p:nvSpPr>
              <p:cNvPr id="81" name="Arc 80">
                <a:extLst>
                  <a:ext uri="{FF2B5EF4-FFF2-40B4-BE49-F238E27FC236}">
                    <a16:creationId xmlns:a16="http://schemas.microsoft.com/office/drawing/2014/main" id="{365A7B44-34C8-2C39-B68D-55AF206153A7}"/>
                  </a:ext>
                </a:extLst>
              </p:cNvPr>
              <p:cNvSpPr/>
              <p:nvPr/>
            </p:nvSpPr>
            <p:spPr>
              <a:xfrm flipV="1">
                <a:off x="1821009" y="1080357"/>
                <a:ext cx="1122596" cy="1122596"/>
              </a:xfrm>
              <a:prstGeom prst="arc">
                <a:avLst>
                  <a:gd name="adj1" fmla="val 11917595"/>
                  <a:gd name="adj2" fmla="val 20469157"/>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Avenir Book" panose="02000503020000020003" pitchFamily="2" charset="0"/>
                </a:endParaRPr>
              </a:p>
            </p:txBody>
          </p:sp>
          <p:grpSp>
            <p:nvGrpSpPr>
              <p:cNvPr id="82" name="Group 81">
                <a:extLst>
                  <a:ext uri="{FF2B5EF4-FFF2-40B4-BE49-F238E27FC236}">
                    <a16:creationId xmlns:a16="http://schemas.microsoft.com/office/drawing/2014/main" id="{486256C2-B843-979B-06F5-EF640AF1401C}"/>
                  </a:ext>
                </a:extLst>
              </p:cNvPr>
              <p:cNvGrpSpPr/>
              <p:nvPr/>
            </p:nvGrpSpPr>
            <p:grpSpPr>
              <a:xfrm>
                <a:off x="1850883" y="1438276"/>
                <a:ext cx="1063066" cy="386076"/>
                <a:chOff x="1850883" y="1589546"/>
                <a:chExt cx="1063066" cy="234805"/>
              </a:xfrm>
            </p:grpSpPr>
            <p:cxnSp>
              <p:nvCxnSpPr>
                <p:cNvPr id="83" name="Straight Connector 82">
                  <a:extLst>
                    <a:ext uri="{FF2B5EF4-FFF2-40B4-BE49-F238E27FC236}">
                      <a16:creationId xmlns:a16="http://schemas.microsoft.com/office/drawing/2014/main" id="{EBD8041C-4BD5-973A-0658-E8C188945B8E}"/>
                    </a:ext>
                  </a:extLst>
                </p:cNvPr>
                <p:cNvCxnSpPr>
                  <a:cxnSpLocks/>
                </p:cNvCxnSpPr>
                <p:nvPr/>
              </p:nvCxnSpPr>
              <p:spPr>
                <a:xfrm>
                  <a:off x="1850883" y="1589546"/>
                  <a:ext cx="0" cy="23480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84B2D3D-8FA1-E2AE-FF44-42A5E9C1B3E2}"/>
                    </a:ext>
                  </a:extLst>
                </p:cNvPr>
                <p:cNvCxnSpPr>
                  <a:cxnSpLocks/>
                </p:cNvCxnSpPr>
                <p:nvPr/>
              </p:nvCxnSpPr>
              <p:spPr>
                <a:xfrm>
                  <a:off x="2913949" y="1589546"/>
                  <a:ext cx="0" cy="23480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cxnSp>
          <p:nvCxnSpPr>
            <p:cNvPr id="13" name="Straight Connector 12">
              <a:extLst>
                <a:ext uri="{FF2B5EF4-FFF2-40B4-BE49-F238E27FC236}">
                  <a16:creationId xmlns:a16="http://schemas.microsoft.com/office/drawing/2014/main" id="{FC1C5C9D-5673-189A-4AC3-95189AD01EF5}"/>
                </a:ext>
              </a:extLst>
            </p:cNvPr>
            <p:cNvCxnSpPr/>
            <p:nvPr/>
          </p:nvCxnSpPr>
          <p:spPr>
            <a:xfrm>
              <a:off x="7503564" y="2270083"/>
              <a:ext cx="0" cy="55723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CDC37452-E501-B733-7AD6-D7FE3D4D3297}"/>
              </a:ext>
            </a:extLst>
          </p:cNvPr>
          <p:cNvGrpSpPr/>
          <p:nvPr/>
        </p:nvGrpSpPr>
        <p:grpSpPr>
          <a:xfrm>
            <a:off x="9056100" y="1265555"/>
            <a:ext cx="2607700" cy="4896372"/>
            <a:chOff x="9056100" y="1265555"/>
            <a:chExt cx="2607700" cy="4896372"/>
          </a:xfrm>
        </p:grpSpPr>
        <p:sp>
          <p:nvSpPr>
            <p:cNvPr id="88" name="Rectangle: Top Corners Rounded 22">
              <a:extLst>
                <a:ext uri="{FF2B5EF4-FFF2-40B4-BE49-F238E27FC236}">
                  <a16:creationId xmlns:a16="http://schemas.microsoft.com/office/drawing/2014/main" id="{79E5B403-ECD3-DD1E-9268-85F4C0D9D427}"/>
                </a:ext>
              </a:extLst>
            </p:cNvPr>
            <p:cNvSpPr/>
            <p:nvPr/>
          </p:nvSpPr>
          <p:spPr>
            <a:xfrm flipV="1">
              <a:off x="9152824" y="3678655"/>
              <a:ext cx="2399708" cy="2134434"/>
            </a:xfrm>
            <a:prstGeom prst="round2SameRect">
              <a:avLst>
                <a:gd name="adj1" fmla="val 4610"/>
                <a:gd name="adj2" fmla="val 0"/>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89" name="Rectangle: Rounded Corners 16">
              <a:extLst>
                <a:ext uri="{FF2B5EF4-FFF2-40B4-BE49-F238E27FC236}">
                  <a16:creationId xmlns:a16="http://schemas.microsoft.com/office/drawing/2014/main" id="{0144B8B2-EE14-C855-0E6A-403137FB0805}"/>
                </a:ext>
              </a:extLst>
            </p:cNvPr>
            <p:cNvSpPr/>
            <p:nvPr/>
          </p:nvSpPr>
          <p:spPr>
            <a:xfrm>
              <a:off x="9056100" y="1583134"/>
              <a:ext cx="2607700" cy="2095521"/>
            </a:xfrm>
            <a:prstGeom prst="roundRect">
              <a:avLst>
                <a:gd name="adj" fmla="val 6425"/>
              </a:avLst>
            </a:prstGeom>
            <a:gradFill>
              <a:gsLst>
                <a:gs pos="0">
                  <a:srgbClr val="405666">
                    <a:alpha val="85000"/>
                  </a:srgbClr>
                </a:gs>
                <a:gs pos="100000">
                  <a:srgbClr val="FD593D"/>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90" name="TextBox 89">
              <a:extLst>
                <a:ext uri="{FF2B5EF4-FFF2-40B4-BE49-F238E27FC236}">
                  <a16:creationId xmlns:a16="http://schemas.microsoft.com/office/drawing/2014/main" id="{1C7B275B-37B6-2FB9-282B-FE2B5F88E8A8}"/>
                </a:ext>
              </a:extLst>
            </p:cNvPr>
            <p:cNvSpPr txBox="1"/>
            <p:nvPr/>
          </p:nvSpPr>
          <p:spPr>
            <a:xfrm>
              <a:off x="9251877" y="3761270"/>
              <a:ext cx="2201602" cy="2400657"/>
            </a:xfrm>
            <a:prstGeom prst="rect">
              <a:avLst/>
            </a:prstGeom>
            <a:noFill/>
          </p:spPr>
          <p:txBody>
            <a:bodyPr wrap="square" lIns="0" tIns="0" rIns="0" bIns="0" rtlCol="0" anchor="ctr">
              <a:spAutoFit/>
            </a:bodyPr>
            <a:lstStyle/>
            <a:p>
              <a:r>
                <a:rPr lang="en-US" sz="1200">
                  <a:latin typeface="Avenir Book"/>
                </a:rPr>
                <a:t>Performance fix for the servers and application scalability.</a:t>
              </a:r>
            </a:p>
            <a:p>
              <a:endParaRPr lang="en-US" sz="1200">
                <a:latin typeface="Avenir Book" panose="02000503020000020003" pitchFamily="2" charset="0"/>
              </a:endParaRPr>
            </a:p>
            <a:p>
              <a:r>
                <a:rPr lang="en-US" sz="1200">
                  <a:latin typeface="Avenir Book"/>
                </a:rPr>
                <a:t>Currently managing CyberArk Infra Core PAS – 25 instances and additionally, supporting 14 credential providers.</a:t>
              </a:r>
              <a:endParaRPr lang="en-US" sz="1200">
                <a:latin typeface="Avenir Book" panose="02000503020000020003" pitchFamily="2" charset="0"/>
              </a:endParaRPr>
            </a:p>
            <a:p>
              <a:endParaRPr lang="en-US" sz="1200">
                <a:latin typeface="Avenir Book" panose="02000503020000020003" pitchFamily="2" charset="0"/>
              </a:endParaRPr>
            </a:p>
            <a:p>
              <a:r>
                <a:rPr lang="en-US" sz="1200">
                  <a:latin typeface="Avenir Book"/>
                </a:rPr>
                <a:t>370 Jira tickets handled/resolved</a:t>
              </a:r>
              <a:endParaRPr lang="en-US" sz="1200">
                <a:latin typeface="Avenir Book" panose="02000503020000020003" pitchFamily="2" charset="0"/>
              </a:endParaRPr>
            </a:p>
            <a:p>
              <a:endParaRPr lang="en-US" sz="1200">
                <a:latin typeface="Avenir Book" panose="02000503020000020003" pitchFamily="2" charset="0"/>
              </a:endParaRPr>
            </a:p>
            <a:p>
              <a:endParaRPr lang="en-US" sz="1200">
                <a:latin typeface="Avenir Book" panose="02000503020000020003" pitchFamily="2" charset="0"/>
              </a:endParaRPr>
            </a:p>
            <a:p>
              <a:endParaRPr lang="en-US" sz="1200">
                <a:latin typeface="Avenir Book" panose="02000503020000020003" pitchFamily="2" charset="0"/>
              </a:endParaRPr>
            </a:p>
          </p:txBody>
        </p:sp>
        <p:sp>
          <p:nvSpPr>
            <p:cNvPr id="91" name="TextBox 90">
              <a:extLst>
                <a:ext uri="{FF2B5EF4-FFF2-40B4-BE49-F238E27FC236}">
                  <a16:creationId xmlns:a16="http://schemas.microsoft.com/office/drawing/2014/main" id="{F5F2D9EF-CB8C-2BD4-57AA-7AB6D1467262}"/>
                </a:ext>
              </a:extLst>
            </p:cNvPr>
            <p:cNvSpPr txBox="1"/>
            <p:nvPr/>
          </p:nvSpPr>
          <p:spPr>
            <a:xfrm>
              <a:off x="9463174" y="3118478"/>
              <a:ext cx="1876509" cy="307777"/>
            </a:xfrm>
            <a:prstGeom prst="rect">
              <a:avLst/>
            </a:prstGeom>
            <a:noFill/>
          </p:spPr>
          <p:txBody>
            <a:bodyPr wrap="square" lIns="0" tIns="0" rIns="0" bIns="0" rtlCol="0" anchor="ctr">
              <a:spAutoFit/>
            </a:bodyPr>
            <a:lstStyle/>
            <a:p>
              <a:pPr algn="ctr"/>
              <a:r>
                <a:rPr lang="en-US" sz="2000" b="1">
                  <a:solidFill>
                    <a:schemeClr val="bg1"/>
                  </a:solidFill>
                  <a:effectLst>
                    <a:outerShdw blurRad="50800" dist="38100" dir="5400000" algn="t" rotWithShape="0">
                      <a:prstClr val="black">
                        <a:alpha val="40000"/>
                      </a:prstClr>
                    </a:outerShdw>
                  </a:effectLst>
                  <a:latin typeface="Avenir Book" panose="02000503020000020003" pitchFamily="2" charset="0"/>
                  <a:cs typeface="Calibri" panose="020F0502020204030204" pitchFamily="34" charset="0"/>
                </a:rPr>
                <a:t>Support</a:t>
              </a:r>
            </a:p>
          </p:txBody>
        </p:sp>
        <p:grpSp>
          <p:nvGrpSpPr>
            <p:cNvPr id="93" name="Group 92">
              <a:extLst>
                <a:ext uri="{FF2B5EF4-FFF2-40B4-BE49-F238E27FC236}">
                  <a16:creationId xmlns:a16="http://schemas.microsoft.com/office/drawing/2014/main" id="{1AF32D8E-C154-2CC5-3A93-38D43EC89B5A}"/>
                </a:ext>
              </a:extLst>
            </p:cNvPr>
            <p:cNvGrpSpPr/>
            <p:nvPr/>
          </p:nvGrpSpPr>
          <p:grpSpPr>
            <a:xfrm>
              <a:off x="9966976" y="1265555"/>
              <a:ext cx="828363" cy="996077"/>
              <a:chOff x="1821009" y="1080357"/>
              <a:chExt cx="1122596" cy="1122596"/>
            </a:xfrm>
          </p:grpSpPr>
          <p:sp>
            <p:nvSpPr>
              <p:cNvPr id="97" name="Arc 96">
                <a:extLst>
                  <a:ext uri="{FF2B5EF4-FFF2-40B4-BE49-F238E27FC236}">
                    <a16:creationId xmlns:a16="http://schemas.microsoft.com/office/drawing/2014/main" id="{90CD6939-2A5B-D192-973E-DC457AAF2300}"/>
                  </a:ext>
                </a:extLst>
              </p:cNvPr>
              <p:cNvSpPr/>
              <p:nvPr/>
            </p:nvSpPr>
            <p:spPr>
              <a:xfrm flipV="1">
                <a:off x="1821009" y="1080357"/>
                <a:ext cx="1122596" cy="1122596"/>
              </a:xfrm>
              <a:prstGeom prst="arc">
                <a:avLst>
                  <a:gd name="adj1" fmla="val 11917595"/>
                  <a:gd name="adj2" fmla="val 20469157"/>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Avenir Book" panose="02000503020000020003" pitchFamily="2" charset="0"/>
                </a:endParaRPr>
              </a:p>
            </p:txBody>
          </p:sp>
          <p:grpSp>
            <p:nvGrpSpPr>
              <p:cNvPr id="98" name="Group 97">
                <a:extLst>
                  <a:ext uri="{FF2B5EF4-FFF2-40B4-BE49-F238E27FC236}">
                    <a16:creationId xmlns:a16="http://schemas.microsoft.com/office/drawing/2014/main" id="{9EA5C08E-97F5-26BC-7F8C-9F5925E27F77}"/>
                  </a:ext>
                </a:extLst>
              </p:cNvPr>
              <p:cNvGrpSpPr/>
              <p:nvPr/>
            </p:nvGrpSpPr>
            <p:grpSpPr>
              <a:xfrm>
                <a:off x="1850883" y="1438276"/>
                <a:ext cx="1063066" cy="386076"/>
                <a:chOff x="1850883" y="1589546"/>
                <a:chExt cx="1063066" cy="234805"/>
              </a:xfrm>
            </p:grpSpPr>
            <p:cxnSp>
              <p:nvCxnSpPr>
                <p:cNvPr id="99" name="Straight Connector 98">
                  <a:extLst>
                    <a:ext uri="{FF2B5EF4-FFF2-40B4-BE49-F238E27FC236}">
                      <a16:creationId xmlns:a16="http://schemas.microsoft.com/office/drawing/2014/main" id="{440BD81A-8DCE-3C85-6160-145997D984A5}"/>
                    </a:ext>
                  </a:extLst>
                </p:cNvPr>
                <p:cNvCxnSpPr>
                  <a:cxnSpLocks/>
                </p:cNvCxnSpPr>
                <p:nvPr/>
              </p:nvCxnSpPr>
              <p:spPr>
                <a:xfrm>
                  <a:off x="1850883" y="1589546"/>
                  <a:ext cx="0" cy="23480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4F48FF78-1F6F-A4AE-FD28-72F800BE1512}"/>
                    </a:ext>
                  </a:extLst>
                </p:cNvPr>
                <p:cNvCxnSpPr>
                  <a:cxnSpLocks/>
                </p:cNvCxnSpPr>
                <p:nvPr/>
              </p:nvCxnSpPr>
              <p:spPr>
                <a:xfrm>
                  <a:off x="2913949" y="1589546"/>
                  <a:ext cx="0" cy="23480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cxnSp>
          <p:nvCxnSpPr>
            <p:cNvPr id="16" name="Straight Connector 15">
              <a:extLst>
                <a:ext uri="{FF2B5EF4-FFF2-40B4-BE49-F238E27FC236}">
                  <a16:creationId xmlns:a16="http://schemas.microsoft.com/office/drawing/2014/main" id="{1E547B8A-932C-62DA-86AC-0318FC970953}"/>
                </a:ext>
              </a:extLst>
            </p:cNvPr>
            <p:cNvCxnSpPr/>
            <p:nvPr/>
          </p:nvCxnSpPr>
          <p:spPr>
            <a:xfrm>
              <a:off x="10401429" y="2261924"/>
              <a:ext cx="0" cy="55723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3" name="TextBox 2">
            <a:extLst>
              <a:ext uri="{FF2B5EF4-FFF2-40B4-BE49-F238E27FC236}">
                <a16:creationId xmlns:a16="http://schemas.microsoft.com/office/drawing/2014/main" id="{196EDC37-8AE6-3CFE-826B-35E9A1B394EB}"/>
              </a:ext>
            </a:extLst>
          </p:cNvPr>
          <p:cNvSpPr txBox="1"/>
          <p:nvPr/>
        </p:nvSpPr>
        <p:spPr>
          <a:xfrm>
            <a:off x="-1441622" y="436605"/>
            <a:ext cx="0" cy="0"/>
          </a:xfrm>
          <a:prstGeom prst="rect">
            <a:avLst/>
          </a:prstGeom>
        </p:spPr>
        <p:txBody>
          <a:bodyPr vert="horz" wrap="none" lIns="0" tIns="0" rIns="0" bIns="0" rtlCol="0">
            <a:noAutofit/>
          </a:bodyPr>
          <a:lstStyle/>
          <a:p>
            <a:pPr marL="0" marR="243840" algn="l">
              <a:lnSpc>
                <a:spcPct val="148200"/>
              </a:lnSpc>
              <a:spcBef>
                <a:spcPts val="300"/>
              </a:spcBef>
              <a:spcAft>
                <a:spcPts val="600"/>
              </a:spcAft>
            </a:pPr>
            <a:endParaRPr lang="en-US" sz="900" err="1">
              <a:solidFill>
                <a:srgbClr val="6D6E71"/>
              </a:solidFill>
              <a:latin typeface="Avenir Book" panose="02000503020000020003" pitchFamily="2" charset="0"/>
              <a:cs typeface="Arial"/>
            </a:endParaRPr>
          </a:p>
        </p:txBody>
      </p:sp>
      <p:pic>
        <p:nvPicPr>
          <p:cNvPr id="12" name="Picture 11">
            <a:extLst>
              <a:ext uri="{FF2B5EF4-FFF2-40B4-BE49-F238E27FC236}">
                <a16:creationId xmlns:a16="http://schemas.microsoft.com/office/drawing/2014/main" id="{9311A923-4D09-27A9-1654-CCC90964F70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54471" y="1671638"/>
            <a:ext cx="456197" cy="456197"/>
          </a:xfrm>
          <a:prstGeom prst="rect">
            <a:avLst/>
          </a:prstGeom>
        </p:spPr>
      </p:pic>
      <p:pic>
        <p:nvPicPr>
          <p:cNvPr id="21" name="Picture 20">
            <a:extLst>
              <a:ext uri="{FF2B5EF4-FFF2-40B4-BE49-F238E27FC236}">
                <a16:creationId xmlns:a16="http://schemas.microsoft.com/office/drawing/2014/main" id="{437F8985-0DF5-9F33-F545-6436E22F318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38664" y="1594097"/>
            <a:ext cx="579894" cy="579894"/>
          </a:xfrm>
          <a:prstGeom prst="rect">
            <a:avLst/>
          </a:prstGeom>
        </p:spPr>
      </p:pic>
      <p:pic>
        <p:nvPicPr>
          <p:cNvPr id="27" name="Picture 26">
            <a:extLst>
              <a:ext uri="{FF2B5EF4-FFF2-40B4-BE49-F238E27FC236}">
                <a16:creationId xmlns:a16="http://schemas.microsoft.com/office/drawing/2014/main" id="{EBEE9B81-C989-82CA-F5EE-470F5FB3180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138918" y="1605414"/>
            <a:ext cx="498609" cy="498609"/>
          </a:xfrm>
          <a:prstGeom prst="rect">
            <a:avLst/>
          </a:prstGeom>
        </p:spPr>
      </p:pic>
      <p:pic>
        <p:nvPicPr>
          <p:cNvPr id="9" name="Picture 8">
            <a:extLst>
              <a:ext uri="{FF2B5EF4-FFF2-40B4-BE49-F238E27FC236}">
                <a16:creationId xmlns:a16="http://schemas.microsoft.com/office/drawing/2014/main" id="{309E2720-C100-D71F-A1C0-4BAB98A88D9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241598" y="1627383"/>
            <a:ext cx="528112" cy="528112"/>
          </a:xfrm>
          <a:prstGeom prst="rect">
            <a:avLst/>
          </a:prstGeom>
        </p:spPr>
      </p:pic>
    </p:spTree>
    <p:extLst>
      <p:ext uri="{BB962C8B-B14F-4D97-AF65-F5344CB8AC3E}">
        <p14:creationId xmlns:p14="http://schemas.microsoft.com/office/powerpoint/2010/main" val="26398786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 163">
            <a:extLst>
              <a:ext uri="{FF2B5EF4-FFF2-40B4-BE49-F238E27FC236}">
                <a16:creationId xmlns:a16="http://schemas.microsoft.com/office/drawing/2014/main" id="{7D1E7C0B-81B9-044D-83D7-65A03D55000A}"/>
              </a:ext>
            </a:extLst>
          </p:cNvPr>
          <p:cNvSpPr/>
          <p:nvPr/>
        </p:nvSpPr>
        <p:spPr>
          <a:xfrm rot="16200000">
            <a:off x="1785602" y="1848936"/>
            <a:ext cx="290085" cy="2539511"/>
          </a:xfrm>
          <a:prstGeom prst="rightBrace">
            <a:avLst>
              <a:gd name="adj1" fmla="val 24536"/>
              <a:gd name="adj2" fmla="val 53167"/>
            </a:avLst>
          </a:prstGeom>
          <a:noFill/>
          <a:ln w="12700" cap="flat" cmpd="sng">
            <a:solidFill>
              <a:schemeClr val="accent1"/>
            </a:solidFill>
            <a:prstDash val="solid"/>
            <a:round/>
            <a:headEnd type="none" w="med" len="med"/>
            <a:tailEnd type="none" w="med" len="med"/>
          </a:ln>
        </p:spPr>
        <p:txBody>
          <a:bodyPr lIns="91425" tIns="45700" rIns="91425" bIns="45700" anchor="ctr" anchorCtr="0">
            <a:noAutofit/>
          </a:bodyPr>
          <a:lstStyle/>
          <a:p>
            <a:pPr marL="0" marR="0" lvl="0" indent="0" algn="ctr" defTabSz="609585" rtl="0" eaLnBrk="1" fontAlgn="auto" latinLnBrk="0" hangingPunct="1">
              <a:lnSpc>
                <a:spcPct val="100000"/>
              </a:lnSpc>
              <a:spcBef>
                <a:spcPts val="0"/>
              </a:spcBef>
              <a:spcAft>
                <a:spcPts val="0"/>
              </a:spcAft>
              <a:buClr>
                <a:srgbClr val="000000"/>
              </a:buClr>
              <a:buSzTx/>
              <a:buFontTx/>
              <a:buNone/>
              <a:tabLst/>
              <a:defRPr/>
            </a:pPr>
            <a:endParaRPr kumimoji="0" sz="1200" b="1" i="0" u="none" strike="noStrike" kern="1200" cap="none" spc="0" normalizeH="0" baseline="0" noProof="0">
              <a:ln>
                <a:noFill/>
              </a:ln>
              <a:solidFill>
                <a:srgbClr val="000000"/>
              </a:solidFill>
              <a:effectLst/>
              <a:uLnTx/>
              <a:uFillTx/>
              <a:latin typeface="Avenir"/>
              <a:ea typeface="Verdana"/>
              <a:cs typeface="+mn-cs"/>
              <a:sym typeface="Verdana"/>
            </a:endParaRPr>
          </a:p>
        </p:txBody>
      </p:sp>
      <p:sp>
        <p:nvSpPr>
          <p:cNvPr id="10" name="Shape 163">
            <a:extLst>
              <a:ext uri="{FF2B5EF4-FFF2-40B4-BE49-F238E27FC236}">
                <a16:creationId xmlns:a16="http://schemas.microsoft.com/office/drawing/2014/main" id="{0F0F61F0-4C0D-5445-846F-05D15F42BF81}"/>
              </a:ext>
            </a:extLst>
          </p:cNvPr>
          <p:cNvSpPr/>
          <p:nvPr/>
        </p:nvSpPr>
        <p:spPr>
          <a:xfrm rot="16200000">
            <a:off x="5367793" y="1892105"/>
            <a:ext cx="290084" cy="2487023"/>
          </a:xfrm>
          <a:prstGeom prst="rightBrace">
            <a:avLst>
              <a:gd name="adj1" fmla="val 15921"/>
              <a:gd name="adj2" fmla="val 48799"/>
            </a:avLst>
          </a:prstGeom>
          <a:noFill/>
          <a:ln w="12700" cap="flat" cmpd="sng">
            <a:solidFill>
              <a:schemeClr val="accent1"/>
            </a:solidFill>
            <a:prstDash val="solid"/>
            <a:round/>
            <a:headEnd type="none" w="med" len="med"/>
            <a:tailEnd type="none" w="med" len="med"/>
          </a:ln>
        </p:spPr>
        <p:txBody>
          <a:bodyPr lIns="91425" tIns="45700" rIns="91425" bIns="45700" anchor="ctr" anchorCtr="0">
            <a:noAutofit/>
          </a:bodyPr>
          <a:lstStyle/>
          <a:p>
            <a:pPr marL="0" marR="0" lvl="0" indent="0" algn="ctr" defTabSz="609585" rtl="0" eaLnBrk="1" fontAlgn="auto" latinLnBrk="0" hangingPunct="1">
              <a:lnSpc>
                <a:spcPct val="100000"/>
              </a:lnSpc>
              <a:spcBef>
                <a:spcPts val="0"/>
              </a:spcBef>
              <a:spcAft>
                <a:spcPts val="0"/>
              </a:spcAft>
              <a:buClr>
                <a:srgbClr val="000000"/>
              </a:buClr>
              <a:buSzTx/>
              <a:buFontTx/>
              <a:buNone/>
              <a:tabLst/>
              <a:defRPr/>
            </a:pPr>
            <a:endParaRPr kumimoji="0" sz="1200" b="1" i="0" u="none" strike="noStrike" kern="1200" cap="none" spc="0" normalizeH="0" baseline="0" noProof="0">
              <a:ln>
                <a:noFill/>
              </a:ln>
              <a:solidFill>
                <a:srgbClr val="000000"/>
              </a:solidFill>
              <a:effectLst/>
              <a:uLnTx/>
              <a:uFillTx/>
              <a:latin typeface="Avenir"/>
              <a:ea typeface="Verdana"/>
              <a:cs typeface="Verdana"/>
              <a:sym typeface="Verdana"/>
            </a:endParaRPr>
          </a:p>
        </p:txBody>
      </p:sp>
      <p:sp>
        <p:nvSpPr>
          <p:cNvPr id="6" name="Shape 162">
            <a:extLst>
              <a:ext uri="{FF2B5EF4-FFF2-40B4-BE49-F238E27FC236}">
                <a16:creationId xmlns:a16="http://schemas.microsoft.com/office/drawing/2014/main" id="{DAECDE51-250F-764F-ACB7-DB623484D9ED}"/>
              </a:ext>
            </a:extLst>
          </p:cNvPr>
          <p:cNvSpPr/>
          <p:nvPr/>
        </p:nvSpPr>
        <p:spPr>
          <a:xfrm>
            <a:off x="660889" y="1174378"/>
            <a:ext cx="2635762" cy="1650512"/>
          </a:xfrm>
          <a:prstGeom prst="rect">
            <a:avLst/>
          </a:prstGeom>
          <a:noFill/>
          <a:ln w="12700">
            <a:solidFill>
              <a:schemeClr val="tx1"/>
            </a:solidFill>
          </a:ln>
        </p:spPr>
        <p:txBody>
          <a:bodyPr lIns="91425" tIns="45700" rIns="91425" bIns="45700" anchor="t" anchorCtr="0">
            <a:noAutofit/>
          </a:bodyPr>
          <a:lstStyle/>
          <a:p>
            <a:pPr marL="0" marR="0" lvl="0" indent="0" algn="ctr" defTabSz="609585" rtl="0" eaLnBrk="1" fontAlgn="auto" latinLnBrk="0" hangingPunct="1">
              <a:lnSpc>
                <a:spcPct val="100000"/>
              </a:lnSpc>
              <a:spcBef>
                <a:spcPts val="0"/>
              </a:spcBef>
              <a:spcAft>
                <a:spcPts val="0"/>
              </a:spcAft>
              <a:buClr>
                <a:srgbClr val="000000"/>
              </a:buClr>
              <a:buSzPct val="25000"/>
              <a:buFontTx/>
              <a:buNone/>
              <a:tabLst/>
              <a:defRPr/>
            </a:pPr>
            <a:r>
              <a:rPr kumimoji="0" lang="en-US" sz="1200" b="1" i="0" u="none" strike="noStrike" kern="1200" cap="none" spc="0" normalizeH="0" baseline="0" noProof="0">
                <a:ln>
                  <a:noFill/>
                </a:ln>
                <a:solidFill>
                  <a:srgbClr val="CC412F"/>
                </a:solidFill>
                <a:effectLst/>
                <a:uLnTx/>
                <a:uFillTx/>
                <a:latin typeface="Avenir"/>
                <a:ea typeface="Verdana"/>
                <a:cs typeface="+mn-cs"/>
                <a:sym typeface="Verdana"/>
              </a:rPr>
              <a:t>Credential Provider Integration (CP)</a:t>
            </a:r>
          </a:p>
          <a:p>
            <a:pPr marL="0" marR="0" lvl="0" indent="0" algn="ctr" defTabSz="609585" rtl="0" eaLnBrk="1" fontAlgn="auto" latinLnBrk="0" hangingPunct="1">
              <a:lnSpc>
                <a:spcPct val="100000"/>
              </a:lnSpc>
              <a:spcBef>
                <a:spcPts val="0"/>
              </a:spcBef>
              <a:spcAft>
                <a:spcPts val="0"/>
              </a:spcAft>
              <a:buClr>
                <a:srgbClr val="000000"/>
              </a:buClr>
              <a:buSzPct val="25000"/>
              <a:buFontTx/>
              <a:buNone/>
              <a:tabLst/>
              <a:defRPr/>
            </a:pPr>
            <a:r>
              <a:rPr lang="en-US" sz="1200">
                <a:solidFill>
                  <a:srgbClr val="010203"/>
                </a:solidFill>
                <a:latin typeface="Avenir"/>
                <a:ea typeface="Verdana"/>
                <a:cs typeface="Verdana"/>
              </a:rPr>
              <a:t>Eliminate hardcoded credentials in </a:t>
            </a:r>
            <a:r>
              <a:rPr lang="en-IN" sz="1200">
                <a:solidFill>
                  <a:srgbClr val="010203"/>
                </a:solidFill>
                <a:latin typeface="Avenir"/>
                <a:ea typeface="Verdana"/>
                <a:cs typeface="Verdana"/>
              </a:rPr>
              <a:t>applications, scripts or configuration files, and allows these highly-sensitive passwords to be centrally stored, logged and managed within the Vault.</a:t>
            </a:r>
          </a:p>
        </p:txBody>
      </p:sp>
      <p:sp>
        <p:nvSpPr>
          <p:cNvPr id="9" name="Shape 162">
            <a:extLst>
              <a:ext uri="{FF2B5EF4-FFF2-40B4-BE49-F238E27FC236}">
                <a16:creationId xmlns:a16="http://schemas.microsoft.com/office/drawing/2014/main" id="{A69506DD-0BC5-CF4E-81EB-196551FCB292}"/>
              </a:ext>
            </a:extLst>
          </p:cNvPr>
          <p:cNvSpPr/>
          <p:nvPr/>
        </p:nvSpPr>
        <p:spPr>
          <a:xfrm>
            <a:off x="4265375" y="1882272"/>
            <a:ext cx="2487022" cy="1051688"/>
          </a:xfrm>
          <a:prstGeom prst="rect">
            <a:avLst/>
          </a:prstGeom>
          <a:noFill/>
          <a:ln w="12700">
            <a:solidFill>
              <a:schemeClr val="tx1"/>
            </a:solidFill>
          </a:ln>
        </p:spPr>
        <p:txBody>
          <a:bodyPr lIns="91425" tIns="45700" rIns="91425" bIns="45700" anchor="t" anchorCtr="0">
            <a:noAutofit/>
          </a:bodyPr>
          <a:lstStyle/>
          <a:p>
            <a:pPr marL="0" marR="0" lvl="0" indent="0" algn="ctr" defTabSz="609585" rtl="0" eaLnBrk="1" fontAlgn="auto" latinLnBrk="0" hangingPunct="1">
              <a:lnSpc>
                <a:spcPct val="100000"/>
              </a:lnSpc>
              <a:spcBef>
                <a:spcPts val="0"/>
              </a:spcBef>
              <a:spcAft>
                <a:spcPts val="0"/>
              </a:spcAft>
              <a:buClr>
                <a:srgbClr val="000000"/>
              </a:buClr>
              <a:buSzPct val="25000"/>
              <a:buFontTx/>
              <a:buNone/>
              <a:tabLst/>
              <a:defRPr/>
            </a:pPr>
            <a:r>
              <a:rPr kumimoji="0" lang="en-US" sz="1200" b="1" i="0" u="none" strike="noStrike" kern="1200" cap="none" spc="0" normalizeH="0" baseline="0" noProof="0">
                <a:ln>
                  <a:noFill/>
                </a:ln>
                <a:solidFill>
                  <a:srgbClr val="CC412F"/>
                </a:solidFill>
                <a:effectLst/>
                <a:uLnTx/>
                <a:uFillTx/>
                <a:latin typeface="Avenir"/>
                <a:ea typeface="Verdana"/>
                <a:cs typeface="+mn-cs"/>
                <a:sym typeface="Verdana"/>
              </a:rPr>
              <a:t>CyberArk Major Upgrade</a:t>
            </a:r>
          </a:p>
          <a:p>
            <a:pPr marL="0" marR="0" lvl="0" indent="0" algn="ctr" defTabSz="609585" rtl="0" eaLnBrk="1" fontAlgn="auto" latinLnBrk="0" hangingPunct="1">
              <a:lnSpc>
                <a:spcPct val="100000"/>
              </a:lnSpc>
              <a:spcBef>
                <a:spcPts val="0"/>
              </a:spcBef>
              <a:spcAft>
                <a:spcPts val="0"/>
              </a:spcAft>
              <a:buClr>
                <a:srgbClr val="000000"/>
              </a:buClr>
              <a:buSzPct val="25000"/>
              <a:buFontTx/>
              <a:buNone/>
              <a:tabLst/>
              <a:defRPr/>
            </a:pPr>
            <a:endParaRPr kumimoji="0" lang="en-US" sz="1200" b="1" i="0" u="none" strike="noStrike" kern="1200" cap="none" spc="0" normalizeH="0" baseline="0" noProof="0">
              <a:ln>
                <a:noFill/>
              </a:ln>
              <a:solidFill>
                <a:srgbClr val="CC412F"/>
              </a:solidFill>
              <a:effectLst/>
              <a:uLnTx/>
              <a:uFillTx/>
              <a:latin typeface="Avenir"/>
              <a:ea typeface="Verdana"/>
              <a:cs typeface="+mn-cs"/>
              <a:sym typeface="Verdana"/>
            </a:endParaRPr>
          </a:p>
          <a:p>
            <a:pPr marL="0" marR="0" lvl="0" indent="0" algn="ctr" defTabSz="609585" rtl="0" eaLnBrk="1" fontAlgn="auto" latinLnBrk="0" hangingPunct="1">
              <a:lnSpc>
                <a:spcPct val="100000"/>
              </a:lnSpc>
              <a:spcBef>
                <a:spcPts val="0"/>
              </a:spcBef>
              <a:spcAft>
                <a:spcPts val="0"/>
              </a:spcAft>
              <a:buClr>
                <a:srgbClr val="000000"/>
              </a:buClr>
              <a:buSzPct val="25000"/>
              <a:buFontTx/>
              <a:buNone/>
              <a:tabLst/>
              <a:defRPr/>
            </a:pPr>
            <a:r>
              <a:rPr kumimoji="0" lang="en-US" sz="1200" b="0" i="0" u="none" strike="noStrike" kern="1200" cap="none" spc="0" normalizeH="0" baseline="0" noProof="0">
                <a:ln>
                  <a:noFill/>
                </a:ln>
                <a:solidFill>
                  <a:srgbClr val="010203"/>
                </a:solidFill>
                <a:effectLst/>
                <a:uLnTx/>
                <a:uFillTx/>
                <a:latin typeface="Avenir"/>
                <a:ea typeface="Verdana"/>
                <a:cs typeface="Verdana"/>
                <a:sym typeface="Verdana"/>
              </a:rPr>
              <a:t>Upgrading the CyberArk solution to the latest version v13.x &amp; its patches.</a:t>
            </a:r>
          </a:p>
        </p:txBody>
      </p:sp>
      <p:sp>
        <p:nvSpPr>
          <p:cNvPr id="41" name="Title 1">
            <a:extLst>
              <a:ext uri="{FF2B5EF4-FFF2-40B4-BE49-F238E27FC236}">
                <a16:creationId xmlns:a16="http://schemas.microsoft.com/office/drawing/2014/main" id="{4FA5D7C8-0DA6-BC46-9E69-A107C1FBDFEB}"/>
              </a:ext>
            </a:extLst>
          </p:cNvPr>
          <p:cNvSpPr txBox="1">
            <a:spLocks/>
          </p:cNvSpPr>
          <p:nvPr/>
        </p:nvSpPr>
        <p:spPr>
          <a:xfrm>
            <a:off x="256510" y="240907"/>
            <a:ext cx="10727799" cy="1051687"/>
          </a:xfrm>
          <a:prstGeom prst="rect">
            <a:avLst/>
          </a:prstGeom>
        </p:spPr>
        <p:txBody>
          <a:bodyPr/>
          <a:lstStyle>
            <a:lvl1pPr marL="201700" indent="-201700" algn="l" defTabSz="529849" rtl="0" eaLnBrk="1" latinLnBrk="0" hangingPunct="1">
              <a:lnSpc>
                <a:spcPts val="3000"/>
              </a:lnSpc>
              <a:spcBef>
                <a:spcPct val="0"/>
              </a:spcBef>
              <a:buSzPct val="102000"/>
              <a:buFontTx/>
              <a:buBlip>
                <a:blip r:embed="rId3"/>
              </a:buBlip>
              <a:tabLst/>
              <a:defRPr sz="2800" b="1" i="0" kern="1200" baseline="0">
                <a:solidFill>
                  <a:schemeClr val="accent1"/>
                </a:solidFill>
                <a:latin typeface="Avenir Heavy" panose="02000503020000020003" pitchFamily="2" charset="0"/>
                <a:ea typeface="+mj-ea"/>
                <a:cs typeface="+mj-cs"/>
              </a:defRPr>
            </a:lvl1pPr>
          </a:lstStyle>
          <a:p>
            <a:pPr marL="201700" marR="0" lvl="0" indent="-201700" algn="l" defTabSz="529849" rtl="0" eaLnBrk="1" fontAlgn="auto" latinLnBrk="0" hangingPunct="1">
              <a:lnSpc>
                <a:spcPts val="3000"/>
              </a:lnSpc>
              <a:spcBef>
                <a:spcPct val="0"/>
              </a:spcBef>
              <a:spcAft>
                <a:spcPts val="0"/>
              </a:spcAft>
              <a:buClrTx/>
              <a:buSzPct val="102000"/>
              <a:buFontTx/>
              <a:buBlip>
                <a:blip r:embed="rId3"/>
              </a:buBlip>
              <a:tabLst/>
              <a:defRPr/>
            </a:pPr>
            <a:r>
              <a:rPr kumimoji="0" lang="en-US" sz="2800" b="1" i="0" u="none" strike="noStrike" kern="1200" cap="none" spc="0" normalizeH="0" baseline="0" noProof="0">
                <a:ln>
                  <a:noFill/>
                </a:ln>
                <a:solidFill>
                  <a:srgbClr val="CC412F"/>
                </a:solidFill>
                <a:effectLst/>
                <a:uLnTx/>
                <a:uFillTx/>
                <a:latin typeface="Avenir Heavy" panose="02000503020000020003" pitchFamily="2" charset="0"/>
                <a:ea typeface="+mj-ea"/>
                <a:cs typeface="+mj-cs"/>
              </a:rPr>
              <a:t>CyberArk Roadmap (</a:t>
            </a:r>
            <a:r>
              <a:rPr lang="en-US">
                <a:solidFill>
                  <a:srgbClr val="CC412F"/>
                </a:solidFill>
              </a:rPr>
              <a:t>2024</a:t>
            </a:r>
            <a:r>
              <a:rPr kumimoji="0" lang="en-US" sz="2800" b="1" i="0" u="none" strike="noStrike" kern="1200" cap="none" spc="0" normalizeH="0" baseline="0" noProof="0">
                <a:ln>
                  <a:noFill/>
                </a:ln>
                <a:solidFill>
                  <a:srgbClr val="CC412F"/>
                </a:solidFill>
                <a:effectLst/>
                <a:uLnTx/>
                <a:uFillTx/>
                <a:latin typeface="Avenir Heavy" panose="02000503020000020003" pitchFamily="2" charset="0"/>
                <a:ea typeface="+mj-ea"/>
                <a:cs typeface="+mj-cs"/>
              </a:rPr>
              <a:t>)</a:t>
            </a:r>
          </a:p>
        </p:txBody>
      </p:sp>
      <p:sp>
        <p:nvSpPr>
          <p:cNvPr id="14" name="Shape 163">
            <a:extLst>
              <a:ext uri="{FF2B5EF4-FFF2-40B4-BE49-F238E27FC236}">
                <a16:creationId xmlns:a16="http://schemas.microsoft.com/office/drawing/2014/main" id="{4CBDA251-9D43-B9B2-C035-EEB80D351B3D}"/>
              </a:ext>
            </a:extLst>
          </p:cNvPr>
          <p:cNvSpPr/>
          <p:nvPr/>
        </p:nvSpPr>
        <p:spPr>
          <a:xfrm rot="5400000">
            <a:off x="1428887" y="3318502"/>
            <a:ext cx="511016" cy="2011012"/>
          </a:xfrm>
          <a:prstGeom prst="rightBrace">
            <a:avLst>
              <a:gd name="adj1" fmla="val 16971"/>
              <a:gd name="adj2" fmla="val 43173"/>
            </a:avLst>
          </a:prstGeom>
          <a:noFill/>
          <a:ln w="12700" cap="flat" cmpd="sng">
            <a:solidFill>
              <a:schemeClr val="accent1"/>
            </a:solidFill>
            <a:prstDash val="solid"/>
            <a:round/>
            <a:headEnd type="none" w="med" len="med"/>
            <a:tailEnd type="none" w="med" len="med"/>
          </a:ln>
        </p:spPr>
        <p:txBody>
          <a:bodyPr lIns="91425" tIns="45700" rIns="91425" bIns="45700" anchor="ctr" anchorCtr="0">
            <a:noAutofit/>
          </a:bodyPr>
          <a:lstStyle/>
          <a:p>
            <a:pPr marL="0" marR="0" lvl="0" indent="0" algn="ctr" defTabSz="609585" rtl="0" eaLnBrk="1" fontAlgn="auto" latinLnBrk="0" hangingPunct="1">
              <a:lnSpc>
                <a:spcPct val="100000"/>
              </a:lnSpc>
              <a:spcBef>
                <a:spcPts val="0"/>
              </a:spcBef>
              <a:spcAft>
                <a:spcPts val="0"/>
              </a:spcAft>
              <a:buClr>
                <a:srgbClr val="000000"/>
              </a:buClr>
              <a:buSzTx/>
              <a:buFontTx/>
              <a:buNone/>
              <a:tabLst/>
              <a:defRPr/>
            </a:pPr>
            <a:endParaRPr kumimoji="0" sz="1200" b="1" i="0" u="none" strike="noStrike" kern="1200" cap="none" spc="0" normalizeH="0" baseline="0" noProof="0">
              <a:ln>
                <a:noFill/>
              </a:ln>
              <a:solidFill>
                <a:srgbClr val="000000"/>
              </a:solidFill>
              <a:effectLst/>
              <a:uLnTx/>
              <a:uFillTx/>
              <a:latin typeface="Avenir"/>
              <a:ea typeface="Verdana"/>
              <a:cs typeface="Verdana"/>
              <a:sym typeface="Verdana"/>
            </a:endParaRPr>
          </a:p>
        </p:txBody>
      </p:sp>
      <p:sp>
        <p:nvSpPr>
          <p:cNvPr id="17" name="Shape 162">
            <a:extLst>
              <a:ext uri="{FF2B5EF4-FFF2-40B4-BE49-F238E27FC236}">
                <a16:creationId xmlns:a16="http://schemas.microsoft.com/office/drawing/2014/main" id="{071B770B-C685-2194-A641-DAB2B3FA4AC6}"/>
              </a:ext>
            </a:extLst>
          </p:cNvPr>
          <p:cNvSpPr/>
          <p:nvPr/>
        </p:nvSpPr>
        <p:spPr>
          <a:xfrm>
            <a:off x="7584286" y="368300"/>
            <a:ext cx="3877359" cy="2605349"/>
          </a:xfrm>
          <a:prstGeom prst="rect">
            <a:avLst/>
          </a:prstGeom>
          <a:noFill/>
          <a:ln w="12700">
            <a:solidFill>
              <a:schemeClr val="tx1"/>
            </a:solidFill>
          </a:ln>
        </p:spPr>
        <p:txBody>
          <a:bodyPr lIns="91425" tIns="45700" rIns="91425" bIns="45700" anchor="t" anchorCtr="0">
            <a:noAutofit/>
          </a:bodyPr>
          <a:lstStyle/>
          <a:p>
            <a:pPr marL="0" marR="0" lvl="0" indent="0" algn="ctr" defTabSz="609585" rtl="0" eaLnBrk="1" fontAlgn="auto" latinLnBrk="0" hangingPunct="1">
              <a:lnSpc>
                <a:spcPct val="100000"/>
              </a:lnSpc>
              <a:spcBef>
                <a:spcPts val="0"/>
              </a:spcBef>
              <a:spcAft>
                <a:spcPts val="0"/>
              </a:spcAft>
              <a:buClr>
                <a:srgbClr val="000000"/>
              </a:buClr>
              <a:buSzPct val="25000"/>
              <a:buFontTx/>
              <a:buNone/>
              <a:tabLst/>
              <a:defRPr/>
            </a:pPr>
            <a:r>
              <a:rPr lang="en-US" sz="1200" b="1">
                <a:solidFill>
                  <a:srgbClr val="CC412F"/>
                </a:solidFill>
                <a:latin typeface="Avenir"/>
                <a:ea typeface="Verdana"/>
                <a:cs typeface="Verdana"/>
                <a:sym typeface="Verdana"/>
              </a:rPr>
              <a:t>Potential New Integrations</a:t>
            </a:r>
          </a:p>
          <a:p>
            <a:pPr marL="171450" marR="0" lvl="0" indent="-171450" defTabSz="609585" rtl="0" eaLnBrk="1" fontAlgn="auto" latinLnBrk="0" hangingPunct="1">
              <a:lnSpc>
                <a:spcPct val="100000"/>
              </a:lnSpc>
              <a:spcBef>
                <a:spcPts val="0"/>
              </a:spcBef>
              <a:spcAft>
                <a:spcPts val="0"/>
              </a:spcAft>
              <a:buClr>
                <a:srgbClr val="000000"/>
              </a:buClr>
              <a:buSzPct val="100000"/>
              <a:buFont typeface="Arial" panose="020B0604020202020204" pitchFamily="34" charset="0"/>
              <a:buChar char="•"/>
              <a:tabLst/>
              <a:defRPr/>
            </a:pPr>
            <a:r>
              <a:rPr lang="en-US" sz="1200">
                <a:solidFill>
                  <a:schemeClr val="tx1"/>
                </a:solidFill>
              </a:rPr>
              <a:t>End user  learning to leverage the existing PSMPs for UNIX sessions in the environment</a:t>
            </a:r>
          </a:p>
          <a:p>
            <a:pPr marL="171450" marR="0" lvl="0" indent="-171450" defTabSz="609585" rtl="0" eaLnBrk="1" fontAlgn="auto" latinLnBrk="0" hangingPunct="1">
              <a:lnSpc>
                <a:spcPct val="100000"/>
              </a:lnSpc>
              <a:spcBef>
                <a:spcPts val="0"/>
              </a:spcBef>
              <a:spcAft>
                <a:spcPts val="0"/>
              </a:spcAft>
              <a:buClr>
                <a:srgbClr val="000000"/>
              </a:buClr>
              <a:buSzPct val="100000"/>
              <a:buFont typeface="Arial" panose="020B0604020202020204" pitchFamily="34" charset="0"/>
              <a:buChar char="•"/>
              <a:tabLst/>
              <a:defRPr/>
            </a:pPr>
            <a:r>
              <a:rPr lang="en-US" sz="1200">
                <a:solidFill>
                  <a:schemeClr val="tx1"/>
                </a:solidFill>
              </a:rPr>
              <a:t>Build a more connected, secure ecosystem e.g., PAM-IGA (CyberArk - SailPoint) integration</a:t>
            </a:r>
            <a:endParaRPr lang="en-US" sz="1200"/>
          </a:p>
          <a:p>
            <a:pPr marL="171450" marR="0" lvl="0" indent="-171450" defTabSz="609585" rtl="0" eaLnBrk="1" fontAlgn="auto" latinLnBrk="0" hangingPunct="1">
              <a:lnSpc>
                <a:spcPct val="100000"/>
              </a:lnSpc>
              <a:spcBef>
                <a:spcPts val="0"/>
              </a:spcBef>
              <a:spcAft>
                <a:spcPts val="0"/>
              </a:spcAft>
              <a:buClr>
                <a:srgbClr val="000000"/>
              </a:buClr>
              <a:buSzPct val="100000"/>
              <a:buFont typeface="Arial" panose="020B0604020202020204" pitchFamily="34" charset="0"/>
              <a:buChar char="•"/>
              <a:tabLst/>
              <a:defRPr/>
            </a:pPr>
            <a:r>
              <a:rPr lang="en-US" sz="1200">
                <a:solidFill>
                  <a:schemeClr val="tx1"/>
                </a:solidFill>
              </a:rPr>
              <a:t>PSM Health Check integration to eliminate the need for F5/Wintel team for load balancer additions/removals in case of planned activities</a:t>
            </a:r>
          </a:p>
          <a:p>
            <a:pPr marL="171450" marR="0" lvl="0" indent="-171450" defTabSz="609585" rtl="0" eaLnBrk="1" fontAlgn="auto" latinLnBrk="0" hangingPunct="1">
              <a:lnSpc>
                <a:spcPct val="100000"/>
              </a:lnSpc>
              <a:spcBef>
                <a:spcPts val="0"/>
              </a:spcBef>
              <a:spcAft>
                <a:spcPts val="0"/>
              </a:spcAft>
              <a:buClr>
                <a:srgbClr val="000000"/>
              </a:buClr>
              <a:buSzPct val="100000"/>
              <a:buFont typeface="Arial" panose="020B0604020202020204" pitchFamily="34" charset="0"/>
              <a:buChar char="•"/>
              <a:tabLst/>
              <a:defRPr/>
            </a:pPr>
            <a:r>
              <a:rPr lang="en-US" sz="1200"/>
              <a:t>Deployment of CyberArk Telemetry tool to have a UI-based tool for CyberArk analysis</a:t>
            </a:r>
            <a:endParaRPr lang="en-US" sz="1200">
              <a:solidFill>
                <a:schemeClr val="tx1"/>
              </a:solidFill>
            </a:endParaRPr>
          </a:p>
          <a:p>
            <a:pPr marL="171450" marR="0" lvl="0" indent="-171450" defTabSz="609585" rtl="0" eaLnBrk="1" fontAlgn="auto" latinLnBrk="0" hangingPunct="1">
              <a:lnSpc>
                <a:spcPct val="100000"/>
              </a:lnSpc>
              <a:spcBef>
                <a:spcPts val="0"/>
              </a:spcBef>
              <a:spcAft>
                <a:spcPts val="0"/>
              </a:spcAft>
              <a:buClr>
                <a:srgbClr val="000000"/>
              </a:buClr>
              <a:buSzPct val="100000"/>
              <a:buFont typeface="Arial" panose="020B0604020202020204" pitchFamily="34" charset="0"/>
              <a:buChar char="•"/>
              <a:tabLst/>
              <a:defRPr/>
            </a:pPr>
            <a:r>
              <a:rPr lang="en-US" sz="1200"/>
              <a:t>Rest API usage for CyberArk administrative activities will be promoted to move towards automated way of working</a:t>
            </a:r>
          </a:p>
          <a:p>
            <a:pPr marL="171450" marR="0" lvl="0" indent="-171450" defTabSz="609585" rtl="0" eaLnBrk="1" fontAlgn="auto" latinLnBrk="0" hangingPunct="1">
              <a:lnSpc>
                <a:spcPct val="100000"/>
              </a:lnSpc>
              <a:spcBef>
                <a:spcPts val="0"/>
              </a:spcBef>
              <a:spcAft>
                <a:spcPts val="0"/>
              </a:spcAft>
              <a:buClr>
                <a:srgbClr val="000000"/>
              </a:buClr>
              <a:buSzPct val="100000"/>
              <a:buFont typeface="Arial" panose="020B0604020202020204" pitchFamily="34" charset="0"/>
              <a:buChar char="•"/>
              <a:tabLst/>
              <a:defRPr/>
            </a:pPr>
            <a:endParaRPr lang="en-US" sz="1200">
              <a:solidFill>
                <a:schemeClr val="tx1"/>
              </a:solidFill>
            </a:endParaRPr>
          </a:p>
          <a:p>
            <a:pPr marL="171450" marR="0" lvl="0" indent="-171450" defTabSz="609585" rtl="0" eaLnBrk="1" fontAlgn="auto" latinLnBrk="0" hangingPunct="1">
              <a:lnSpc>
                <a:spcPct val="100000"/>
              </a:lnSpc>
              <a:spcBef>
                <a:spcPts val="0"/>
              </a:spcBef>
              <a:spcAft>
                <a:spcPts val="0"/>
              </a:spcAft>
              <a:buClr>
                <a:srgbClr val="000000"/>
              </a:buClr>
              <a:buSzPct val="100000"/>
              <a:buFont typeface="Arial" panose="020B0604020202020204" pitchFamily="34" charset="0"/>
              <a:buChar char="•"/>
              <a:tabLst/>
              <a:defRPr/>
            </a:pPr>
            <a:endParaRPr lang="en-US" sz="1200" b="1">
              <a:latin typeface="Avenir"/>
              <a:ea typeface="Verdana"/>
              <a:cs typeface="Verdana"/>
              <a:sym typeface="Verdana"/>
            </a:endParaRPr>
          </a:p>
        </p:txBody>
      </p:sp>
      <p:sp>
        <p:nvSpPr>
          <p:cNvPr id="7" name="Shape 162">
            <a:extLst>
              <a:ext uri="{FF2B5EF4-FFF2-40B4-BE49-F238E27FC236}">
                <a16:creationId xmlns:a16="http://schemas.microsoft.com/office/drawing/2014/main" id="{733D6827-1B3E-B80A-A8D2-01668BE8E716}"/>
              </a:ext>
            </a:extLst>
          </p:cNvPr>
          <p:cNvSpPr/>
          <p:nvPr/>
        </p:nvSpPr>
        <p:spPr>
          <a:xfrm>
            <a:off x="256510" y="4566556"/>
            <a:ext cx="3604437" cy="1776371"/>
          </a:xfrm>
          <a:prstGeom prst="rect">
            <a:avLst/>
          </a:prstGeom>
          <a:noFill/>
          <a:ln w="12700">
            <a:solidFill>
              <a:schemeClr val="tx1"/>
            </a:solidFill>
          </a:ln>
        </p:spPr>
        <p:txBody>
          <a:bodyPr lIns="91425" tIns="45700" rIns="91425" bIns="45700" anchor="t" anchorCtr="0">
            <a:noAutofit/>
          </a:bodyPr>
          <a:lstStyle/>
          <a:p>
            <a:pPr marL="0" marR="0" lvl="0" indent="0" algn="ctr" defTabSz="609585" rtl="0" eaLnBrk="1" fontAlgn="auto" latinLnBrk="0" hangingPunct="1">
              <a:lnSpc>
                <a:spcPct val="100000"/>
              </a:lnSpc>
              <a:spcBef>
                <a:spcPts val="0"/>
              </a:spcBef>
              <a:spcAft>
                <a:spcPts val="0"/>
              </a:spcAft>
              <a:buClr>
                <a:srgbClr val="000000"/>
              </a:buClr>
              <a:buSzPct val="25000"/>
              <a:buFontTx/>
              <a:buNone/>
              <a:tabLst/>
              <a:defRPr/>
            </a:pPr>
            <a:r>
              <a:rPr lang="en-US" sz="1200" b="1">
                <a:solidFill>
                  <a:srgbClr val="CC412F"/>
                </a:solidFill>
                <a:latin typeface="Avenir"/>
                <a:ea typeface="Verdana"/>
                <a:cs typeface="Verdana"/>
                <a:sym typeface="Verdana"/>
              </a:rPr>
              <a:t>Migrating</a:t>
            </a:r>
            <a:r>
              <a:rPr kumimoji="0" lang="en-US" sz="1200" b="1" i="0" u="none" strike="noStrike" kern="1200" cap="none" spc="0" normalizeH="0" baseline="0" noProof="0">
                <a:ln>
                  <a:noFill/>
                </a:ln>
                <a:solidFill>
                  <a:srgbClr val="CC412F"/>
                </a:solidFill>
                <a:effectLst/>
                <a:uLnTx/>
                <a:uFillTx/>
                <a:latin typeface="Avenir"/>
                <a:ea typeface="Verdana"/>
                <a:cs typeface="Verdana"/>
                <a:sym typeface="Verdana"/>
              </a:rPr>
              <a:t> Infrastructure</a:t>
            </a:r>
          </a:p>
          <a:p>
            <a:pPr marL="0" marR="0" lvl="0" indent="0" algn="ctr" defTabSz="609585" rtl="0" eaLnBrk="1" fontAlgn="auto" latinLnBrk="0" hangingPunct="1">
              <a:lnSpc>
                <a:spcPct val="100000"/>
              </a:lnSpc>
              <a:spcBef>
                <a:spcPts val="0"/>
              </a:spcBef>
              <a:spcAft>
                <a:spcPts val="0"/>
              </a:spcAft>
              <a:buClr>
                <a:srgbClr val="000000"/>
              </a:buClr>
              <a:buSzPct val="25000"/>
              <a:buFontTx/>
              <a:buNone/>
              <a:tabLst/>
              <a:defRPr/>
            </a:pPr>
            <a:endParaRPr kumimoji="0" lang="en-US" sz="1200" b="1" i="0" u="none" strike="noStrike" kern="1200" cap="none" spc="0" normalizeH="0" baseline="0" noProof="0">
              <a:ln>
                <a:noFill/>
              </a:ln>
              <a:effectLst/>
              <a:uLnTx/>
              <a:uFillTx/>
              <a:latin typeface="Avenir"/>
              <a:ea typeface="Verdana"/>
              <a:cs typeface="Verdana"/>
              <a:sym typeface="Verdana"/>
            </a:endParaRPr>
          </a:p>
          <a:p>
            <a:pPr marL="0" marR="0" lvl="0" indent="0" algn="ctr" defTabSz="609585" rtl="0" eaLnBrk="1" fontAlgn="auto" latinLnBrk="0" hangingPunct="1">
              <a:lnSpc>
                <a:spcPct val="100000"/>
              </a:lnSpc>
              <a:spcBef>
                <a:spcPts val="0"/>
              </a:spcBef>
              <a:spcAft>
                <a:spcPts val="0"/>
              </a:spcAft>
              <a:buClr>
                <a:srgbClr val="000000"/>
              </a:buClr>
              <a:buSzPct val="25000"/>
              <a:buFontTx/>
              <a:buNone/>
              <a:tabLst/>
              <a:defRPr/>
            </a:pPr>
            <a:r>
              <a:rPr lang="en-US" sz="1200">
                <a:solidFill>
                  <a:srgbClr val="010203"/>
                </a:solidFill>
                <a:latin typeface="Avenir"/>
                <a:ea typeface="Verdana"/>
                <a:cs typeface="Verdana"/>
                <a:sym typeface="Verdana"/>
              </a:rPr>
              <a:t>All of Domtar’s  CyberArk infrastructure is currently running on Windows 2016 server standard. Upgrade the infra setup to 2019 server standards to be up to date from a security &amp; feature POV.</a:t>
            </a:r>
          </a:p>
          <a:p>
            <a:pPr marL="0" marR="0" lvl="0" indent="0" algn="ctr" defTabSz="609585" rtl="0" eaLnBrk="1" fontAlgn="auto" latinLnBrk="0" hangingPunct="1">
              <a:lnSpc>
                <a:spcPct val="100000"/>
              </a:lnSpc>
              <a:spcBef>
                <a:spcPts val="0"/>
              </a:spcBef>
              <a:spcAft>
                <a:spcPts val="0"/>
              </a:spcAft>
              <a:buClr>
                <a:srgbClr val="000000"/>
              </a:buClr>
              <a:buSzPct val="25000"/>
              <a:buFontTx/>
              <a:buNone/>
              <a:tabLst/>
              <a:defRPr/>
            </a:pPr>
            <a:r>
              <a:rPr lang="en-US" sz="1200">
                <a:solidFill>
                  <a:srgbClr val="010203"/>
                </a:solidFill>
                <a:latin typeface="Avenir"/>
                <a:ea typeface="Verdana"/>
                <a:cs typeface="Verdana"/>
                <a:sym typeface="Verdana"/>
              </a:rPr>
              <a:t>Redeployment of CyberArk components on all servers (Migration).</a:t>
            </a:r>
          </a:p>
        </p:txBody>
      </p:sp>
      <p:sp>
        <p:nvSpPr>
          <p:cNvPr id="12" name="Shape 163">
            <a:extLst>
              <a:ext uri="{FF2B5EF4-FFF2-40B4-BE49-F238E27FC236}">
                <a16:creationId xmlns:a16="http://schemas.microsoft.com/office/drawing/2014/main" id="{441376AD-4D89-7AFC-CF96-F459473CD91E}"/>
              </a:ext>
            </a:extLst>
          </p:cNvPr>
          <p:cNvSpPr/>
          <p:nvPr/>
        </p:nvSpPr>
        <p:spPr>
          <a:xfrm rot="5400000">
            <a:off x="5756002" y="-829941"/>
            <a:ext cx="290084" cy="10475453"/>
          </a:xfrm>
          <a:prstGeom prst="rightBrace">
            <a:avLst>
              <a:gd name="adj1" fmla="val 15921"/>
              <a:gd name="adj2" fmla="val 21670"/>
            </a:avLst>
          </a:prstGeom>
          <a:noFill/>
          <a:ln w="12700" cap="flat" cmpd="sng">
            <a:solidFill>
              <a:schemeClr val="accent1"/>
            </a:solidFill>
            <a:prstDash val="solid"/>
            <a:round/>
            <a:headEnd type="none" w="med" len="med"/>
            <a:tailEnd type="none" w="med" len="med"/>
          </a:ln>
        </p:spPr>
        <p:txBody>
          <a:bodyPr lIns="91425" tIns="45700" rIns="91425" bIns="45700" anchor="ctr" anchorCtr="0">
            <a:noAutofit/>
          </a:bodyPr>
          <a:lstStyle/>
          <a:p>
            <a:pPr marL="0" marR="0" lvl="0" indent="0" algn="ctr" defTabSz="609585" rtl="0" eaLnBrk="1" fontAlgn="auto" latinLnBrk="0" hangingPunct="1">
              <a:lnSpc>
                <a:spcPct val="100000"/>
              </a:lnSpc>
              <a:spcBef>
                <a:spcPts val="0"/>
              </a:spcBef>
              <a:spcAft>
                <a:spcPts val="0"/>
              </a:spcAft>
              <a:buClr>
                <a:srgbClr val="000000"/>
              </a:buClr>
              <a:buSzTx/>
              <a:buFontTx/>
              <a:buNone/>
              <a:tabLst/>
              <a:defRPr/>
            </a:pPr>
            <a:endParaRPr kumimoji="0" sz="1200" b="1" i="0" u="none" strike="noStrike" kern="1200" cap="none" spc="0" normalizeH="0" baseline="0" noProof="0">
              <a:ln>
                <a:noFill/>
              </a:ln>
              <a:solidFill>
                <a:srgbClr val="000000"/>
              </a:solidFill>
              <a:effectLst/>
              <a:uLnTx/>
              <a:uFillTx/>
              <a:latin typeface="Avenir"/>
              <a:ea typeface="Verdana"/>
              <a:cs typeface="Verdana"/>
              <a:sym typeface="Verdana"/>
            </a:endParaRPr>
          </a:p>
        </p:txBody>
      </p:sp>
      <p:sp>
        <p:nvSpPr>
          <p:cNvPr id="4" name="Shape 147">
            <a:extLst>
              <a:ext uri="{FF2B5EF4-FFF2-40B4-BE49-F238E27FC236}">
                <a16:creationId xmlns:a16="http://schemas.microsoft.com/office/drawing/2014/main" id="{9A4B4CD7-2F5A-6E5B-A35E-3BDC7B648C43}"/>
              </a:ext>
            </a:extLst>
          </p:cNvPr>
          <p:cNvSpPr/>
          <p:nvPr/>
        </p:nvSpPr>
        <p:spPr>
          <a:xfrm>
            <a:off x="429066" y="3286738"/>
            <a:ext cx="11333867" cy="815672"/>
          </a:xfrm>
          <a:prstGeom prst="homePlate">
            <a:avLst>
              <a:gd name="adj" fmla="val 50000"/>
            </a:avLst>
          </a:prstGeom>
          <a:solidFill>
            <a:schemeClr val="bg1">
              <a:lumMod val="85000"/>
            </a:schemeClr>
          </a:solidFill>
          <a:ln>
            <a:noFill/>
          </a:ln>
        </p:spPr>
        <p:txBody>
          <a:bodyPr lIns="91425" tIns="45700" rIns="91425" bIns="45700" anchor="ctr" anchorCtr="0">
            <a:noAutofit/>
          </a:bodyPr>
          <a:lstStyle/>
          <a:p>
            <a:pPr marL="0" marR="0" lvl="0" indent="0" algn="ctr" defTabSz="609585" rtl="0" eaLnBrk="1" fontAlgn="auto" latinLnBrk="0" hangingPunct="1">
              <a:lnSpc>
                <a:spcPct val="100000"/>
              </a:lnSpc>
              <a:spcBef>
                <a:spcPts val="0"/>
              </a:spcBef>
              <a:spcAft>
                <a:spcPts val="0"/>
              </a:spcAft>
              <a:buClr>
                <a:srgbClr val="000000"/>
              </a:buClr>
              <a:buSzTx/>
              <a:buFontTx/>
              <a:buNone/>
              <a:tabLst/>
              <a:defRPr/>
            </a:pPr>
            <a:endParaRPr kumimoji="0" sz="1200" b="1" i="0" u="none" strike="noStrike" kern="1200" cap="none" spc="0" normalizeH="0" baseline="0" noProof="0">
              <a:ln>
                <a:noFill/>
              </a:ln>
              <a:solidFill>
                <a:srgbClr val="FFFFFF"/>
              </a:solidFill>
              <a:effectLst/>
              <a:uLnTx/>
              <a:uFillTx/>
              <a:latin typeface="Avenir"/>
              <a:ea typeface="Verdana" panose="020B0604030504040204" pitchFamily="34" charset="0"/>
              <a:cs typeface="Verdana" panose="020B0604030504040204" pitchFamily="34" charset="0"/>
              <a:sym typeface="Verdana"/>
            </a:endParaRPr>
          </a:p>
        </p:txBody>
      </p:sp>
      <p:sp>
        <p:nvSpPr>
          <p:cNvPr id="5" name="Shape 161">
            <a:extLst>
              <a:ext uri="{FF2B5EF4-FFF2-40B4-BE49-F238E27FC236}">
                <a16:creationId xmlns:a16="http://schemas.microsoft.com/office/drawing/2014/main" id="{BB87ED7C-5BD2-801D-0828-15151F315E89}"/>
              </a:ext>
            </a:extLst>
          </p:cNvPr>
          <p:cNvSpPr txBox="1"/>
          <p:nvPr/>
        </p:nvSpPr>
        <p:spPr>
          <a:xfrm>
            <a:off x="660889" y="3514197"/>
            <a:ext cx="10505628" cy="284259"/>
          </a:xfrm>
          <a:prstGeom prst="rect">
            <a:avLst/>
          </a:prstGeom>
          <a:solidFill>
            <a:schemeClr val="accent1"/>
          </a:solidFill>
          <a:ln>
            <a:noFill/>
          </a:ln>
        </p:spPr>
        <p:txBody>
          <a:bodyPr lIns="0" tIns="45700" rIns="0" bIns="45700" anchor="ctr" anchorCtr="0">
            <a:noAutofit/>
          </a:bodyPr>
          <a:lstStyle>
            <a:defPPr>
              <a:defRPr lang="en-US"/>
            </a:defPPr>
            <a:lvl1pPr algn="ctr" defTabSz="609585">
              <a:buClr>
                <a:srgbClr val="FFFFFF"/>
              </a:buClr>
              <a:buSzPct val="25000"/>
              <a:defRPr sz="900" b="1">
                <a:solidFill>
                  <a:srgbClr val="FFFFFF"/>
                </a:solidFill>
                <a:latin typeface="Verdana" panose="020B0604030504040204" pitchFamily="34" charset="0"/>
                <a:ea typeface="Verdana" panose="020B0604030504040204" pitchFamily="34" charset="0"/>
                <a:cs typeface="Verdana" panose="020B0604030504040204" pitchFamily="34" charset="0"/>
              </a:defRPr>
            </a:lvl1pPr>
          </a:lstStyle>
          <a:p>
            <a:pPr marL="0" marR="0" lvl="0" indent="0" algn="ctr" defTabSz="609585" rtl="0" eaLnBrk="1" fontAlgn="auto" latinLnBrk="0" hangingPunct="1">
              <a:lnSpc>
                <a:spcPct val="100000"/>
              </a:lnSpc>
              <a:spcBef>
                <a:spcPts val="0"/>
              </a:spcBef>
              <a:spcAft>
                <a:spcPts val="0"/>
              </a:spcAft>
              <a:buClr>
                <a:srgbClr val="FFFFFF"/>
              </a:buClr>
              <a:buSzPct val="25000"/>
              <a:buFontTx/>
              <a:buNone/>
              <a:tabLst/>
              <a:defRPr/>
            </a:pPr>
            <a:r>
              <a:rPr lang="en-US" sz="1200">
                <a:latin typeface="Avenir"/>
                <a:sym typeface="Verdana"/>
              </a:rPr>
              <a:t>  Quarter 1 – Quarter 2</a:t>
            </a:r>
            <a:r>
              <a:rPr kumimoji="0" lang="en-US" sz="1200" b="1" i="0" u="none" strike="noStrike" kern="1200" cap="none" spc="0" normalizeH="0" baseline="0" noProof="0">
                <a:ln>
                  <a:noFill/>
                </a:ln>
                <a:solidFill>
                  <a:srgbClr val="FFFFFF"/>
                </a:solidFill>
                <a:effectLst/>
                <a:uLnTx/>
                <a:uFillTx/>
                <a:latin typeface="Avenir"/>
                <a:ea typeface="Verdana" panose="020B0604030504040204" pitchFamily="34" charset="0"/>
                <a:sym typeface="Verdana"/>
              </a:rPr>
              <a:t>                                                                                              Quarter 3 – Quarter 4</a:t>
            </a:r>
          </a:p>
        </p:txBody>
      </p:sp>
      <p:sp>
        <p:nvSpPr>
          <p:cNvPr id="18" name="Shape 163">
            <a:extLst>
              <a:ext uri="{FF2B5EF4-FFF2-40B4-BE49-F238E27FC236}">
                <a16:creationId xmlns:a16="http://schemas.microsoft.com/office/drawing/2014/main" id="{A53CBD39-D1FC-EEE2-C58E-9497C041BED4}"/>
              </a:ext>
            </a:extLst>
          </p:cNvPr>
          <p:cNvSpPr/>
          <p:nvPr/>
        </p:nvSpPr>
        <p:spPr>
          <a:xfrm rot="16200000">
            <a:off x="9247976" y="1363298"/>
            <a:ext cx="290084" cy="3546998"/>
          </a:xfrm>
          <a:prstGeom prst="rightBrace">
            <a:avLst>
              <a:gd name="adj1" fmla="val 15921"/>
              <a:gd name="adj2" fmla="val 48799"/>
            </a:avLst>
          </a:prstGeom>
          <a:noFill/>
          <a:ln w="12700" cap="flat" cmpd="sng">
            <a:solidFill>
              <a:schemeClr val="accent1"/>
            </a:solidFill>
            <a:prstDash val="solid"/>
            <a:round/>
            <a:headEnd type="none" w="med" len="med"/>
            <a:tailEnd type="none" w="med" len="med"/>
          </a:ln>
        </p:spPr>
        <p:txBody>
          <a:bodyPr lIns="91425" tIns="45700" rIns="91425" bIns="45700" anchor="ctr" anchorCtr="0">
            <a:noAutofit/>
          </a:bodyPr>
          <a:lstStyle/>
          <a:p>
            <a:pPr marL="0" marR="0" lvl="0" indent="0" algn="ctr" defTabSz="609585" rtl="0" eaLnBrk="1" fontAlgn="auto" latinLnBrk="0" hangingPunct="1">
              <a:lnSpc>
                <a:spcPct val="100000"/>
              </a:lnSpc>
              <a:spcBef>
                <a:spcPts val="0"/>
              </a:spcBef>
              <a:spcAft>
                <a:spcPts val="0"/>
              </a:spcAft>
              <a:buClr>
                <a:srgbClr val="000000"/>
              </a:buClr>
              <a:buSzTx/>
              <a:buFontTx/>
              <a:buNone/>
              <a:tabLst/>
              <a:defRPr/>
            </a:pPr>
            <a:endParaRPr kumimoji="0" sz="1200" b="1" i="0" u="none" strike="noStrike" kern="1200" cap="none" spc="0" normalizeH="0" baseline="0" noProof="0">
              <a:ln>
                <a:noFill/>
              </a:ln>
              <a:solidFill>
                <a:srgbClr val="000000"/>
              </a:solidFill>
              <a:effectLst/>
              <a:uLnTx/>
              <a:uFillTx/>
              <a:latin typeface="Avenir"/>
              <a:ea typeface="Verdana"/>
              <a:cs typeface="Verdana"/>
              <a:sym typeface="Verdana"/>
            </a:endParaRPr>
          </a:p>
        </p:txBody>
      </p:sp>
      <p:sp>
        <p:nvSpPr>
          <p:cNvPr id="19" name="Shape 162">
            <a:extLst>
              <a:ext uri="{FF2B5EF4-FFF2-40B4-BE49-F238E27FC236}">
                <a16:creationId xmlns:a16="http://schemas.microsoft.com/office/drawing/2014/main" id="{EE8439CE-939D-839A-CDC4-3A0957C4DF94}"/>
              </a:ext>
            </a:extLst>
          </p:cNvPr>
          <p:cNvSpPr/>
          <p:nvPr/>
        </p:nvSpPr>
        <p:spPr>
          <a:xfrm>
            <a:off x="7584286" y="4552016"/>
            <a:ext cx="2628953" cy="2125088"/>
          </a:xfrm>
          <a:prstGeom prst="rect">
            <a:avLst/>
          </a:prstGeom>
          <a:noFill/>
          <a:ln w="12700">
            <a:solidFill>
              <a:schemeClr val="tx1"/>
            </a:solidFill>
          </a:ln>
        </p:spPr>
        <p:txBody>
          <a:bodyPr lIns="91425" tIns="45700" rIns="91425" bIns="45700" anchor="t" anchorCtr="0">
            <a:noAutofit/>
          </a:bodyPr>
          <a:lstStyle/>
          <a:p>
            <a:pPr algn="ctr" defTabSz="609585">
              <a:buClr>
                <a:srgbClr val="000000"/>
              </a:buClr>
              <a:buSzPct val="25000"/>
              <a:defRPr/>
            </a:pPr>
            <a:r>
              <a:rPr kumimoji="0" lang="en-US" sz="1200" b="1" i="0" u="none" strike="noStrike" kern="1200" cap="none" spc="0" normalizeH="0" baseline="0" noProof="0">
                <a:ln>
                  <a:noFill/>
                </a:ln>
                <a:solidFill>
                  <a:srgbClr val="CC412F"/>
                </a:solidFill>
                <a:effectLst/>
                <a:uLnTx/>
                <a:uFillTx/>
                <a:latin typeface="Avenir"/>
                <a:ea typeface="Verdana"/>
                <a:cs typeface="Verdana"/>
                <a:sym typeface="Verdana"/>
              </a:rPr>
              <a:t>PSM Connectors Deployment</a:t>
            </a:r>
          </a:p>
          <a:p>
            <a:pPr algn="ctr" defTabSz="609585">
              <a:buClr>
                <a:srgbClr val="000000"/>
              </a:buClr>
              <a:buSzPct val="25000"/>
              <a:defRPr/>
            </a:pPr>
            <a:endParaRPr lang="en-US" sz="1200">
              <a:solidFill>
                <a:srgbClr val="010203"/>
              </a:solidFill>
              <a:latin typeface="Avenir"/>
              <a:ea typeface="Verdana"/>
              <a:cs typeface="Verdana"/>
              <a:sym typeface="Verdana"/>
            </a:endParaRPr>
          </a:p>
          <a:p>
            <a:pPr algn="ctr" defTabSz="609585">
              <a:buClr>
                <a:srgbClr val="000000"/>
              </a:buClr>
              <a:buSzPct val="25000"/>
              <a:defRPr/>
            </a:pPr>
            <a:r>
              <a:rPr lang="en-US" sz="1200">
                <a:solidFill>
                  <a:srgbClr val="010203"/>
                </a:solidFill>
                <a:latin typeface="Avenir"/>
                <a:ea typeface="Verdana"/>
                <a:cs typeface="Verdana"/>
                <a:sym typeface="Verdana"/>
              </a:rPr>
              <a:t>Deploy more customized/OOTB PSM Connectors to facilitate more usage of leveraging the CyberArk solution instead of just password retrieval. Web connectors, application connectors to initiate sessions of application accounts. </a:t>
            </a:r>
            <a:endParaRPr kumimoji="0" lang="en-US" sz="1200" b="1" i="0" u="none" strike="noStrike" kern="1200" cap="none" spc="0" normalizeH="0" baseline="0" noProof="0">
              <a:ln>
                <a:noFill/>
              </a:ln>
              <a:solidFill>
                <a:srgbClr val="CC412F"/>
              </a:solidFill>
              <a:effectLst/>
              <a:uLnTx/>
              <a:uFillTx/>
              <a:latin typeface="Avenir"/>
              <a:ea typeface="Verdana"/>
              <a:cs typeface="Verdana"/>
              <a:sym typeface="Verdana"/>
            </a:endParaRPr>
          </a:p>
        </p:txBody>
      </p:sp>
      <p:sp>
        <p:nvSpPr>
          <p:cNvPr id="20" name="Shape 163">
            <a:extLst>
              <a:ext uri="{FF2B5EF4-FFF2-40B4-BE49-F238E27FC236}">
                <a16:creationId xmlns:a16="http://schemas.microsoft.com/office/drawing/2014/main" id="{1A38654F-133E-7ACC-F403-10988701C629}"/>
              </a:ext>
            </a:extLst>
          </p:cNvPr>
          <p:cNvSpPr/>
          <p:nvPr/>
        </p:nvSpPr>
        <p:spPr>
          <a:xfrm rot="5400000">
            <a:off x="4758528" y="3057205"/>
            <a:ext cx="511016" cy="2586397"/>
          </a:xfrm>
          <a:prstGeom prst="rightBrace">
            <a:avLst>
              <a:gd name="adj1" fmla="val 16971"/>
              <a:gd name="adj2" fmla="val 43173"/>
            </a:avLst>
          </a:prstGeom>
          <a:noFill/>
          <a:ln w="12700" cap="flat" cmpd="sng">
            <a:solidFill>
              <a:schemeClr val="accent1"/>
            </a:solidFill>
            <a:prstDash val="solid"/>
            <a:round/>
            <a:headEnd type="none" w="med" len="med"/>
            <a:tailEnd type="none" w="med" len="med"/>
          </a:ln>
        </p:spPr>
        <p:txBody>
          <a:bodyPr lIns="91425" tIns="45700" rIns="91425" bIns="45700" anchor="ctr" anchorCtr="0">
            <a:noAutofit/>
          </a:bodyPr>
          <a:lstStyle/>
          <a:p>
            <a:pPr marL="0" marR="0" lvl="0" indent="0" algn="ctr" defTabSz="609585" rtl="0" eaLnBrk="1" fontAlgn="auto" latinLnBrk="0" hangingPunct="1">
              <a:lnSpc>
                <a:spcPct val="100000"/>
              </a:lnSpc>
              <a:spcBef>
                <a:spcPts val="0"/>
              </a:spcBef>
              <a:spcAft>
                <a:spcPts val="0"/>
              </a:spcAft>
              <a:buClr>
                <a:srgbClr val="000000"/>
              </a:buClr>
              <a:buSzTx/>
              <a:buFontTx/>
              <a:buNone/>
              <a:tabLst/>
              <a:defRPr/>
            </a:pPr>
            <a:endParaRPr kumimoji="0" sz="1200" b="1" i="0" u="none" strike="noStrike" kern="1200" cap="none" spc="0" normalizeH="0" baseline="0" noProof="0">
              <a:ln>
                <a:noFill/>
              </a:ln>
              <a:solidFill>
                <a:srgbClr val="000000"/>
              </a:solidFill>
              <a:effectLst/>
              <a:uLnTx/>
              <a:uFillTx/>
              <a:latin typeface="Avenir"/>
              <a:ea typeface="Verdana"/>
              <a:cs typeface="Verdana"/>
              <a:sym typeface="Verdana"/>
            </a:endParaRPr>
          </a:p>
        </p:txBody>
      </p:sp>
      <p:sp>
        <p:nvSpPr>
          <p:cNvPr id="21" name="Shape 162">
            <a:extLst>
              <a:ext uri="{FF2B5EF4-FFF2-40B4-BE49-F238E27FC236}">
                <a16:creationId xmlns:a16="http://schemas.microsoft.com/office/drawing/2014/main" id="{E344A1D3-D789-94E6-A202-A4C9B21C1770}"/>
              </a:ext>
            </a:extLst>
          </p:cNvPr>
          <p:cNvSpPr/>
          <p:nvPr/>
        </p:nvSpPr>
        <p:spPr>
          <a:xfrm>
            <a:off x="3925016" y="4564258"/>
            <a:ext cx="2628953" cy="1475957"/>
          </a:xfrm>
          <a:prstGeom prst="rect">
            <a:avLst/>
          </a:prstGeom>
          <a:noFill/>
          <a:ln w="12700">
            <a:solidFill>
              <a:schemeClr val="tx1"/>
            </a:solidFill>
          </a:ln>
        </p:spPr>
        <p:txBody>
          <a:bodyPr lIns="91425" tIns="45700" rIns="91425" bIns="45700" anchor="t" anchorCtr="0">
            <a:noAutofit/>
          </a:bodyPr>
          <a:lstStyle/>
          <a:p>
            <a:pPr marL="0" marR="0" lvl="0" indent="0" algn="ctr" defTabSz="609585" rtl="0" eaLnBrk="1" fontAlgn="auto" latinLnBrk="0" hangingPunct="1">
              <a:lnSpc>
                <a:spcPct val="100000"/>
              </a:lnSpc>
              <a:spcBef>
                <a:spcPts val="0"/>
              </a:spcBef>
              <a:spcAft>
                <a:spcPts val="0"/>
              </a:spcAft>
              <a:buClr>
                <a:srgbClr val="000000"/>
              </a:buClr>
              <a:buSzPct val="25000"/>
              <a:buFontTx/>
              <a:buNone/>
              <a:tabLst/>
              <a:defRPr/>
            </a:pPr>
            <a:r>
              <a:rPr lang="en-US" sz="1200" b="1">
                <a:solidFill>
                  <a:srgbClr val="CC412F"/>
                </a:solidFill>
                <a:latin typeface="Avenir"/>
                <a:ea typeface="Verdana"/>
                <a:cs typeface="Verdana"/>
                <a:sym typeface="Verdana"/>
              </a:rPr>
              <a:t>Usage of Accounts Discovery</a:t>
            </a:r>
          </a:p>
          <a:p>
            <a:pPr algn="ctr" defTabSz="609585">
              <a:buClr>
                <a:srgbClr val="000000"/>
              </a:buClr>
              <a:buSzPct val="25000"/>
              <a:defRPr/>
            </a:pPr>
            <a:endParaRPr lang="en-US" sz="1200">
              <a:solidFill>
                <a:srgbClr val="010203"/>
              </a:solidFill>
              <a:latin typeface="Avenir"/>
              <a:ea typeface="Verdana"/>
              <a:cs typeface="Verdana"/>
              <a:sym typeface="Verdana"/>
            </a:endParaRPr>
          </a:p>
          <a:p>
            <a:pPr algn="ctr" defTabSz="609585">
              <a:buClr>
                <a:srgbClr val="000000"/>
              </a:buClr>
              <a:buSzPct val="25000"/>
              <a:defRPr/>
            </a:pPr>
            <a:r>
              <a:rPr lang="en-US" sz="1200">
                <a:solidFill>
                  <a:srgbClr val="010203"/>
                </a:solidFill>
                <a:latin typeface="Avenir"/>
                <a:ea typeface="Verdana"/>
                <a:cs typeface="Verdana"/>
                <a:sym typeface="Verdana"/>
              </a:rPr>
              <a:t>Possibility of leveraging the Accounts discovery utility in CyberArk will be explored in Domtar and if it adds value to the existing process </a:t>
            </a:r>
          </a:p>
        </p:txBody>
      </p:sp>
      <p:sp>
        <p:nvSpPr>
          <p:cNvPr id="2" name="TextBox 1">
            <a:extLst>
              <a:ext uri="{FF2B5EF4-FFF2-40B4-BE49-F238E27FC236}">
                <a16:creationId xmlns:a16="http://schemas.microsoft.com/office/drawing/2014/main" id="{461B7EE6-06F7-51A7-7126-418602BAEAF3}"/>
              </a:ext>
            </a:extLst>
          </p:cNvPr>
          <p:cNvSpPr txBox="1"/>
          <p:nvPr/>
        </p:nvSpPr>
        <p:spPr>
          <a:xfrm>
            <a:off x="5981700" y="6807200"/>
            <a:ext cx="0" cy="0"/>
          </a:xfrm>
          <a:prstGeom prst="rect">
            <a:avLst/>
          </a:prstGeom>
        </p:spPr>
        <p:txBody>
          <a:bodyPr vert="horz" wrap="none" lIns="201168" tIns="45720" rIns="91440" bIns="45720" rtlCol="0">
            <a:noAutofit/>
          </a:bodyPr>
          <a:lstStyle/>
          <a:p>
            <a:pPr algn="l" defTabSz="529849">
              <a:lnSpc>
                <a:spcPct val="148000"/>
              </a:lnSpc>
              <a:spcBef>
                <a:spcPts val="100"/>
              </a:spcBef>
              <a:spcAft>
                <a:spcPts val="600"/>
              </a:spcAft>
              <a:buClr>
                <a:schemeClr val="accent2"/>
              </a:buClr>
            </a:pPr>
            <a:endParaRPr lang="en-US" sz="2400">
              <a:cs typeface="Arial"/>
            </a:endParaRPr>
          </a:p>
        </p:txBody>
      </p:sp>
      <p:sp>
        <p:nvSpPr>
          <p:cNvPr id="3" name="TextBox 2">
            <a:extLst>
              <a:ext uri="{FF2B5EF4-FFF2-40B4-BE49-F238E27FC236}">
                <a16:creationId xmlns:a16="http://schemas.microsoft.com/office/drawing/2014/main" id="{DD3BD545-B417-5380-1076-198C4ACD9A3C}"/>
              </a:ext>
            </a:extLst>
          </p:cNvPr>
          <p:cNvSpPr txBox="1"/>
          <p:nvPr/>
        </p:nvSpPr>
        <p:spPr>
          <a:xfrm>
            <a:off x="190500" y="6223000"/>
            <a:ext cx="0" cy="0"/>
          </a:xfrm>
          <a:prstGeom prst="rect">
            <a:avLst/>
          </a:prstGeom>
        </p:spPr>
        <p:txBody>
          <a:bodyPr vert="horz" wrap="none" lIns="201168" tIns="45720" rIns="91440" bIns="45720" rtlCol="0">
            <a:noAutofit/>
          </a:bodyPr>
          <a:lstStyle/>
          <a:p>
            <a:pPr algn="l" defTabSz="529849">
              <a:lnSpc>
                <a:spcPct val="148000"/>
              </a:lnSpc>
              <a:spcBef>
                <a:spcPts val="100"/>
              </a:spcBef>
              <a:spcAft>
                <a:spcPts val="600"/>
              </a:spcAft>
              <a:buClr>
                <a:schemeClr val="accent2"/>
              </a:buClr>
            </a:pPr>
            <a:endParaRPr lang="en-US" sz="2400">
              <a:cs typeface="Arial"/>
            </a:endParaRPr>
          </a:p>
        </p:txBody>
      </p:sp>
      <p:sp>
        <p:nvSpPr>
          <p:cNvPr id="8" name="Shape 162">
            <a:extLst>
              <a:ext uri="{FF2B5EF4-FFF2-40B4-BE49-F238E27FC236}">
                <a16:creationId xmlns:a16="http://schemas.microsoft.com/office/drawing/2014/main" id="{7D2950F3-F35E-69FC-BDA3-0FFC0661398E}"/>
              </a:ext>
            </a:extLst>
          </p:cNvPr>
          <p:cNvSpPr/>
          <p:nvPr/>
        </p:nvSpPr>
        <p:spPr>
          <a:xfrm>
            <a:off x="4265375" y="803896"/>
            <a:ext cx="2487022" cy="1051688"/>
          </a:xfrm>
          <a:prstGeom prst="rect">
            <a:avLst/>
          </a:prstGeom>
          <a:noFill/>
          <a:ln w="12700">
            <a:solidFill>
              <a:schemeClr val="tx1"/>
            </a:solidFill>
          </a:ln>
        </p:spPr>
        <p:txBody>
          <a:bodyPr lIns="91425" tIns="45700" rIns="91425" bIns="45700" anchor="t" anchorCtr="0">
            <a:noAutofit/>
          </a:bodyPr>
          <a:lstStyle/>
          <a:p>
            <a:pPr marL="0" marR="0" lvl="0" indent="0" algn="ctr" defTabSz="609585" rtl="0" eaLnBrk="1" fontAlgn="auto" latinLnBrk="0" hangingPunct="1">
              <a:lnSpc>
                <a:spcPct val="100000"/>
              </a:lnSpc>
              <a:spcBef>
                <a:spcPts val="0"/>
              </a:spcBef>
              <a:spcAft>
                <a:spcPts val="0"/>
              </a:spcAft>
              <a:buClr>
                <a:srgbClr val="000000"/>
              </a:buClr>
              <a:buSzPct val="25000"/>
              <a:buFontTx/>
              <a:buNone/>
              <a:tabLst/>
              <a:defRPr/>
            </a:pPr>
            <a:r>
              <a:rPr kumimoji="0" lang="en-US" sz="1200" b="1" i="0" u="none" strike="noStrike" kern="1200" cap="none" spc="0" normalizeH="0" baseline="0" noProof="0">
                <a:ln>
                  <a:noFill/>
                </a:ln>
                <a:solidFill>
                  <a:srgbClr val="CC412F"/>
                </a:solidFill>
                <a:effectLst/>
                <a:uLnTx/>
                <a:uFillTx/>
                <a:latin typeface="Avenir"/>
                <a:ea typeface="Verdana"/>
                <a:cs typeface="+mn-cs"/>
                <a:sym typeface="Verdana"/>
              </a:rPr>
              <a:t>CyberArk Minor Upgrades</a:t>
            </a:r>
          </a:p>
          <a:p>
            <a:pPr algn="ctr" defTabSz="609585">
              <a:buClr>
                <a:srgbClr val="000000"/>
              </a:buClr>
              <a:buSzPct val="25000"/>
              <a:defRPr/>
            </a:pPr>
            <a:r>
              <a:rPr lang="en-US" sz="1200">
                <a:solidFill>
                  <a:srgbClr val="010203"/>
                </a:solidFill>
                <a:latin typeface="Avenir"/>
                <a:ea typeface="Verdana"/>
                <a:cs typeface="Verdana"/>
                <a:sym typeface="Verdana"/>
              </a:rPr>
              <a:t>CyberArk Minor Upgrades (Patches/Vulnerabilities) will be pushed as &amp; when released by the vendor.</a:t>
            </a:r>
          </a:p>
        </p:txBody>
      </p:sp>
    </p:spTree>
    <p:extLst>
      <p:ext uri="{BB962C8B-B14F-4D97-AF65-F5344CB8AC3E}">
        <p14:creationId xmlns:p14="http://schemas.microsoft.com/office/powerpoint/2010/main" val="39933148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 163">
            <a:extLst>
              <a:ext uri="{FF2B5EF4-FFF2-40B4-BE49-F238E27FC236}">
                <a16:creationId xmlns:a16="http://schemas.microsoft.com/office/drawing/2014/main" id="{7D1E7C0B-81B9-044D-83D7-65A03D55000A}"/>
              </a:ext>
            </a:extLst>
          </p:cNvPr>
          <p:cNvSpPr/>
          <p:nvPr/>
        </p:nvSpPr>
        <p:spPr>
          <a:xfrm rot="16200000">
            <a:off x="1785602" y="1848936"/>
            <a:ext cx="290085" cy="2539511"/>
          </a:xfrm>
          <a:prstGeom prst="rightBrace">
            <a:avLst>
              <a:gd name="adj1" fmla="val 24536"/>
              <a:gd name="adj2" fmla="val 53167"/>
            </a:avLst>
          </a:prstGeom>
          <a:noFill/>
          <a:ln w="12700" cap="flat" cmpd="sng">
            <a:solidFill>
              <a:schemeClr val="accent1"/>
            </a:solidFill>
            <a:prstDash val="solid"/>
            <a:round/>
            <a:headEnd type="none" w="med" len="med"/>
            <a:tailEnd type="none" w="med" len="med"/>
          </a:ln>
        </p:spPr>
        <p:txBody>
          <a:bodyPr lIns="91425" tIns="45700" rIns="91425" bIns="45700" anchor="ctr" anchorCtr="0">
            <a:noAutofit/>
          </a:bodyPr>
          <a:lstStyle/>
          <a:p>
            <a:pPr marL="0" marR="0" lvl="0" indent="0" algn="ctr" defTabSz="609585" rtl="0" eaLnBrk="1" fontAlgn="auto" latinLnBrk="0" hangingPunct="1">
              <a:lnSpc>
                <a:spcPct val="100000"/>
              </a:lnSpc>
              <a:spcBef>
                <a:spcPts val="0"/>
              </a:spcBef>
              <a:spcAft>
                <a:spcPts val="0"/>
              </a:spcAft>
              <a:buClr>
                <a:srgbClr val="000000"/>
              </a:buClr>
              <a:buSzTx/>
              <a:buFontTx/>
              <a:buNone/>
              <a:tabLst/>
              <a:defRPr/>
            </a:pPr>
            <a:endParaRPr kumimoji="0" sz="1200" b="1" i="0" u="none" strike="noStrike" kern="1200" cap="none" spc="0" normalizeH="0" baseline="0" noProof="0">
              <a:ln>
                <a:noFill/>
              </a:ln>
              <a:solidFill>
                <a:srgbClr val="000000"/>
              </a:solidFill>
              <a:effectLst/>
              <a:uLnTx/>
              <a:uFillTx/>
              <a:latin typeface="Avenir"/>
              <a:ea typeface="Verdana"/>
              <a:cs typeface="+mn-cs"/>
              <a:sym typeface="Verdana"/>
            </a:endParaRPr>
          </a:p>
        </p:txBody>
      </p:sp>
      <p:sp>
        <p:nvSpPr>
          <p:cNvPr id="10" name="Shape 163">
            <a:extLst>
              <a:ext uri="{FF2B5EF4-FFF2-40B4-BE49-F238E27FC236}">
                <a16:creationId xmlns:a16="http://schemas.microsoft.com/office/drawing/2014/main" id="{0F0F61F0-4C0D-5445-846F-05D15F42BF81}"/>
              </a:ext>
            </a:extLst>
          </p:cNvPr>
          <p:cNvSpPr/>
          <p:nvPr/>
        </p:nvSpPr>
        <p:spPr>
          <a:xfrm rot="16200000">
            <a:off x="5367793" y="1892105"/>
            <a:ext cx="290084" cy="2487023"/>
          </a:xfrm>
          <a:prstGeom prst="rightBrace">
            <a:avLst>
              <a:gd name="adj1" fmla="val 15921"/>
              <a:gd name="adj2" fmla="val 48799"/>
            </a:avLst>
          </a:prstGeom>
          <a:noFill/>
          <a:ln w="12700" cap="flat" cmpd="sng">
            <a:solidFill>
              <a:schemeClr val="accent1"/>
            </a:solidFill>
            <a:prstDash val="solid"/>
            <a:round/>
            <a:headEnd type="none" w="med" len="med"/>
            <a:tailEnd type="none" w="med" len="med"/>
          </a:ln>
        </p:spPr>
        <p:txBody>
          <a:bodyPr lIns="91425" tIns="45700" rIns="91425" bIns="45700" anchor="ctr" anchorCtr="0">
            <a:noAutofit/>
          </a:bodyPr>
          <a:lstStyle/>
          <a:p>
            <a:pPr marL="0" marR="0" lvl="0" indent="0" algn="ctr" defTabSz="609585" rtl="0" eaLnBrk="1" fontAlgn="auto" latinLnBrk="0" hangingPunct="1">
              <a:lnSpc>
                <a:spcPct val="100000"/>
              </a:lnSpc>
              <a:spcBef>
                <a:spcPts val="0"/>
              </a:spcBef>
              <a:spcAft>
                <a:spcPts val="0"/>
              </a:spcAft>
              <a:buClr>
                <a:srgbClr val="000000"/>
              </a:buClr>
              <a:buSzTx/>
              <a:buFontTx/>
              <a:buNone/>
              <a:tabLst/>
              <a:defRPr/>
            </a:pPr>
            <a:endParaRPr kumimoji="0" sz="1200" b="1" i="0" u="none" strike="noStrike" kern="1200" cap="none" spc="0" normalizeH="0" baseline="0" noProof="0">
              <a:ln>
                <a:noFill/>
              </a:ln>
              <a:solidFill>
                <a:srgbClr val="000000"/>
              </a:solidFill>
              <a:effectLst/>
              <a:uLnTx/>
              <a:uFillTx/>
              <a:latin typeface="Avenir"/>
              <a:ea typeface="Verdana"/>
              <a:cs typeface="Verdana"/>
              <a:sym typeface="Verdana"/>
            </a:endParaRPr>
          </a:p>
        </p:txBody>
      </p:sp>
      <p:sp>
        <p:nvSpPr>
          <p:cNvPr id="6" name="Shape 162">
            <a:extLst>
              <a:ext uri="{FF2B5EF4-FFF2-40B4-BE49-F238E27FC236}">
                <a16:creationId xmlns:a16="http://schemas.microsoft.com/office/drawing/2014/main" id="{DAECDE51-250F-764F-ACB7-DB623484D9ED}"/>
              </a:ext>
            </a:extLst>
          </p:cNvPr>
          <p:cNvSpPr/>
          <p:nvPr/>
        </p:nvSpPr>
        <p:spPr>
          <a:xfrm>
            <a:off x="678889" y="1882240"/>
            <a:ext cx="2635762" cy="1051687"/>
          </a:xfrm>
          <a:prstGeom prst="rect">
            <a:avLst/>
          </a:prstGeom>
          <a:noFill/>
          <a:ln w="12700">
            <a:solidFill>
              <a:schemeClr val="tx1"/>
            </a:solidFill>
          </a:ln>
        </p:spPr>
        <p:txBody>
          <a:bodyPr lIns="91425" tIns="45700" rIns="91425" bIns="45700" anchor="t" anchorCtr="0">
            <a:noAutofit/>
          </a:bodyPr>
          <a:lstStyle/>
          <a:p>
            <a:pPr marL="0" marR="0" lvl="0" indent="0" algn="ctr" defTabSz="609585" rtl="0" eaLnBrk="1" fontAlgn="auto" latinLnBrk="0" hangingPunct="1">
              <a:lnSpc>
                <a:spcPct val="100000"/>
              </a:lnSpc>
              <a:spcBef>
                <a:spcPts val="0"/>
              </a:spcBef>
              <a:spcAft>
                <a:spcPts val="0"/>
              </a:spcAft>
              <a:buClr>
                <a:srgbClr val="000000"/>
              </a:buClr>
              <a:buSzPct val="25000"/>
              <a:buFontTx/>
              <a:buNone/>
              <a:tabLst/>
              <a:defRPr/>
            </a:pPr>
            <a:r>
              <a:rPr kumimoji="0" lang="en-US" sz="1200" b="1" i="0" u="none" strike="noStrike" kern="1200" cap="none" spc="0" normalizeH="0" baseline="0" noProof="0">
                <a:ln>
                  <a:noFill/>
                </a:ln>
                <a:solidFill>
                  <a:srgbClr val="CC412F"/>
                </a:solidFill>
                <a:effectLst/>
                <a:uLnTx/>
                <a:uFillTx/>
                <a:latin typeface="Avenir"/>
                <a:ea typeface="Verdana"/>
                <a:cs typeface="+mn-cs"/>
                <a:sym typeface="Verdana"/>
              </a:rPr>
              <a:t>Admin Access Review </a:t>
            </a:r>
          </a:p>
          <a:p>
            <a:pPr marL="0" marR="0" lvl="0" indent="0" algn="ctr" defTabSz="609585" rtl="0" eaLnBrk="1" fontAlgn="auto" latinLnBrk="0" hangingPunct="1">
              <a:lnSpc>
                <a:spcPct val="100000"/>
              </a:lnSpc>
              <a:spcBef>
                <a:spcPts val="0"/>
              </a:spcBef>
              <a:spcAft>
                <a:spcPts val="0"/>
              </a:spcAft>
              <a:buClr>
                <a:srgbClr val="000000"/>
              </a:buClr>
              <a:buSzPct val="25000"/>
              <a:buFontTx/>
              <a:buNone/>
              <a:tabLst/>
              <a:defRPr/>
            </a:pPr>
            <a:endParaRPr kumimoji="0" lang="en-US" sz="1200" b="1" i="0" u="none" strike="noStrike" kern="1200" cap="none" spc="0" normalizeH="0" baseline="0" noProof="0">
              <a:ln>
                <a:noFill/>
              </a:ln>
              <a:solidFill>
                <a:srgbClr val="CC412F"/>
              </a:solidFill>
              <a:effectLst/>
              <a:uLnTx/>
              <a:uFillTx/>
              <a:latin typeface="Avenir"/>
              <a:ea typeface="Verdana"/>
              <a:cs typeface="+mn-cs"/>
              <a:sym typeface="Verdana"/>
            </a:endParaRPr>
          </a:p>
          <a:p>
            <a:pPr marL="0" marR="0" lvl="0" indent="0" algn="ctr" defTabSz="609585" rtl="0" eaLnBrk="1" fontAlgn="auto" latinLnBrk="0" hangingPunct="1">
              <a:lnSpc>
                <a:spcPct val="100000"/>
              </a:lnSpc>
              <a:spcBef>
                <a:spcPts val="0"/>
              </a:spcBef>
              <a:spcAft>
                <a:spcPts val="0"/>
              </a:spcAft>
              <a:buClr>
                <a:srgbClr val="000000"/>
              </a:buClr>
              <a:buSzPct val="25000"/>
              <a:buFontTx/>
              <a:buNone/>
              <a:tabLst/>
              <a:defRPr/>
            </a:pPr>
            <a:r>
              <a:rPr lang="en-US" sz="1200">
                <a:solidFill>
                  <a:srgbClr val="010203"/>
                </a:solidFill>
                <a:latin typeface="Avenir"/>
                <a:ea typeface="Verdana"/>
                <a:cs typeface="Verdana"/>
              </a:rPr>
              <a:t>Complete Okta Access Review for all Okta Admins.  </a:t>
            </a:r>
            <a:endParaRPr kumimoji="0" lang="en-IN" sz="1200" b="0" i="0" u="none" strike="noStrike" kern="1200" cap="none" spc="0" normalizeH="0" baseline="0" noProof="0">
              <a:ln>
                <a:noFill/>
              </a:ln>
              <a:solidFill>
                <a:srgbClr val="010203"/>
              </a:solidFill>
              <a:effectLst/>
              <a:uLnTx/>
              <a:uFillTx/>
              <a:latin typeface="Helvetica Neue" panose="02000503000000020004" pitchFamily="2" charset="0"/>
              <a:ea typeface="+mn-ea"/>
              <a:cs typeface="+mn-cs"/>
            </a:endParaRPr>
          </a:p>
        </p:txBody>
      </p:sp>
      <p:sp>
        <p:nvSpPr>
          <p:cNvPr id="9" name="Shape 162">
            <a:extLst>
              <a:ext uri="{FF2B5EF4-FFF2-40B4-BE49-F238E27FC236}">
                <a16:creationId xmlns:a16="http://schemas.microsoft.com/office/drawing/2014/main" id="{A69506DD-0BC5-CF4E-81EB-196551FCB292}"/>
              </a:ext>
            </a:extLst>
          </p:cNvPr>
          <p:cNvSpPr/>
          <p:nvPr/>
        </p:nvSpPr>
        <p:spPr>
          <a:xfrm>
            <a:off x="4269323" y="1894117"/>
            <a:ext cx="2487022" cy="1051688"/>
          </a:xfrm>
          <a:prstGeom prst="rect">
            <a:avLst/>
          </a:prstGeom>
          <a:noFill/>
          <a:ln w="12700">
            <a:solidFill>
              <a:schemeClr val="tx1"/>
            </a:solidFill>
          </a:ln>
        </p:spPr>
        <p:txBody>
          <a:bodyPr lIns="91425" tIns="45700" rIns="91425" bIns="45700" anchor="t" anchorCtr="0">
            <a:noAutofit/>
          </a:bodyPr>
          <a:lstStyle/>
          <a:p>
            <a:pPr marL="0" marR="0" lvl="0" indent="0" algn="ctr" defTabSz="609585" rtl="0" eaLnBrk="1" fontAlgn="auto" latinLnBrk="0" hangingPunct="1">
              <a:lnSpc>
                <a:spcPct val="100000"/>
              </a:lnSpc>
              <a:spcBef>
                <a:spcPts val="0"/>
              </a:spcBef>
              <a:spcAft>
                <a:spcPts val="0"/>
              </a:spcAft>
              <a:buClr>
                <a:srgbClr val="000000"/>
              </a:buClr>
              <a:buSzPct val="25000"/>
              <a:buFontTx/>
              <a:buNone/>
              <a:tabLst/>
              <a:defRPr/>
            </a:pPr>
            <a:r>
              <a:rPr kumimoji="0" lang="en-US" sz="1200" b="1" i="0" u="none" strike="noStrike" kern="1200" cap="none" spc="0" normalizeH="0" baseline="0" noProof="0" err="1">
                <a:ln>
                  <a:noFill/>
                </a:ln>
                <a:solidFill>
                  <a:srgbClr val="CC412F"/>
                </a:solidFill>
                <a:effectLst/>
                <a:uLnTx/>
                <a:uFillTx/>
                <a:latin typeface="Avenir"/>
                <a:ea typeface="Verdana"/>
                <a:cs typeface="+mn-cs"/>
                <a:sym typeface="Verdana"/>
              </a:rPr>
              <a:t>Enfor</a:t>
            </a:r>
            <a:r>
              <a:rPr lang="en-US" sz="1200" b="1" err="1">
                <a:solidFill>
                  <a:srgbClr val="CC412F"/>
                </a:solidFill>
                <a:latin typeface="Avenir"/>
                <a:ea typeface="Verdana"/>
                <a:sym typeface="Verdana"/>
              </a:rPr>
              <a:t>ce</a:t>
            </a:r>
            <a:r>
              <a:rPr lang="en-US" sz="1200" b="1">
                <a:solidFill>
                  <a:srgbClr val="CC412F"/>
                </a:solidFill>
                <a:latin typeface="Avenir"/>
                <a:ea typeface="Verdana"/>
                <a:sym typeface="Verdana"/>
              </a:rPr>
              <a:t> High Level of Assurance </a:t>
            </a:r>
          </a:p>
          <a:p>
            <a:pPr marL="0" marR="0" lvl="0" indent="0" algn="ctr" defTabSz="609585" rtl="0" eaLnBrk="1" fontAlgn="auto" latinLnBrk="0" hangingPunct="1">
              <a:lnSpc>
                <a:spcPct val="100000"/>
              </a:lnSpc>
              <a:spcBef>
                <a:spcPts val="0"/>
              </a:spcBef>
              <a:spcAft>
                <a:spcPts val="0"/>
              </a:spcAft>
              <a:buClr>
                <a:srgbClr val="000000"/>
              </a:buClr>
              <a:buSzPct val="25000"/>
              <a:buFontTx/>
              <a:buNone/>
              <a:tabLst/>
              <a:defRPr/>
            </a:pPr>
            <a:endParaRPr kumimoji="0" lang="en-US" sz="1200" b="1" i="0" u="none" strike="noStrike" kern="1200" cap="none" spc="0" normalizeH="0" baseline="0" noProof="0">
              <a:ln>
                <a:noFill/>
              </a:ln>
              <a:solidFill>
                <a:srgbClr val="CC412F"/>
              </a:solidFill>
              <a:effectLst/>
              <a:uLnTx/>
              <a:uFillTx/>
              <a:latin typeface="Avenir"/>
              <a:ea typeface="Verdana"/>
              <a:cs typeface="+mn-cs"/>
              <a:sym typeface="Verdana"/>
            </a:endParaRPr>
          </a:p>
          <a:p>
            <a:pPr marL="0" marR="0" lvl="0" indent="0" algn="ctr" defTabSz="609585" rtl="0" eaLnBrk="1" fontAlgn="auto" latinLnBrk="0" hangingPunct="1">
              <a:lnSpc>
                <a:spcPct val="100000"/>
              </a:lnSpc>
              <a:spcBef>
                <a:spcPts val="0"/>
              </a:spcBef>
              <a:spcAft>
                <a:spcPts val="0"/>
              </a:spcAft>
              <a:buClr>
                <a:srgbClr val="000000"/>
              </a:buClr>
              <a:buSzPct val="25000"/>
              <a:buFontTx/>
              <a:buNone/>
              <a:tabLst/>
              <a:defRPr/>
            </a:pPr>
            <a:r>
              <a:rPr kumimoji="0" lang="en-US" sz="1200" b="0" i="0" u="none" strike="noStrike" kern="1200" cap="none" spc="0" normalizeH="0" baseline="0" noProof="0">
                <a:ln>
                  <a:noFill/>
                </a:ln>
                <a:solidFill>
                  <a:srgbClr val="010203"/>
                </a:solidFill>
                <a:effectLst/>
                <a:uLnTx/>
                <a:uFillTx/>
                <a:latin typeface="Avenir"/>
                <a:ea typeface="Verdana"/>
                <a:cs typeface="Verdana"/>
                <a:sym typeface="Verdana"/>
              </a:rPr>
              <a:t>Enforce users to use Okta Verify, Phone or SMS as a method of 2FA for Global Protect (VPN)</a:t>
            </a:r>
          </a:p>
        </p:txBody>
      </p:sp>
      <p:sp>
        <p:nvSpPr>
          <p:cNvPr id="41" name="Title 1">
            <a:extLst>
              <a:ext uri="{FF2B5EF4-FFF2-40B4-BE49-F238E27FC236}">
                <a16:creationId xmlns:a16="http://schemas.microsoft.com/office/drawing/2014/main" id="{4FA5D7C8-0DA6-BC46-9E69-A107C1FBDFEB}"/>
              </a:ext>
            </a:extLst>
          </p:cNvPr>
          <p:cNvSpPr txBox="1">
            <a:spLocks/>
          </p:cNvSpPr>
          <p:nvPr/>
        </p:nvSpPr>
        <p:spPr>
          <a:xfrm>
            <a:off x="256510" y="240907"/>
            <a:ext cx="10727799" cy="1051687"/>
          </a:xfrm>
          <a:prstGeom prst="rect">
            <a:avLst/>
          </a:prstGeom>
        </p:spPr>
        <p:txBody>
          <a:bodyPr/>
          <a:lstStyle>
            <a:lvl1pPr marL="201700" indent="-201700" algn="l" defTabSz="529849" rtl="0" eaLnBrk="1" latinLnBrk="0" hangingPunct="1">
              <a:lnSpc>
                <a:spcPts val="3000"/>
              </a:lnSpc>
              <a:spcBef>
                <a:spcPct val="0"/>
              </a:spcBef>
              <a:buSzPct val="102000"/>
              <a:buFontTx/>
              <a:buBlip>
                <a:blip r:embed="rId3"/>
              </a:buBlip>
              <a:tabLst/>
              <a:defRPr sz="2800" b="1" i="0" kern="1200" baseline="0">
                <a:solidFill>
                  <a:schemeClr val="accent1"/>
                </a:solidFill>
                <a:latin typeface="Avenir Heavy" panose="02000503020000020003" pitchFamily="2" charset="0"/>
                <a:ea typeface="+mj-ea"/>
                <a:cs typeface="+mj-cs"/>
              </a:defRPr>
            </a:lvl1pPr>
          </a:lstStyle>
          <a:p>
            <a:pPr marL="201700" marR="0" lvl="0" indent="-201700" algn="l" defTabSz="529849" rtl="0" eaLnBrk="1" fontAlgn="auto" latinLnBrk="0" hangingPunct="1">
              <a:lnSpc>
                <a:spcPts val="3000"/>
              </a:lnSpc>
              <a:spcBef>
                <a:spcPct val="0"/>
              </a:spcBef>
              <a:spcAft>
                <a:spcPts val="0"/>
              </a:spcAft>
              <a:buClrTx/>
              <a:buSzPct val="102000"/>
              <a:buFontTx/>
              <a:buBlip>
                <a:blip r:embed="rId3"/>
              </a:buBlip>
              <a:tabLst/>
              <a:defRPr/>
            </a:pPr>
            <a:r>
              <a:rPr lang="en-US">
                <a:solidFill>
                  <a:srgbClr val="CC412F"/>
                </a:solidFill>
              </a:rPr>
              <a:t>Okta</a:t>
            </a:r>
            <a:r>
              <a:rPr kumimoji="0" lang="en-US" sz="2800" b="1" i="0" u="none" strike="noStrike" kern="1200" cap="none" spc="0" normalizeH="0" baseline="0" noProof="0">
                <a:ln>
                  <a:noFill/>
                </a:ln>
                <a:solidFill>
                  <a:srgbClr val="CC412F"/>
                </a:solidFill>
                <a:effectLst/>
                <a:uLnTx/>
                <a:uFillTx/>
                <a:latin typeface="Avenir Heavy" panose="02000503020000020003" pitchFamily="2" charset="0"/>
                <a:ea typeface="+mj-ea"/>
                <a:cs typeface="+mj-cs"/>
              </a:rPr>
              <a:t> Roadmap (</a:t>
            </a:r>
            <a:r>
              <a:rPr lang="en-US">
                <a:solidFill>
                  <a:srgbClr val="CC412F"/>
                </a:solidFill>
              </a:rPr>
              <a:t>2024</a:t>
            </a:r>
            <a:r>
              <a:rPr kumimoji="0" lang="en-US" sz="2800" b="1" i="0" u="none" strike="noStrike" kern="1200" cap="none" spc="0" normalizeH="0" baseline="0" noProof="0">
                <a:ln>
                  <a:noFill/>
                </a:ln>
                <a:solidFill>
                  <a:srgbClr val="CC412F"/>
                </a:solidFill>
                <a:effectLst/>
                <a:uLnTx/>
                <a:uFillTx/>
                <a:latin typeface="Avenir Heavy" panose="02000503020000020003" pitchFamily="2" charset="0"/>
                <a:ea typeface="+mj-ea"/>
                <a:cs typeface="+mj-cs"/>
              </a:rPr>
              <a:t>)</a:t>
            </a:r>
          </a:p>
        </p:txBody>
      </p:sp>
      <p:sp>
        <p:nvSpPr>
          <p:cNvPr id="14" name="Shape 163">
            <a:extLst>
              <a:ext uri="{FF2B5EF4-FFF2-40B4-BE49-F238E27FC236}">
                <a16:creationId xmlns:a16="http://schemas.microsoft.com/office/drawing/2014/main" id="{4CBDA251-9D43-B9B2-C035-EEB80D351B3D}"/>
              </a:ext>
            </a:extLst>
          </p:cNvPr>
          <p:cNvSpPr/>
          <p:nvPr/>
        </p:nvSpPr>
        <p:spPr>
          <a:xfrm rot="5400000">
            <a:off x="1428887" y="3318502"/>
            <a:ext cx="511016" cy="2011012"/>
          </a:xfrm>
          <a:prstGeom prst="rightBrace">
            <a:avLst>
              <a:gd name="adj1" fmla="val 16971"/>
              <a:gd name="adj2" fmla="val 43173"/>
            </a:avLst>
          </a:prstGeom>
          <a:noFill/>
          <a:ln w="12700" cap="flat" cmpd="sng">
            <a:solidFill>
              <a:schemeClr val="accent1"/>
            </a:solidFill>
            <a:prstDash val="solid"/>
            <a:round/>
            <a:headEnd type="none" w="med" len="med"/>
            <a:tailEnd type="none" w="med" len="med"/>
          </a:ln>
        </p:spPr>
        <p:txBody>
          <a:bodyPr lIns="91425" tIns="45700" rIns="91425" bIns="45700" anchor="ctr" anchorCtr="0">
            <a:noAutofit/>
          </a:bodyPr>
          <a:lstStyle/>
          <a:p>
            <a:pPr marL="0" marR="0" lvl="0" indent="0" algn="ctr" defTabSz="609585" rtl="0" eaLnBrk="1" fontAlgn="auto" latinLnBrk="0" hangingPunct="1">
              <a:lnSpc>
                <a:spcPct val="100000"/>
              </a:lnSpc>
              <a:spcBef>
                <a:spcPts val="0"/>
              </a:spcBef>
              <a:spcAft>
                <a:spcPts val="0"/>
              </a:spcAft>
              <a:buClr>
                <a:srgbClr val="000000"/>
              </a:buClr>
              <a:buSzTx/>
              <a:buFontTx/>
              <a:buNone/>
              <a:tabLst/>
              <a:defRPr/>
            </a:pPr>
            <a:endParaRPr kumimoji="0" sz="1200" b="1" i="0" u="none" strike="noStrike" kern="1200" cap="none" spc="0" normalizeH="0" baseline="0" noProof="0">
              <a:ln>
                <a:noFill/>
              </a:ln>
              <a:solidFill>
                <a:srgbClr val="000000"/>
              </a:solidFill>
              <a:effectLst/>
              <a:uLnTx/>
              <a:uFillTx/>
              <a:latin typeface="Avenir"/>
              <a:ea typeface="Verdana"/>
              <a:cs typeface="Verdana"/>
              <a:sym typeface="Verdana"/>
            </a:endParaRPr>
          </a:p>
        </p:txBody>
      </p:sp>
      <p:sp>
        <p:nvSpPr>
          <p:cNvPr id="17" name="Shape 162">
            <a:extLst>
              <a:ext uri="{FF2B5EF4-FFF2-40B4-BE49-F238E27FC236}">
                <a16:creationId xmlns:a16="http://schemas.microsoft.com/office/drawing/2014/main" id="{071B770B-C685-2194-A641-DAB2B3FA4AC6}"/>
              </a:ext>
            </a:extLst>
          </p:cNvPr>
          <p:cNvSpPr/>
          <p:nvPr/>
        </p:nvSpPr>
        <p:spPr>
          <a:xfrm>
            <a:off x="7584286" y="750861"/>
            <a:ext cx="3877359" cy="2222787"/>
          </a:xfrm>
          <a:prstGeom prst="rect">
            <a:avLst/>
          </a:prstGeom>
          <a:noFill/>
          <a:ln w="12700">
            <a:solidFill>
              <a:schemeClr val="tx1"/>
            </a:solidFill>
          </a:ln>
        </p:spPr>
        <p:txBody>
          <a:bodyPr lIns="91425" tIns="45700" rIns="91425" bIns="45700" anchor="t" anchorCtr="0">
            <a:noAutofit/>
          </a:bodyPr>
          <a:lstStyle/>
          <a:p>
            <a:pPr marL="0" marR="0" lvl="0" indent="0" algn="ctr" defTabSz="609585" rtl="0" eaLnBrk="1" fontAlgn="auto" latinLnBrk="0" hangingPunct="1">
              <a:lnSpc>
                <a:spcPct val="100000"/>
              </a:lnSpc>
              <a:spcBef>
                <a:spcPts val="0"/>
              </a:spcBef>
              <a:spcAft>
                <a:spcPts val="0"/>
              </a:spcAft>
              <a:buClr>
                <a:srgbClr val="000000"/>
              </a:buClr>
              <a:buSzPct val="25000"/>
              <a:buFontTx/>
              <a:buNone/>
              <a:tabLst/>
              <a:defRPr/>
            </a:pPr>
            <a:r>
              <a:rPr lang="en-US" sz="1200" b="1">
                <a:solidFill>
                  <a:srgbClr val="CC412F"/>
                </a:solidFill>
                <a:latin typeface="Avenir"/>
                <a:ea typeface="Verdana"/>
                <a:cs typeface="Verdana"/>
                <a:sym typeface="Verdana"/>
              </a:rPr>
              <a:t>Potential New Updates </a:t>
            </a:r>
          </a:p>
          <a:p>
            <a:pPr marL="0" marR="0" lvl="0" indent="0" algn="ctr" defTabSz="609585" rtl="0" eaLnBrk="1" fontAlgn="auto" latinLnBrk="0" hangingPunct="1">
              <a:lnSpc>
                <a:spcPct val="100000"/>
              </a:lnSpc>
              <a:spcBef>
                <a:spcPts val="0"/>
              </a:spcBef>
              <a:spcAft>
                <a:spcPts val="0"/>
              </a:spcAft>
              <a:buClr>
                <a:srgbClr val="000000"/>
              </a:buClr>
              <a:buSzPct val="25000"/>
              <a:buFontTx/>
              <a:buNone/>
              <a:tabLst/>
              <a:defRPr/>
            </a:pPr>
            <a:endParaRPr lang="en-US" sz="1200" b="1">
              <a:solidFill>
                <a:srgbClr val="CC412F"/>
              </a:solidFill>
              <a:latin typeface="Avenir"/>
              <a:ea typeface="Verdana"/>
              <a:cs typeface="Verdana"/>
              <a:sym typeface="Verdana"/>
            </a:endParaRPr>
          </a:p>
          <a:p>
            <a:pPr marL="171450" marR="0" lvl="0" indent="-171450" defTabSz="609585" rtl="0" eaLnBrk="1" fontAlgn="auto" latinLnBrk="0" hangingPunct="1">
              <a:lnSpc>
                <a:spcPct val="100000"/>
              </a:lnSpc>
              <a:spcBef>
                <a:spcPts val="0"/>
              </a:spcBef>
              <a:spcAft>
                <a:spcPts val="0"/>
              </a:spcAft>
              <a:buClr>
                <a:srgbClr val="000000"/>
              </a:buClr>
              <a:buSzPct val="100000"/>
              <a:buFont typeface="Arial" panose="020B0604020202020204" pitchFamily="34" charset="0"/>
              <a:buChar char="•"/>
              <a:tabLst/>
              <a:defRPr/>
            </a:pPr>
            <a:r>
              <a:rPr lang="en-US" sz="1200">
                <a:solidFill>
                  <a:schemeClr val="tx1"/>
                </a:solidFill>
              </a:rPr>
              <a:t>SailPoint Integration with Okta for Lifecycle management</a:t>
            </a:r>
          </a:p>
          <a:p>
            <a:pPr marL="171450" marR="0" lvl="0" indent="-171450" defTabSz="609585" rtl="0" eaLnBrk="1" fontAlgn="auto" latinLnBrk="0" hangingPunct="1">
              <a:lnSpc>
                <a:spcPct val="100000"/>
              </a:lnSpc>
              <a:spcBef>
                <a:spcPts val="0"/>
              </a:spcBef>
              <a:spcAft>
                <a:spcPts val="0"/>
              </a:spcAft>
              <a:buClr>
                <a:srgbClr val="000000"/>
              </a:buClr>
              <a:buSzPct val="100000"/>
              <a:buFont typeface="Arial" panose="020B0604020202020204" pitchFamily="34" charset="0"/>
              <a:buChar char="•"/>
              <a:tabLst/>
              <a:defRPr/>
            </a:pPr>
            <a:endParaRPr lang="en-US" sz="1200">
              <a:solidFill>
                <a:schemeClr val="tx1"/>
              </a:solidFill>
            </a:endParaRPr>
          </a:p>
          <a:p>
            <a:pPr marL="171450" marR="0" lvl="0" indent="-171450" defTabSz="609585" rtl="0" eaLnBrk="1" fontAlgn="auto" latinLnBrk="0" hangingPunct="1">
              <a:lnSpc>
                <a:spcPct val="100000"/>
              </a:lnSpc>
              <a:spcBef>
                <a:spcPts val="0"/>
              </a:spcBef>
              <a:spcAft>
                <a:spcPts val="0"/>
              </a:spcAft>
              <a:buClr>
                <a:srgbClr val="000000"/>
              </a:buClr>
              <a:buSzPct val="100000"/>
              <a:buFont typeface="Arial" panose="020B0604020202020204" pitchFamily="34" charset="0"/>
              <a:buChar char="•"/>
              <a:tabLst/>
              <a:defRPr/>
            </a:pPr>
            <a:r>
              <a:rPr lang="en-US" sz="1200">
                <a:solidFill>
                  <a:schemeClr val="tx1"/>
                </a:solidFill>
              </a:rPr>
              <a:t>Okta Access Gateway Implementation</a:t>
            </a:r>
          </a:p>
          <a:p>
            <a:pPr marL="171450" marR="0" lvl="0" indent="-171450" defTabSz="609585" rtl="0" eaLnBrk="1" fontAlgn="auto" latinLnBrk="0" hangingPunct="1">
              <a:lnSpc>
                <a:spcPct val="100000"/>
              </a:lnSpc>
              <a:spcBef>
                <a:spcPts val="0"/>
              </a:spcBef>
              <a:spcAft>
                <a:spcPts val="0"/>
              </a:spcAft>
              <a:buClr>
                <a:srgbClr val="000000"/>
              </a:buClr>
              <a:buSzPct val="100000"/>
              <a:buFont typeface="Arial" panose="020B0604020202020204" pitchFamily="34" charset="0"/>
              <a:buChar char="•"/>
              <a:tabLst/>
              <a:defRPr/>
            </a:pPr>
            <a:endParaRPr lang="en-US" sz="1200"/>
          </a:p>
          <a:p>
            <a:pPr marL="171450" marR="0" lvl="0" indent="-171450" defTabSz="609585" rtl="0" eaLnBrk="1" fontAlgn="auto" latinLnBrk="0" hangingPunct="1">
              <a:lnSpc>
                <a:spcPct val="100000"/>
              </a:lnSpc>
              <a:spcBef>
                <a:spcPts val="0"/>
              </a:spcBef>
              <a:spcAft>
                <a:spcPts val="0"/>
              </a:spcAft>
              <a:buClr>
                <a:srgbClr val="000000"/>
              </a:buClr>
              <a:buSzPct val="100000"/>
              <a:buFont typeface="Arial" panose="020B0604020202020204" pitchFamily="34" charset="0"/>
              <a:buChar char="•"/>
              <a:tabLst/>
              <a:defRPr/>
            </a:pPr>
            <a:r>
              <a:rPr lang="en-US" sz="1200">
                <a:solidFill>
                  <a:schemeClr val="tx1"/>
                </a:solidFill>
              </a:rPr>
              <a:t>Implementation of CAPTCHA for Sign-Ins</a:t>
            </a:r>
          </a:p>
          <a:p>
            <a:pPr marL="171450" marR="0" lvl="0" indent="-171450" defTabSz="609585" rtl="0" eaLnBrk="1" fontAlgn="auto" latinLnBrk="0" hangingPunct="1">
              <a:lnSpc>
                <a:spcPct val="100000"/>
              </a:lnSpc>
              <a:spcBef>
                <a:spcPts val="0"/>
              </a:spcBef>
              <a:spcAft>
                <a:spcPts val="0"/>
              </a:spcAft>
              <a:buClr>
                <a:srgbClr val="000000"/>
              </a:buClr>
              <a:buSzPct val="100000"/>
              <a:buFont typeface="Arial" panose="020B0604020202020204" pitchFamily="34" charset="0"/>
              <a:buChar char="•"/>
              <a:tabLst/>
              <a:defRPr/>
            </a:pPr>
            <a:endParaRPr lang="en-US" sz="1200"/>
          </a:p>
          <a:p>
            <a:pPr marL="171450" marR="0" lvl="0" indent="-171450" defTabSz="609585" rtl="0" eaLnBrk="1" fontAlgn="auto" latinLnBrk="0" hangingPunct="1">
              <a:lnSpc>
                <a:spcPct val="100000"/>
              </a:lnSpc>
              <a:spcBef>
                <a:spcPts val="0"/>
              </a:spcBef>
              <a:spcAft>
                <a:spcPts val="0"/>
              </a:spcAft>
              <a:buClr>
                <a:srgbClr val="000000"/>
              </a:buClr>
              <a:buSzPct val="100000"/>
              <a:buFont typeface="Arial" panose="020B0604020202020204" pitchFamily="34" charset="0"/>
              <a:buChar char="•"/>
              <a:tabLst/>
              <a:defRPr/>
            </a:pPr>
            <a:r>
              <a:rPr lang="en-US" sz="1200">
                <a:solidFill>
                  <a:schemeClr val="tx1"/>
                </a:solidFill>
              </a:rPr>
              <a:t>Identify areas for implementing Workflows</a:t>
            </a:r>
          </a:p>
          <a:p>
            <a:pPr marL="171450" marR="0" lvl="0" indent="-171450" defTabSz="609585" rtl="0" eaLnBrk="1" fontAlgn="auto" latinLnBrk="0" hangingPunct="1">
              <a:lnSpc>
                <a:spcPct val="100000"/>
              </a:lnSpc>
              <a:spcBef>
                <a:spcPts val="0"/>
              </a:spcBef>
              <a:spcAft>
                <a:spcPts val="0"/>
              </a:spcAft>
              <a:buClr>
                <a:srgbClr val="000000"/>
              </a:buClr>
              <a:buSzPct val="100000"/>
              <a:buFont typeface="Arial" panose="020B0604020202020204" pitchFamily="34" charset="0"/>
              <a:buChar char="•"/>
              <a:tabLst/>
              <a:defRPr/>
            </a:pPr>
            <a:endParaRPr lang="en-US" sz="1200">
              <a:solidFill>
                <a:schemeClr val="tx1"/>
              </a:solidFill>
            </a:endParaRPr>
          </a:p>
          <a:p>
            <a:pPr marR="0" lvl="0" defTabSz="609585" rtl="0" eaLnBrk="1" fontAlgn="auto" latinLnBrk="0" hangingPunct="1">
              <a:lnSpc>
                <a:spcPct val="100000"/>
              </a:lnSpc>
              <a:spcBef>
                <a:spcPts val="0"/>
              </a:spcBef>
              <a:spcAft>
                <a:spcPts val="0"/>
              </a:spcAft>
              <a:buClr>
                <a:srgbClr val="000000"/>
              </a:buClr>
              <a:buSzPct val="100000"/>
              <a:tabLst/>
              <a:defRPr/>
            </a:pPr>
            <a:endParaRPr lang="en-US" sz="1200">
              <a:solidFill>
                <a:schemeClr val="tx1"/>
              </a:solidFill>
            </a:endParaRPr>
          </a:p>
          <a:p>
            <a:pPr marL="171450" marR="0" lvl="0" indent="-171450" defTabSz="609585" rtl="0" eaLnBrk="1" fontAlgn="auto" latinLnBrk="0" hangingPunct="1">
              <a:lnSpc>
                <a:spcPct val="100000"/>
              </a:lnSpc>
              <a:spcBef>
                <a:spcPts val="0"/>
              </a:spcBef>
              <a:spcAft>
                <a:spcPts val="0"/>
              </a:spcAft>
              <a:buClr>
                <a:srgbClr val="000000"/>
              </a:buClr>
              <a:buSzPct val="100000"/>
              <a:buFont typeface="Arial" panose="020B0604020202020204" pitchFamily="34" charset="0"/>
              <a:buChar char="•"/>
              <a:tabLst/>
              <a:defRPr/>
            </a:pPr>
            <a:endParaRPr lang="en-US" sz="1200" b="1">
              <a:latin typeface="Avenir"/>
              <a:ea typeface="Verdana"/>
              <a:cs typeface="Verdana"/>
              <a:sym typeface="Verdana"/>
            </a:endParaRPr>
          </a:p>
        </p:txBody>
      </p:sp>
      <p:sp>
        <p:nvSpPr>
          <p:cNvPr id="7" name="Shape 162">
            <a:extLst>
              <a:ext uri="{FF2B5EF4-FFF2-40B4-BE49-F238E27FC236}">
                <a16:creationId xmlns:a16="http://schemas.microsoft.com/office/drawing/2014/main" id="{733D6827-1B3E-B80A-A8D2-01668BE8E716}"/>
              </a:ext>
            </a:extLst>
          </p:cNvPr>
          <p:cNvSpPr/>
          <p:nvPr/>
        </p:nvSpPr>
        <p:spPr>
          <a:xfrm>
            <a:off x="7091916" y="4620597"/>
            <a:ext cx="3604437" cy="1242195"/>
          </a:xfrm>
          <a:prstGeom prst="rect">
            <a:avLst/>
          </a:prstGeom>
          <a:noFill/>
          <a:ln w="12700">
            <a:solidFill>
              <a:schemeClr val="tx1"/>
            </a:solidFill>
          </a:ln>
        </p:spPr>
        <p:txBody>
          <a:bodyPr lIns="91425" tIns="45700" rIns="91425" bIns="45700" anchor="t" anchorCtr="0">
            <a:noAutofit/>
          </a:bodyPr>
          <a:lstStyle/>
          <a:p>
            <a:pPr marL="0" marR="0" lvl="0" indent="0" algn="ctr" defTabSz="609585" rtl="0" eaLnBrk="1" fontAlgn="auto" latinLnBrk="0" hangingPunct="1">
              <a:lnSpc>
                <a:spcPct val="100000"/>
              </a:lnSpc>
              <a:spcBef>
                <a:spcPts val="0"/>
              </a:spcBef>
              <a:spcAft>
                <a:spcPts val="0"/>
              </a:spcAft>
              <a:buClr>
                <a:srgbClr val="000000"/>
              </a:buClr>
              <a:buSzPct val="25000"/>
              <a:buFontTx/>
              <a:buNone/>
              <a:tabLst/>
              <a:defRPr/>
            </a:pPr>
            <a:r>
              <a:rPr kumimoji="0" lang="en-US" sz="1200" b="1" i="0" u="none" strike="noStrike" kern="1200" cap="none" spc="0" normalizeH="0" baseline="0" noProof="0">
                <a:ln>
                  <a:noFill/>
                </a:ln>
                <a:solidFill>
                  <a:srgbClr val="CC412F"/>
                </a:solidFill>
                <a:effectLst/>
                <a:uLnTx/>
                <a:uFillTx/>
                <a:latin typeface="Avenir"/>
                <a:ea typeface="Verdana"/>
                <a:cs typeface="Verdana"/>
                <a:sym typeface="Verdana"/>
              </a:rPr>
              <a:t>Continue Business As Usual</a:t>
            </a:r>
          </a:p>
          <a:p>
            <a:pPr marL="0" marR="0" lvl="0" indent="0" algn="ctr" defTabSz="609585" rtl="0" eaLnBrk="1" fontAlgn="auto" latinLnBrk="0" hangingPunct="1">
              <a:lnSpc>
                <a:spcPct val="100000"/>
              </a:lnSpc>
              <a:spcBef>
                <a:spcPts val="0"/>
              </a:spcBef>
              <a:spcAft>
                <a:spcPts val="0"/>
              </a:spcAft>
              <a:buClr>
                <a:srgbClr val="000000"/>
              </a:buClr>
              <a:buSzPct val="25000"/>
              <a:buFontTx/>
              <a:buNone/>
              <a:tabLst/>
              <a:defRPr/>
            </a:pPr>
            <a:endParaRPr kumimoji="0" lang="en-US" sz="1200" b="1" i="0" u="none" strike="noStrike" kern="1200" cap="none" spc="0" normalizeH="0" baseline="0" noProof="0">
              <a:ln>
                <a:noFill/>
              </a:ln>
              <a:solidFill>
                <a:srgbClr val="CC412F"/>
              </a:solidFill>
              <a:effectLst/>
              <a:uLnTx/>
              <a:uFillTx/>
              <a:latin typeface="Avenir"/>
              <a:ea typeface="Verdana"/>
              <a:cs typeface="Verdana"/>
              <a:sym typeface="Verdana"/>
            </a:endParaRPr>
          </a:p>
          <a:p>
            <a:pPr algn="ctr" defTabSz="609585">
              <a:buClr>
                <a:srgbClr val="000000"/>
              </a:buClr>
              <a:buSzPct val="25000"/>
              <a:defRPr/>
            </a:pPr>
            <a:r>
              <a:rPr lang="en-US" sz="1200">
                <a:solidFill>
                  <a:srgbClr val="010203"/>
                </a:solidFill>
                <a:latin typeface="Avenir"/>
                <a:ea typeface="Verdana"/>
                <a:cs typeface="Verdana"/>
                <a:sym typeface="Verdana"/>
              </a:rPr>
              <a:t>Continue business Activities, including application integration, Incident &amp; Request management, and Upgrade of Okta</a:t>
            </a:r>
          </a:p>
          <a:p>
            <a:pPr marL="0" marR="0" lvl="0" indent="0" algn="ctr" defTabSz="609585" rtl="0" eaLnBrk="1" fontAlgn="auto" latinLnBrk="0" hangingPunct="1">
              <a:lnSpc>
                <a:spcPct val="100000"/>
              </a:lnSpc>
              <a:spcBef>
                <a:spcPts val="0"/>
              </a:spcBef>
              <a:spcAft>
                <a:spcPts val="0"/>
              </a:spcAft>
              <a:buClr>
                <a:srgbClr val="000000"/>
              </a:buClr>
              <a:buSzPct val="25000"/>
              <a:buFontTx/>
              <a:buNone/>
              <a:tabLst/>
              <a:defRPr/>
            </a:pPr>
            <a:endParaRPr kumimoji="0" lang="en-US" sz="1200" b="1" i="0" u="none" strike="noStrike" kern="1200" cap="none" spc="0" normalizeH="0" baseline="0" noProof="0">
              <a:ln>
                <a:noFill/>
              </a:ln>
              <a:effectLst/>
              <a:uLnTx/>
              <a:uFillTx/>
              <a:latin typeface="Avenir"/>
              <a:ea typeface="Verdana"/>
              <a:cs typeface="Verdana"/>
              <a:sym typeface="Verdana"/>
            </a:endParaRPr>
          </a:p>
        </p:txBody>
      </p:sp>
      <p:sp>
        <p:nvSpPr>
          <p:cNvPr id="12" name="Shape 163">
            <a:extLst>
              <a:ext uri="{FF2B5EF4-FFF2-40B4-BE49-F238E27FC236}">
                <a16:creationId xmlns:a16="http://schemas.microsoft.com/office/drawing/2014/main" id="{441376AD-4D89-7AFC-CF96-F459473CD91E}"/>
              </a:ext>
            </a:extLst>
          </p:cNvPr>
          <p:cNvSpPr/>
          <p:nvPr/>
        </p:nvSpPr>
        <p:spPr>
          <a:xfrm rot="5400000">
            <a:off x="5756002" y="-829941"/>
            <a:ext cx="290084" cy="10475453"/>
          </a:xfrm>
          <a:prstGeom prst="rightBrace">
            <a:avLst>
              <a:gd name="adj1" fmla="val 15921"/>
              <a:gd name="adj2" fmla="val 21670"/>
            </a:avLst>
          </a:prstGeom>
          <a:noFill/>
          <a:ln w="12700" cap="flat" cmpd="sng">
            <a:solidFill>
              <a:schemeClr val="accent1"/>
            </a:solidFill>
            <a:prstDash val="solid"/>
            <a:round/>
            <a:headEnd type="none" w="med" len="med"/>
            <a:tailEnd type="none" w="med" len="med"/>
          </a:ln>
        </p:spPr>
        <p:txBody>
          <a:bodyPr lIns="91425" tIns="45700" rIns="91425" bIns="45700" anchor="ctr" anchorCtr="0">
            <a:noAutofit/>
          </a:bodyPr>
          <a:lstStyle/>
          <a:p>
            <a:pPr marL="0" marR="0" lvl="0" indent="0" algn="ctr" defTabSz="609585" rtl="0" eaLnBrk="1" fontAlgn="auto" latinLnBrk="0" hangingPunct="1">
              <a:lnSpc>
                <a:spcPct val="100000"/>
              </a:lnSpc>
              <a:spcBef>
                <a:spcPts val="0"/>
              </a:spcBef>
              <a:spcAft>
                <a:spcPts val="0"/>
              </a:spcAft>
              <a:buClr>
                <a:srgbClr val="000000"/>
              </a:buClr>
              <a:buSzTx/>
              <a:buFontTx/>
              <a:buNone/>
              <a:tabLst/>
              <a:defRPr/>
            </a:pPr>
            <a:endParaRPr kumimoji="0" sz="1200" b="1" i="0" u="none" strike="noStrike" kern="1200" cap="none" spc="0" normalizeH="0" baseline="0" noProof="0">
              <a:ln>
                <a:noFill/>
              </a:ln>
              <a:solidFill>
                <a:srgbClr val="000000"/>
              </a:solidFill>
              <a:effectLst/>
              <a:uLnTx/>
              <a:uFillTx/>
              <a:latin typeface="Avenir"/>
              <a:ea typeface="Verdana"/>
              <a:cs typeface="Verdana"/>
              <a:sym typeface="Verdana"/>
            </a:endParaRPr>
          </a:p>
        </p:txBody>
      </p:sp>
      <p:sp>
        <p:nvSpPr>
          <p:cNvPr id="4" name="Shape 147">
            <a:extLst>
              <a:ext uri="{FF2B5EF4-FFF2-40B4-BE49-F238E27FC236}">
                <a16:creationId xmlns:a16="http://schemas.microsoft.com/office/drawing/2014/main" id="{9A4B4CD7-2F5A-6E5B-A35E-3BDC7B648C43}"/>
              </a:ext>
            </a:extLst>
          </p:cNvPr>
          <p:cNvSpPr/>
          <p:nvPr/>
        </p:nvSpPr>
        <p:spPr>
          <a:xfrm>
            <a:off x="429066" y="3286738"/>
            <a:ext cx="11333867" cy="815672"/>
          </a:xfrm>
          <a:prstGeom prst="homePlate">
            <a:avLst>
              <a:gd name="adj" fmla="val 50000"/>
            </a:avLst>
          </a:prstGeom>
          <a:solidFill>
            <a:schemeClr val="bg1">
              <a:lumMod val="85000"/>
            </a:schemeClr>
          </a:solidFill>
          <a:ln>
            <a:noFill/>
          </a:ln>
        </p:spPr>
        <p:txBody>
          <a:bodyPr lIns="91425" tIns="45700" rIns="91425" bIns="45700" anchor="ctr" anchorCtr="0">
            <a:noAutofit/>
          </a:bodyPr>
          <a:lstStyle/>
          <a:p>
            <a:pPr marL="0" marR="0" lvl="0" indent="0" algn="ctr" defTabSz="609585" rtl="0" eaLnBrk="1" fontAlgn="auto" latinLnBrk="0" hangingPunct="1">
              <a:lnSpc>
                <a:spcPct val="100000"/>
              </a:lnSpc>
              <a:spcBef>
                <a:spcPts val="0"/>
              </a:spcBef>
              <a:spcAft>
                <a:spcPts val="0"/>
              </a:spcAft>
              <a:buClr>
                <a:srgbClr val="000000"/>
              </a:buClr>
              <a:buSzTx/>
              <a:buFontTx/>
              <a:buNone/>
              <a:tabLst/>
              <a:defRPr/>
            </a:pPr>
            <a:endParaRPr kumimoji="0" sz="1200" b="1" i="0" u="none" strike="noStrike" kern="1200" cap="none" spc="0" normalizeH="0" baseline="0" noProof="0">
              <a:ln>
                <a:noFill/>
              </a:ln>
              <a:solidFill>
                <a:srgbClr val="FFFFFF"/>
              </a:solidFill>
              <a:effectLst/>
              <a:uLnTx/>
              <a:uFillTx/>
              <a:latin typeface="Avenir"/>
              <a:ea typeface="Verdana" panose="020B0604030504040204" pitchFamily="34" charset="0"/>
              <a:cs typeface="Verdana" panose="020B0604030504040204" pitchFamily="34" charset="0"/>
              <a:sym typeface="Verdana"/>
            </a:endParaRPr>
          </a:p>
        </p:txBody>
      </p:sp>
      <p:sp>
        <p:nvSpPr>
          <p:cNvPr id="5" name="Shape 161">
            <a:extLst>
              <a:ext uri="{FF2B5EF4-FFF2-40B4-BE49-F238E27FC236}">
                <a16:creationId xmlns:a16="http://schemas.microsoft.com/office/drawing/2014/main" id="{BB87ED7C-5BD2-801D-0828-15151F315E89}"/>
              </a:ext>
            </a:extLst>
          </p:cNvPr>
          <p:cNvSpPr txBox="1"/>
          <p:nvPr/>
        </p:nvSpPr>
        <p:spPr>
          <a:xfrm>
            <a:off x="660889" y="3514197"/>
            <a:ext cx="10505628" cy="284259"/>
          </a:xfrm>
          <a:prstGeom prst="rect">
            <a:avLst/>
          </a:prstGeom>
          <a:solidFill>
            <a:schemeClr val="accent1"/>
          </a:solidFill>
          <a:ln>
            <a:noFill/>
          </a:ln>
        </p:spPr>
        <p:txBody>
          <a:bodyPr lIns="0" tIns="45700" rIns="0" bIns="45700" anchor="ctr" anchorCtr="0">
            <a:noAutofit/>
          </a:bodyPr>
          <a:lstStyle>
            <a:defPPr>
              <a:defRPr lang="en-US"/>
            </a:defPPr>
            <a:lvl1pPr algn="ctr" defTabSz="609585">
              <a:buClr>
                <a:srgbClr val="FFFFFF"/>
              </a:buClr>
              <a:buSzPct val="25000"/>
              <a:defRPr sz="900" b="1">
                <a:solidFill>
                  <a:srgbClr val="FFFFFF"/>
                </a:solidFill>
                <a:latin typeface="Verdana" panose="020B0604030504040204" pitchFamily="34" charset="0"/>
                <a:ea typeface="Verdana" panose="020B0604030504040204" pitchFamily="34" charset="0"/>
                <a:cs typeface="Verdana" panose="020B0604030504040204" pitchFamily="34" charset="0"/>
              </a:defRPr>
            </a:lvl1pPr>
          </a:lstStyle>
          <a:p>
            <a:pPr marL="0" marR="0" lvl="0" indent="0" algn="ctr" defTabSz="609585" rtl="0" eaLnBrk="1" fontAlgn="auto" latinLnBrk="0" hangingPunct="1">
              <a:lnSpc>
                <a:spcPct val="100000"/>
              </a:lnSpc>
              <a:spcBef>
                <a:spcPts val="0"/>
              </a:spcBef>
              <a:spcAft>
                <a:spcPts val="0"/>
              </a:spcAft>
              <a:buClr>
                <a:srgbClr val="FFFFFF"/>
              </a:buClr>
              <a:buSzPct val="25000"/>
              <a:buFontTx/>
              <a:buNone/>
              <a:tabLst/>
              <a:defRPr/>
            </a:pPr>
            <a:r>
              <a:rPr kumimoji="0" lang="en-US" sz="1200" b="1" i="0" u="none" strike="noStrike" kern="1200" cap="none" spc="0" normalizeH="0" baseline="0" noProof="0">
                <a:ln>
                  <a:noFill/>
                </a:ln>
                <a:solidFill>
                  <a:srgbClr val="FFFFFF"/>
                </a:solidFill>
                <a:effectLst/>
                <a:uLnTx/>
                <a:uFillTx/>
                <a:latin typeface="Avenir"/>
                <a:ea typeface="Verdana" panose="020B0604030504040204" pitchFamily="34" charset="0"/>
                <a:sym typeface="Verdana"/>
              </a:rPr>
              <a:t>December 2023                                                                  January 2024                                                                   February 2024</a:t>
            </a:r>
          </a:p>
        </p:txBody>
      </p:sp>
      <p:sp>
        <p:nvSpPr>
          <p:cNvPr id="18" name="Shape 163">
            <a:extLst>
              <a:ext uri="{FF2B5EF4-FFF2-40B4-BE49-F238E27FC236}">
                <a16:creationId xmlns:a16="http://schemas.microsoft.com/office/drawing/2014/main" id="{A53CBD39-D1FC-EEE2-C58E-9497C041BED4}"/>
              </a:ext>
            </a:extLst>
          </p:cNvPr>
          <p:cNvSpPr/>
          <p:nvPr/>
        </p:nvSpPr>
        <p:spPr>
          <a:xfrm rot="16200000">
            <a:off x="9247976" y="1363298"/>
            <a:ext cx="290084" cy="3546998"/>
          </a:xfrm>
          <a:prstGeom prst="rightBrace">
            <a:avLst>
              <a:gd name="adj1" fmla="val 15921"/>
              <a:gd name="adj2" fmla="val 48799"/>
            </a:avLst>
          </a:prstGeom>
          <a:noFill/>
          <a:ln w="12700" cap="flat" cmpd="sng">
            <a:solidFill>
              <a:schemeClr val="accent1"/>
            </a:solidFill>
            <a:prstDash val="solid"/>
            <a:round/>
            <a:headEnd type="none" w="med" len="med"/>
            <a:tailEnd type="none" w="med" len="med"/>
          </a:ln>
        </p:spPr>
        <p:txBody>
          <a:bodyPr lIns="91425" tIns="45700" rIns="91425" bIns="45700" anchor="ctr" anchorCtr="0">
            <a:noAutofit/>
          </a:bodyPr>
          <a:lstStyle/>
          <a:p>
            <a:pPr marL="0" marR="0" lvl="0" indent="0" algn="ctr" defTabSz="609585" rtl="0" eaLnBrk="1" fontAlgn="auto" latinLnBrk="0" hangingPunct="1">
              <a:lnSpc>
                <a:spcPct val="100000"/>
              </a:lnSpc>
              <a:spcBef>
                <a:spcPts val="0"/>
              </a:spcBef>
              <a:spcAft>
                <a:spcPts val="0"/>
              </a:spcAft>
              <a:buClr>
                <a:srgbClr val="000000"/>
              </a:buClr>
              <a:buSzTx/>
              <a:buFontTx/>
              <a:buNone/>
              <a:tabLst/>
              <a:defRPr/>
            </a:pPr>
            <a:endParaRPr kumimoji="0" sz="1200" b="1" i="0" u="none" strike="noStrike" kern="1200" cap="none" spc="0" normalizeH="0" baseline="0" noProof="0">
              <a:ln>
                <a:noFill/>
              </a:ln>
              <a:solidFill>
                <a:srgbClr val="000000"/>
              </a:solidFill>
              <a:effectLst/>
              <a:uLnTx/>
              <a:uFillTx/>
              <a:latin typeface="Avenir"/>
              <a:ea typeface="Verdana"/>
              <a:cs typeface="Verdana"/>
              <a:sym typeface="Verdana"/>
            </a:endParaRPr>
          </a:p>
        </p:txBody>
      </p:sp>
      <p:sp>
        <p:nvSpPr>
          <p:cNvPr id="19" name="Shape 162">
            <a:extLst>
              <a:ext uri="{FF2B5EF4-FFF2-40B4-BE49-F238E27FC236}">
                <a16:creationId xmlns:a16="http://schemas.microsoft.com/office/drawing/2014/main" id="{EE8439CE-939D-839A-CDC4-3A0957C4DF94}"/>
              </a:ext>
            </a:extLst>
          </p:cNvPr>
          <p:cNvSpPr/>
          <p:nvPr/>
        </p:nvSpPr>
        <p:spPr>
          <a:xfrm>
            <a:off x="678889" y="4605912"/>
            <a:ext cx="2628953" cy="1160029"/>
          </a:xfrm>
          <a:prstGeom prst="rect">
            <a:avLst/>
          </a:prstGeom>
          <a:noFill/>
          <a:ln w="12700">
            <a:solidFill>
              <a:schemeClr val="tx1"/>
            </a:solidFill>
          </a:ln>
        </p:spPr>
        <p:txBody>
          <a:bodyPr lIns="91425" tIns="45700" rIns="91425" bIns="45700" anchor="t" anchorCtr="0">
            <a:noAutofit/>
          </a:bodyPr>
          <a:lstStyle/>
          <a:p>
            <a:pPr algn="ctr" defTabSz="609585">
              <a:buClr>
                <a:srgbClr val="000000"/>
              </a:buClr>
              <a:buSzPct val="25000"/>
              <a:defRPr/>
            </a:pPr>
            <a:r>
              <a:rPr kumimoji="0" lang="en-US" sz="1200" b="1" i="0" u="none" strike="noStrike" kern="1200" cap="none" spc="0" normalizeH="0" baseline="0" noProof="0">
                <a:ln>
                  <a:noFill/>
                </a:ln>
                <a:solidFill>
                  <a:srgbClr val="CC412F"/>
                </a:solidFill>
                <a:effectLst/>
                <a:uLnTx/>
                <a:uFillTx/>
                <a:latin typeface="Avenir"/>
                <a:ea typeface="Verdana"/>
                <a:cs typeface="Verdana"/>
                <a:sym typeface="Verdana"/>
              </a:rPr>
              <a:t>SAP and Longview App Integration</a:t>
            </a:r>
          </a:p>
          <a:p>
            <a:pPr algn="ctr" defTabSz="609585">
              <a:buClr>
                <a:srgbClr val="000000"/>
              </a:buClr>
              <a:buSzPct val="25000"/>
              <a:defRPr/>
            </a:pPr>
            <a:r>
              <a:rPr lang="en-US" sz="1200">
                <a:solidFill>
                  <a:srgbClr val="010203"/>
                </a:solidFill>
                <a:latin typeface="Avenir"/>
                <a:ea typeface="Verdana"/>
                <a:cs typeface="Verdana"/>
                <a:sym typeface="Verdana"/>
              </a:rPr>
              <a:t>Complete application integration of SAP Production and Longview Cloud to Okta</a:t>
            </a:r>
          </a:p>
          <a:p>
            <a:pPr marL="0" marR="0" lvl="0" indent="0" algn="ctr" defTabSz="609585" rtl="0" eaLnBrk="1" fontAlgn="auto" latinLnBrk="0" hangingPunct="1">
              <a:lnSpc>
                <a:spcPct val="100000"/>
              </a:lnSpc>
              <a:spcBef>
                <a:spcPts val="0"/>
              </a:spcBef>
              <a:spcAft>
                <a:spcPts val="0"/>
              </a:spcAft>
              <a:buClr>
                <a:srgbClr val="000000"/>
              </a:buClr>
              <a:buSzPct val="25000"/>
              <a:buFontTx/>
              <a:buNone/>
              <a:tabLst/>
              <a:defRPr/>
            </a:pPr>
            <a:endParaRPr kumimoji="0" lang="en-US" sz="1200" b="1" i="0" u="none" strike="noStrike" kern="1200" cap="none" spc="0" normalizeH="0" baseline="0" noProof="0">
              <a:ln>
                <a:noFill/>
              </a:ln>
              <a:solidFill>
                <a:srgbClr val="CC412F"/>
              </a:solidFill>
              <a:effectLst/>
              <a:uLnTx/>
              <a:uFillTx/>
              <a:latin typeface="Avenir"/>
              <a:ea typeface="Verdana"/>
              <a:cs typeface="Verdana"/>
              <a:sym typeface="Verdana"/>
            </a:endParaRPr>
          </a:p>
        </p:txBody>
      </p:sp>
      <p:sp>
        <p:nvSpPr>
          <p:cNvPr id="20" name="Shape 163">
            <a:extLst>
              <a:ext uri="{FF2B5EF4-FFF2-40B4-BE49-F238E27FC236}">
                <a16:creationId xmlns:a16="http://schemas.microsoft.com/office/drawing/2014/main" id="{1A38654F-133E-7ACC-F403-10988701C629}"/>
              </a:ext>
            </a:extLst>
          </p:cNvPr>
          <p:cNvSpPr/>
          <p:nvPr/>
        </p:nvSpPr>
        <p:spPr>
          <a:xfrm rot="5400000">
            <a:off x="4758528" y="3057205"/>
            <a:ext cx="511016" cy="2586397"/>
          </a:xfrm>
          <a:prstGeom prst="rightBrace">
            <a:avLst>
              <a:gd name="adj1" fmla="val 16971"/>
              <a:gd name="adj2" fmla="val 43173"/>
            </a:avLst>
          </a:prstGeom>
          <a:noFill/>
          <a:ln w="12700" cap="flat" cmpd="sng">
            <a:solidFill>
              <a:schemeClr val="accent1"/>
            </a:solidFill>
            <a:prstDash val="solid"/>
            <a:round/>
            <a:headEnd type="none" w="med" len="med"/>
            <a:tailEnd type="none" w="med" len="med"/>
          </a:ln>
        </p:spPr>
        <p:txBody>
          <a:bodyPr lIns="91425" tIns="45700" rIns="91425" bIns="45700" anchor="ctr" anchorCtr="0">
            <a:noAutofit/>
          </a:bodyPr>
          <a:lstStyle/>
          <a:p>
            <a:pPr marL="0" marR="0" lvl="0" indent="0" algn="ctr" defTabSz="609585" rtl="0" eaLnBrk="1" fontAlgn="auto" latinLnBrk="0" hangingPunct="1">
              <a:lnSpc>
                <a:spcPct val="100000"/>
              </a:lnSpc>
              <a:spcBef>
                <a:spcPts val="0"/>
              </a:spcBef>
              <a:spcAft>
                <a:spcPts val="0"/>
              </a:spcAft>
              <a:buClr>
                <a:srgbClr val="000000"/>
              </a:buClr>
              <a:buSzTx/>
              <a:buFontTx/>
              <a:buNone/>
              <a:tabLst/>
              <a:defRPr/>
            </a:pPr>
            <a:endParaRPr kumimoji="0" sz="1200" b="1" i="0" u="none" strike="noStrike" kern="1200" cap="none" spc="0" normalizeH="0" baseline="0" noProof="0">
              <a:ln>
                <a:noFill/>
              </a:ln>
              <a:solidFill>
                <a:srgbClr val="000000"/>
              </a:solidFill>
              <a:effectLst/>
              <a:uLnTx/>
              <a:uFillTx/>
              <a:latin typeface="Avenir"/>
              <a:ea typeface="Verdana"/>
              <a:cs typeface="Verdana"/>
              <a:sym typeface="Verdana"/>
            </a:endParaRPr>
          </a:p>
        </p:txBody>
      </p:sp>
      <p:sp>
        <p:nvSpPr>
          <p:cNvPr id="21" name="Shape 162">
            <a:extLst>
              <a:ext uri="{FF2B5EF4-FFF2-40B4-BE49-F238E27FC236}">
                <a16:creationId xmlns:a16="http://schemas.microsoft.com/office/drawing/2014/main" id="{E344A1D3-D789-94E6-A202-A4C9B21C1770}"/>
              </a:ext>
            </a:extLst>
          </p:cNvPr>
          <p:cNvSpPr/>
          <p:nvPr/>
        </p:nvSpPr>
        <p:spPr>
          <a:xfrm>
            <a:off x="3720837" y="4620597"/>
            <a:ext cx="2628953" cy="1160029"/>
          </a:xfrm>
          <a:prstGeom prst="rect">
            <a:avLst/>
          </a:prstGeom>
          <a:noFill/>
          <a:ln w="12700">
            <a:solidFill>
              <a:schemeClr val="tx1"/>
            </a:solidFill>
          </a:ln>
        </p:spPr>
        <p:txBody>
          <a:bodyPr lIns="91425" tIns="45700" rIns="91425" bIns="45700" anchor="t" anchorCtr="0">
            <a:noAutofit/>
          </a:bodyPr>
          <a:lstStyle/>
          <a:p>
            <a:pPr marL="0" marR="0" lvl="0" indent="0" algn="ctr" defTabSz="609585" rtl="0" eaLnBrk="1" fontAlgn="auto" latinLnBrk="0" hangingPunct="1">
              <a:lnSpc>
                <a:spcPct val="100000"/>
              </a:lnSpc>
              <a:spcBef>
                <a:spcPts val="0"/>
              </a:spcBef>
              <a:spcAft>
                <a:spcPts val="0"/>
              </a:spcAft>
              <a:buClr>
                <a:srgbClr val="000000"/>
              </a:buClr>
              <a:buSzPct val="25000"/>
              <a:buFontTx/>
              <a:buNone/>
              <a:tabLst/>
              <a:defRPr/>
            </a:pPr>
            <a:r>
              <a:rPr lang="en-US" sz="1200" b="1">
                <a:solidFill>
                  <a:srgbClr val="CC412F"/>
                </a:solidFill>
                <a:latin typeface="Avenir"/>
                <a:ea typeface="Verdana"/>
                <a:cs typeface="Verdana"/>
                <a:sym typeface="Verdana"/>
              </a:rPr>
              <a:t>Remediate Okta Breach</a:t>
            </a:r>
          </a:p>
          <a:p>
            <a:pPr algn="ctr" defTabSz="609585">
              <a:buClr>
                <a:srgbClr val="000000"/>
              </a:buClr>
              <a:buSzPct val="25000"/>
              <a:defRPr/>
            </a:pPr>
            <a:endParaRPr lang="en-US" sz="1200">
              <a:solidFill>
                <a:srgbClr val="010203"/>
              </a:solidFill>
              <a:latin typeface="Avenir"/>
              <a:ea typeface="Verdana"/>
              <a:cs typeface="Verdana"/>
              <a:sym typeface="Verdana"/>
            </a:endParaRPr>
          </a:p>
          <a:p>
            <a:pPr algn="ctr" defTabSz="609585">
              <a:buClr>
                <a:srgbClr val="000000"/>
              </a:buClr>
              <a:buSzPct val="25000"/>
              <a:defRPr/>
            </a:pPr>
            <a:r>
              <a:rPr lang="en-US" sz="1200">
                <a:solidFill>
                  <a:srgbClr val="010203"/>
                </a:solidFill>
                <a:latin typeface="Avenir"/>
                <a:ea typeface="Verdana"/>
                <a:cs typeface="Verdana"/>
                <a:sym typeface="Verdana"/>
              </a:rPr>
              <a:t>Collaborate with SOC and remediate &amp; mitigate leaked information in latest Okta Breach </a:t>
            </a:r>
          </a:p>
        </p:txBody>
      </p:sp>
      <p:sp>
        <p:nvSpPr>
          <p:cNvPr id="2" name="TextBox 1">
            <a:extLst>
              <a:ext uri="{FF2B5EF4-FFF2-40B4-BE49-F238E27FC236}">
                <a16:creationId xmlns:a16="http://schemas.microsoft.com/office/drawing/2014/main" id="{3543EA07-DFD4-4553-8032-CCD13BAE9745}"/>
              </a:ext>
            </a:extLst>
          </p:cNvPr>
          <p:cNvSpPr txBox="1"/>
          <p:nvPr/>
        </p:nvSpPr>
        <p:spPr>
          <a:xfrm>
            <a:off x="5925312" y="4718304"/>
            <a:ext cx="0" cy="0"/>
          </a:xfrm>
          <a:prstGeom prst="rect">
            <a:avLst/>
          </a:prstGeom>
        </p:spPr>
        <p:txBody>
          <a:bodyPr vert="horz" wrap="none" lIns="201168" tIns="45720" rIns="91440" bIns="45720" rtlCol="0">
            <a:noAutofit/>
          </a:bodyPr>
          <a:lstStyle/>
          <a:p>
            <a:pPr algn="l" defTabSz="529849">
              <a:lnSpc>
                <a:spcPct val="148000"/>
              </a:lnSpc>
              <a:spcBef>
                <a:spcPts val="100"/>
              </a:spcBef>
              <a:spcAft>
                <a:spcPts val="600"/>
              </a:spcAft>
              <a:buClr>
                <a:schemeClr val="accent2"/>
              </a:buClr>
            </a:pPr>
            <a:endParaRPr lang="en-US" sz="2400">
              <a:cs typeface="Arial"/>
            </a:endParaRPr>
          </a:p>
        </p:txBody>
      </p:sp>
    </p:spTree>
    <p:extLst>
      <p:ext uri="{BB962C8B-B14F-4D97-AF65-F5344CB8AC3E}">
        <p14:creationId xmlns:p14="http://schemas.microsoft.com/office/powerpoint/2010/main" val="42063083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49" name="Straight Connector 48">
            <a:extLst>
              <a:ext uri="{FF2B5EF4-FFF2-40B4-BE49-F238E27FC236}">
                <a16:creationId xmlns:a16="http://schemas.microsoft.com/office/drawing/2014/main" id="{5DBD72A6-091A-D3CE-4D96-4700AC064AC5}"/>
              </a:ext>
            </a:extLst>
          </p:cNvPr>
          <p:cNvCxnSpPr>
            <a:cxnSpLocks/>
          </p:cNvCxnSpPr>
          <p:nvPr/>
        </p:nvCxnSpPr>
        <p:spPr>
          <a:xfrm flipH="1" flipV="1">
            <a:off x="4195930" y="1358148"/>
            <a:ext cx="35151" cy="3600312"/>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6" name="Freeform 15">
            <a:extLst>
              <a:ext uri="{FF2B5EF4-FFF2-40B4-BE49-F238E27FC236}">
                <a16:creationId xmlns:a16="http://schemas.microsoft.com/office/drawing/2014/main" id="{7D00421C-0CF4-9822-7246-8E9BA7A7A9A9}"/>
              </a:ext>
            </a:extLst>
          </p:cNvPr>
          <p:cNvSpPr/>
          <p:nvPr/>
        </p:nvSpPr>
        <p:spPr>
          <a:xfrm>
            <a:off x="892667" y="5113638"/>
            <a:ext cx="2390301" cy="1269402"/>
          </a:xfrm>
          <a:custGeom>
            <a:avLst/>
            <a:gdLst>
              <a:gd name="connsiteX0" fmla="*/ 0 w 2489947"/>
              <a:gd name="connsiteY0" fmla="*/ 0 h 1269402"/>
              <a:gd name="connsiteX1" fmla="*/ 2327532 w 2489947"/>
              <a:gd name="connsiteY1" fmla="*/ 0 h 1269402"/>
              <a:gd name="connsiteX2" fmla="*/ 2489947 w 2489947"/>
              <a:gd name="connsiteY2" fmla="*/ 634701 h 1269402"/>
              <a:gd name="connsiteX3" fmla="*/ 2327531 w 2489947"/>
              <a:gd name="connsiteY3" fmla="*/ 1269402 h 1269402"/>
              <a:gd name="connsiteX4" fmla="*/ 0 w 2489947"/>
              <a:gd name="connsiteY4" fmla="*/ 1269402 h 1269402"/>
              <a:gd name="connsiteX5" fmla="*/ 0 w 2489947"/>
              <a:gd name="connsiteY5" fmla="*/ 0 h 1269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89947" h="1269402">
                <a:moveTo>
                  <a:pt x="0" y="0"/>
                </a:moveTo>
                <a:lnTo>
                  <a:pt x="2327532" y="0"/>
                </a:lnTo>
                <a:lnTo>
                  <a:pt x="2489947" y="634701"/>
                </a:lnTo>
                <a:lnTo>
                  <a:pt x="2327531" y="1269402"/>
                </a:lnTo>
                <a:lnTo>
                  <a:pt x="0" y="1269402"/>
                </a:lnTo>
                <a:lnTo>
                  <a:pt x="0" y="0"/>
                </a:lnTo>
                <a:close/>
              </a:path>
            </a:pathLst>
          </a:custGeom>
          <a:gradFill>
            <a:gsLst>
              <a:gs pos="37000">
                <a:srgbClr val="405666">
                  <a:alpha val="85000"/>
                </a:srgbClr>
              </a:gs>
              <a:gs pos="100000">
                <a:srgbClr val="FD593D"/>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5" name="Freeform 14">
            <a:extLst>
              <a:ext uri="{FF2B5EF4-FFF2-40B4-BE49-F238E27FC236}">
                <a16:creationId xmlns:a16="http://schemas.microsoft.com/office/drawing/2014/main" id="{130E68CC-0D4B-C1CA-97AB-053B5F0089BB}"/>
              </a:ext>
            </a:extLst>
          </p:cNvPr>
          <p:cNvSpPr/>
          <p:nvPr/>
        </p:nvSpPr>
        <p:spPr>
          <a:xfrm>
            <a:off x="3473969" y="5112816"/>
            <a:ext cx="2390301" cy="1269402"/>
          </a:xfrm>
          <a:custGeom>
            <a:avLst/>
            <a:gdLst>
              <a:gd name="connsiteX0" fmla="*/ 1 w 1964321"/>
              <a:gd name="connsiteY0" fmla="*/ 0 h 1269402"/>
              <a:gd name="connsiteX1" fmla="*/ 1801906 w 1964321"/>
              <a:gd name="connsiteY1" fmla="*/ 0 h 1269402"/>
              <a:gd name="connsiteX2" fmla="*/ 1964321 w 1964321"/>
              <a:gd name="connsiteY2" fmla="*/ 634699 h 1269402"/>
              <a:gd name="connsiteX3" fmla="*/ 1801905 w 1964321"/>
              <a:gd name="connsiteY3" fmla="*/ 1269402 h 1269402"/>
              <a:gd name="connsiteX4" fmla="*/ 0 w 1964321"/>
              <a:gd name="connsiteY4" fmla="*/ 1269402 h 1269402"/>
              <a:gd name="connsiteX5" fmla="*/ 162416 w 1964321"/>
              <a:gd name="connsiteY5" fmla="*/ 634701 h 1269402"/>
              <a:gd name="connsiteX6" fmla="*/ 1 w 1964321"/>
              <a:gd name="connsiteY6" fmla="*/ 0 h 1269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64321" h="1269402">
                <a:moveTo>
                  <a:pt x="1" y="0"/>
                </a:moveTo>
                <a:lnTo>
                  <a:pt x="1801906" y="0"/>
                </a:lnTo>
                <a:lnTo>
                  <a:pt x="1964321" y="634699"/>
                </a:lnTo>
                <a:lnTo>
                  <a:pt x="1801905" y="1269402"/>
                </a:lnTo>
                <a:lnTo>
                  <a:pt x="0" y="1269402"/>
                </a:lnTo>
                <a:lnTo>
                  <a:pt x="162416" y="634701"/>
                </a:lnTo>
                <a:lnTo>
                  <a:pt x="1" y="0"/>
                </a:lnTo>
                <a:close/>
              </a:path>
            </a:pathLst>
          </a:custGeom>
          <a:gradFill>
            <a:gsLst>
              <a:gs pos="0">
                <a:srgbClr val="405666">
                  <a:alpha val="85000"/>
                </a:srgbClr>
              </a:gs>
              <a:gs pos="47000">
                <a:srgbClr val="FD593D"/>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4" name="Freeform 13">
            <a:extLst>
              <a:ext uri="{FF2B5EF4-FFF2-40B4-BE49-F238E27FC236}">
                <a16:creationId xmlns:a16="http://schemas.microsoft.com/office/drawing/2014/main" id="{17A26B67-78EA-A08F-077F-5C20C8703536}"/>
              </a:ext>
            </a:extLst>
          </p:cNvPr>
          <p:cNvSpPr/>
          <p:nvPr/>
        </p:nvSpPr>
        <p:spPr>
          <a:xfrm>
            <a:off x="6107002" y="5137388"/>
            <a:ext cx="2388900" cy="1269402"/>
          </a:xfrm>
          <a:custGeom>
            <a:avLst/>
            <a:gdLst>
              <a:gd name="connsiteX0" fmla="*/ 1 w 1964321"/>
              <a:gd name="connsiteY0" fmla="*/ 0 h 1269402"/>
              <a:gd name="connsiteX1" fmla="*/ 1801906 w 1964321"/>
              <a:gd name="connsiteY1" fmla="*/ 0 h 1269402"/>
              <a:gd name="connsiteX2" fmla="*/ 1964321 w 1964321"/>
              <a:gd name="connsiteY2" fmla="*/ 634700 h 1269402"/>
              <a:gd name="connsiteX3" fmla="*/ 1801905 w 1964321"/>
              <a:gd name="connsiteY3" fmla="*/ 1269402 h 1269402"/>
              <a:gd name="connsiteX4" fmla="*/ 0 w 1964321"/>
              <a:gd name="connsiteY4" fmla="*/ 1269402 h 1269402"/>
              <a:gd name="connsiteX5" fmla="*/ 162416 w 1964321"/>
              <a:gd name="connsiteY5" fmla="*/ 634699 h 1269402"/>
              <a:gd name="connsiteX6" fmla="*/ 1 w 1964321"/>
              <a:gd name="connsiteY6" fmla="*/ 0 h 1269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64321" h="1269402">
                <a:moveTo>
                  <a:pt x="1" y="0"/>
                </a:moveTo>
                <a:lnTo>
                  <a:pt x="1801906" y="0"/>
                </a:lnTo>
                <a:lnTo>
                  <a:pt x="1964321" y="634700"/>
                </a:lnTo>
                <a:lnTo>
                  <a:pt x="1801905" y="1269402"/>
                </a:lnTo>
                <a:lnTo>
                  <a:pt x="0" y="1269402"/>
                </a:lnTo>
                <a:lnTo>
                  <a:pt x="162416" y="634699"/>
                </a:lnTo>
                <a:lnTo>
                  <a:pt x="1" y="0"/>
                </a:lnTo>
                <a:close/>
              </a:path>
            </a:pathLst>
          </a:custGeom>
          <a:gradFill>
            <a:gsLst>
              <a:gs pos="0">
                <a:srgbClr val="405666">
                  <a:alpha val="85000"/>
                </a:srgbClr>
              </a:gs>
              <a:gs pos="0">
                <a:srgbClr val="FD593D"/>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3" name="Freeform 12">
            <a:extLst>
              <a:ext uri="{FF2B5EF4-FFF2-40B4-BE49-F238E27FC236}">
                <a16:creationId xmlns:a16="http://schemas.microsoft.com/office/drawing/2014/main" id="{E3A2446C-ECC9-A2A0-A345-6CA188F4836C}"/>
              </a:ext>
            </a:extLst>
          </p:cNvPr>
          <p:cNvSpPr/>
          <p:nvPr/>
        </p:nvSpPr>
        <p:spPr>
          <a:xfrm>
            <a:off x="8792308" y="5137388"/>
            <a:ext cx="2390376" cy="1269402"/>
          </a:xfrm>
          <a:custGeom>
            <a:avLst/>
            <a:gdLst>
              <a:gd name="connsiteX0" fmla="*/ 1 w 1964322"/>
              <a:gd name="connsiteY0" fmla="*/ 0 h 1269402"/>
              <a:gd name="connsiteX1" fmla="*/ 1801907 w 1964322"/>
              <a:gd name="connsiteY1" fmla="*/ 0 h 1269402"/>
              <a:gd name="connsiteX2" fmla="*/ 1964322 w 1964322"/>
              <a:gd name="connsiteY2" fmla="*/ 634700 h 1269402"/>
              <a:gd name="connsiteX3" fmla="*/ 1801906 w 1964322"/>
              <a:gd name="connsiteY3" fmla="*/ 1269402 h 1269402"/>
              <a:gd name="connsiteX4" fmla="*/ 0 w 1964322"/>
              <a:gd name="connsiteY4" fmla="*/ 1269402 h 1269402"/>
              <a:gd name="connsiteX5" fmla="*/ 162416 w 1964322"/>
              <a:gd name="connsiteY5" fmla="*/ 634700 h 1269402"/>
              <a:gd name="connsiteX6" fmla="*/ 1 w 1964322"/>
              <a:gd name="connsiteY6" fmla="*/ 0 h 1269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64322" h="1269402">
                <a:moveTo>
                  <a:pt x="1" y="0"/>
                </a:moveTo>
                <a:lnTo>
                  <a:pt x="1801907" y="0"/>
                </a:lnTo>
                <a:lnTo>
                  <a:pt x="1964322" y="634700"/>
                </a:lnTo>
                <a:lnTo>
                  <a:pt x="1801906" y="1269402"/>
                </a:lnTo>
                <a:lnTo>
                  <a:pt x="0" y="1269402"/>
                </a:lnTo>
                <a:lnTo>
                  <a:pt x="162416" y="634700"/>
                </a:lnTo>
                <a:lnTo>
                  <a:pt x="1" y="0"/>
                </a:lnTo>
                <a:close/>
              </a:path>
            </a:pathLst>
          </a:custGeom>
          <a:gradFill>
            <a:gsLst>
              <a:gs pos="100000">
                <a:srgbClr val="405666">
                  <a:alpha val="85000"/>
                </a:srgbClr>
              </a:gs>
              <a:gs pos="50000">
                <a:srgbClr val="FD593D"/>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pic>
        <p:nvPicPr>
          <p:cNvPr id="26" name="Graphic 25" descr="Crawl with solid fill">
            <a:extLst>
              <a:ext uri="{FF2B5EF4-FFF2-40B4-BE49-F238E27FC236}">
                <a16:creationId xmlns:a16="http://schemas.microsoft.com/office/drawing/2014/main" id="{4F75A4BA-8849-BE66-21C5-D6D8E5EA838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78127" y="4888632"/>
            <a:ext cx="1080000" cy="1080000"/>
          </a:xfrm>
          <a:prstGeom prst="rect">
            <a:avLst/>
          </a:prstGeom>
        </p:spPr>
      </p:pic>
      <p:pic>
        <p:nvPicPr>
          <p:cNvPr id="28" name="Graphic 27" descr="Walk with solid fill">
            <a:extLst>
              <a:ext uri="{FF2B5EF4-FFF2-40B4-BE49-F238E27FC236}">
                <a16:creationId xmlns:a16="http://schemas.microsoft.com/office/drawing/2014/main" id="{1D8ACCE4-CA22-F989-F4F1-CF2CAAADA2B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148622" y="4804202"/>
            <a:ext cx="1080000" cy="1080000"/>
          </a:xfrm>
          <a:prstGeom prst="rect">
            <a:avLst/>
          </a:prstGeom>
        </p:spPr>
      </p:pic>
      <p:pic>
        <p:nvPicPr>
          <p:cNvPr id="32" name="Graphic 31" descr="Run with solid fill">
            <a:extLst>
              <a:ext uri="{FF2B5EF4-FFF2-40B4-BE49-F238E27FC236}">
                <a16:creationId xmlns:a16="http://schemas.microsoft.com/office/drawing/2014/main" id="{1C83F311-A119-0BBD-D62F-96A612740C1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85602" y="4790484"/>
            <a:ext cx="1080000" cy="1080000"/>
          </a:xfrm>
          <a:prstGeom prst="rect">
            <a:avLst/>
          </a:prstGeom>
        </p:spPr>
      </p:pic>
      <p:pic>
        <p:nvPicPr>
          <p:cNvPr id="33" name="Graphic 32" descr="Run with solid fill">
            <a:extLst>
              <a:ext uri="{FF2B5EF4-FFF2-40B4-BE49-F238E27FC236}">
                <a16:creationId xmlns:a16="http://schemas.microsoft.com/office/drawing/2014/main" id="{7391E49C-D82F-4BBB-3319-E1593F3064D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413613" y="4704450"/>
            <a:ext cx="1043067" cy="1043067"/>
          </a:xfrm>
          <a:prstGeom prst="rect">
            <a:avLst/>
          </a:prstGeom>
        </p:spPr>
      </p:pic>
      <p:sp>
        <p:nvSpPr>
          <p:cNvPr id="34" name="Rounded Rectangle 33">
            <a:extLst>
              <a:ext uri="{FF2B5EF4-FFF2-40B4-BE49-F238E27FC236}">
                <a16:creationId xmlns:a16="http://schemas.microsoft.com/office/drawing/2014/main" id="{482FDC22-B287-396A-3F73-4316CFCCECFD}"/>
              </a:ext>
            </a:extLst>
          </p:cNvPr>
          <p:cNvSpPr/>
          <p:nvPr/>
        </p:nvSpPr>
        <p:spPr>
          <a:xfrm>
            <a:off x="9314713" y="5157466"/>
            <a:ext cx="374072" cy="83128"/>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ounded Rectangle 34">
            <a:extLst>
              <a:ext uri="{FF2B5EF4-FFF2-40B4-BE49-F238E27FC236}">
                <a16:creationId xmlns:a16="http://schemas.microsoft.com/office/drawing/2014/main" id="{5E9A6712-A701-B7B5-CB8D-8108BB10DBE8}"/>
              </a:ext>
            </a:extLst>
          </p:cNvPr>
          <p:cNvSpPr/>
          <p:nvPr/>
        </p:nvSpPr>
        <p:spPr>
          <a:xfrm>
            <a:off x="9153085" y="5271822"/>
            <a:ext cx="537213" cy="83128"/>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D6982F7F-763F-7840-1C74-4100676F8C75}"/>
              </a:ext>
            </a:extLst>
          </p:cNvPr>
          <p:cNvSpPr/>
          <p:nvPr/>
        </p:nvSpPr>
        <p:spPr>
          <a:xfrm>
            <a:off x="6467979" y="5692206"/>
            <a:ext cx="1514029" cy="418422"/>
          </a:xfrm>
          <a:prstGeom prst="ellipse">
            <a:avLst/>
          </a:prstGeom>
          <a:solidFill>
            <a:schemeClr val="accent6"/>
          </a:solidFill>
          <a:ln>
            <a:noFill/>
          </a:ln>
          <a:effectLst>
            <a:softEdge rad="14271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FA7F8392-3348-14E3-C17C-89362759C962}"/>
              </a:ext>
            </a:extLst>
          </p:cNvPr>
          <p:cNvSpPr/>
          <p:nvPr/>
        </p:nvSpPr>
        <p:spPr>
          <a:xfrm>
            <a:off x="3887560" y="5670182"/>
            <a:ext cx="1514029" cy="418422"/>
          </a:xfrm>
          <a:prstGeom prst="ellipse">
            <a:avLst/>
          </a:prstGeom>
          <a:solidFill>
            <a:schemeClr val="accent6"/>
          </a:solidFill>
          <a:ln>
            <a:noFill/>
          </a:ln>
          <a:effectLst>
            <a:softEdge rad="14271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0580667A-DB57-7EF4-9DA8-395C2C9A8D0E}"/>
              </a:ext>
            </a:extLst>
          </p:cNvPr>
          <p:cNvSpPr/>
          <p:nvPr/>
        </p:nvSpPr>
        <p:spPr>
          <a:xfrm>
            <a:off x="1147642" y="5626470"/>
            <a:ext cx="1514029" cy="418422"/>
          </a:xfrm>
          <a:prstGeom prst="ellipse">
            <a:avLst/>
          </a:prstGeom>
          <a:solidFill>
            <a:schemeClr val="accent6"/>
          </a:solidFill>
          <a:ln>
            <a:noFill/>
          </a:ln>
          <a:effectLst>
            <a:softEdge rad="14271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0705E0C1-EE0B-5264-F8C6-772D31251917}"/>
              </a:ext>
            </a:extLst>
          </p:cNvPr>
          <p:cNvSpPr/>
          <p:nvPr/>
        </p:nvSpPr>
        <p:spPr>
          <a:xfrm>
            <a:off x="9117091" y="5686867"/>
            <a:ext cx="1514029" cy="418422"/>
          </a:xfrm>
          <a:prstGeom prst="ellipse">
            <a:avLst/>
          </a:prstGeom>
          <a:solidFill>
            <a:schemeClr val="accent6"/>
          </a:solidFill>
          <a:ln>
            <a:noFill/>
          </a:ln>
          <a:effectLst>
            <a:softEdge rad="14271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Connector 45">
            <a:extLst>
              <a:ext uri="{FF2B5EF4-FFF2-40B4-BE49-F238E27FC236}">
                <a16:creationId xmlns:a16="http://schemas.microsoft.com/office/drawing/2014/main" id="{26D59E42-DDAF-4152-824C-B0BE9C29DDA4}"/>
              </a:ext>
            </a:extLst>
          </p:cNvPr>
          <p:cNvCxnSpPr>
            <a:cxnSpLocks/>
          </p:cNvCxnSpPr>
          <p:nvPr/>
        </p:nvCxnSpPr>
        <p:spPr>
          <a:xfrm flipH="1" flipV="1">
            <a:off x="909085" y="1358148"/>
            <a:ext cx="35151" cy="3600312"/>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0558CEC8-B4C1-866D-6155-212E9CD34DEB}"/>
              </a:ext>
            </a:extLst>
          </p:cNvPr>
          <p:cNvSpPr txBox="1"/>
          <p:nvPr/>
        </p:nvSpPr>
        <p:spPr>
          <a:xfrm>
            <a:off x="1476619" y="1044546"/>
            <a:ext cx="1272491" cy="523220"/>
          </a:xfrm>
          <a:prstGeom prst="rect">
            <a:avLst/>
          </a:prstGeom>
          <a:noFill/>
          <a:effectLst>
            <a:outerShdw blurRad="50800" dist="38100" algn="l" rotWithShape="0">
              <a:schemeClr val="bg1">
                <a:lumMod val="95000"/>
                <a:alpha val="39744"/>
              </a:schemeClr>
            </a:outerShdw>
          </a:effectLst>
        </p:spPr>
        <p:txBody>
          <a:bodyPr wrap="square" rtlCol="0" anchor="ctr">
            <a:spAutoFit/>
          </a:bodyPr>
          <a:lstStyle/>
          <a:p>
            <a:pPr algn="ctr"/>
            <a:r>
              <a:rPr lang="en-US" sz="2800"/>
              <a:t>Crawl</a:t>
            </a:r>
          </a:p>
        </p:txBody>
      </p:sp>
      <p:cxnSp>
        <p:nvCxnSpPr>
          <p:cNvPr id="51" name="Straight Connector 50">
            <a:extLst>
              <a:ext uri="{FF2B5EF4-FFF2-40B4-BE49-F238E27FC236}">
                <a16:creationId xmlns:a16="http://schemas.microsoft.com/office/drawing/2014/main" id="{FD3BECE8-7216-7DF6-C800-9836568939BB}"/>
              </a:ext>
            </a:extLst>
          </p:cNvPr>
          <p:cNvCxnSpPr>
            <a:cxnSpLocks/>
          </p:cNvCxnSpPr>
          <p:nvPr/>
        </p:nvCxnSpPr>
        <p:spPr>
          <a:xfrm flipH="1" flipV="1">
            <a:off x="7740659" y="1365124"/>
            <a:ext cx="35151" cy="3600312"/>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Rounded Rectangle 56">
            <a:extLst>
              <a:ext uri="{FF2B5EF4-FFF2-40B4-BE49-F238E27FC236}">
                <a16:creationId xmlns:a16="http://schemas.microsoft.com/office/drawing/2014/main" id="{9DD3F6A6-9FB3-AF99-17C0-17BE1434570A}"/>
              </a:ext>
            </a:extLst>
          </p:cNvPr>
          <p:cNvSpPr/>
          <p:nvPr/>
        </p:nvSpPr>
        <p:spPr>
          <a:xfrm>
            <a:off x="1092477" y="1613770"/>
            <a:ext cx="2932965" cy="2895789"/>
          </a:xfrm>
          <a:prstGeom prst="roundRect">
            <a:avLst/>
          </a:prstGeom>
          <a:gradFill flip="none" rotWithShape="1">
            <a:gsLst>
              <a:gs pos="0">
                <a:schemeClr val="accent6">
                  <a:lumMod val="0"/>
                  <a:lumOff val="100000"/>
                </a:schemeClr>
              </a:gs>
              <a:gs pos="86000">
                <a:schemeClr val="accent6">
                  <a:lumMod val="0"/>
                  <a:lumOff val="100000"/>
                </a:schemeClr>
              </a:gs>
              <a:gs pos="100000">
                <a:schemeClr val="accent6">
                  <a:lumMod val="100000"/>
                </a:schemeClr>
              </a:gs>
            </a:gsLst>
            <a:path path="circle">
              <a:fillToRect l="50000" t="-80000" r="50000" b="18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200">
                <a:solidFill>
                  <a:schemeClr val="tx1"/>
                </a:solidFill>
              </a:rPr>
              <a:t>Migrated secrets from Thycotic Secret Server to CyberArk</a:t>
            </a:r>
          </a:p>
          <a:p>
            <a:pPr marL="171450" indent="-171450">
              <a:buFont typeface="Arial" panose="020B0604020202020204" pitchFamily="34" charset="0"/>
              <a:buChar char="•"/>
            </a:pPr>
            <a:endParaRPr lang="en-US" sz="1200">
              <a:solidFill>
                <a:schemeClr val="tx1"/>
              </a:solidFill>
            </a:endParaRPr>
          </a:p>
          <a:p>
            <a:pPr marL="171450" indent="-171450">
              <a:buFont typeface="Arial" panose="020B0604020202020204" pitchFamily="34" charset="0"/>
              <a:buChar char="•"/>
            </a:pPr>
            <a:r>
              <a:rPr lang="en-US" sz="1200">
                <a:solidFill>
                  <a:schemeClr val="tx1"/>
                </a:solidFill>
              </a:rPr>
              <a:t>Process definition and documentation</a:t>
            </a:r>
          </a:p>
          <a:p>
            <a:endParaRPr lang="en-US" sz="1200">
              <a:solidFill>
                <a:schemeClr val="tx1"/>
              </a:solidFill>
            </a:endParaRPr>
          </a:p>
          <a:p>
            <a:pPr marL="171450" indent="-171450">
              <a:buFont typeface="Arial" panose="020B0604020202020204" pitchFamily="34" charset="0"/>
              <a:buChar char="•"/>
            </a:pPr>
            <a:r>
              <a:rPr lang="en-US" sz="1200">
                <a:solidFill>
                  <a:schemeClr val="tx1"/>
                </a:solidFill>
              </a:rPr>
              <a:t>Identified major MVP group users and vaulted their PA accounts</a:t>
            </a:r>
          </a:p>
          <a:p>
            <a:pPr marL="171450" indent="-171450">
              <a:buFont typeface="Arial" panose="020B0604020202020204" pitchFamily="34" charset="0"/>
              <a:buChar char="•"/>
            </a:pPr>
            <a:endParaRPr lang="en-US" sz="1200">
              <a:solidFill>
                <a:schemeClr val="tx1"/>
              </a:solidFill>
            </a:endParaRPr>
          </a:p>
        </p:txBody>
      </p:sp>
      <p:sp>
        <p:nvSpPr>
          <p:cNvPr id="58" name="Rounded Rectangle 57">
            <a:extLst>
              <a:ext uri="{FF2B5EF4-FFF2-40B4-BE49-F238E27FC236}">
                <a16:creationId xmlns:a16="http://schemas.microsoft.com/office/drawing/2014/main" id="{D65E0093-4C9E-1AA4-DF54-B99AC603DB66}"/>
              </a:ext>
            </a:extLst>
          </p:cNvPr>
          <p:cNvSpPr/>
          <p:nvPr/>
        </p:nvSpPr>
        <p:spPr>
          <a:xfrm>
            <a:off x="4394655" y="1688494"/>
            <a:ext cx="2932966" cy="2953572"/>
          </a:xfrm>
          <a:prstGeom prst="roundRect">
            <a:avLst/>
          </a:prstGeom>
          <a:gradFill flip="none" rotWithShape="1">
            <a:gsLst>
              <a:gs pos="0">
                <a:schemeClr val="accent6">
                  <a:lumMod val="0"/>
                  <a:lumOff val="100000"/>
                </a:schemeClr>
              </a:gs>
              <a:gs pos="86000">
                <a:schemeClr val="accent6">
                  <a:lumMod val="0"/>
                  <a:lumOff val="100000"/>
                </a:schemeClr>
              </a:gs>
              <a:gs pos="100000">
                <a:schemeClr val="accent6">
                  <a:lumMod val="100000"/>
                </a:schemeClr>
              </a:gs>
            </a:gsLst>
            <a:path path="circle">
              <a:fillToRect l="50000" t="-80000" r="50000" b="18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100">
                <a:solidFill>
                  <a:schemeClr val="tx1"/>
                </a:solidFill>
              </a:rPr>
              <a:t>Workshop session scheduled with stakeholders and identified PA account utilities</a:t>
            </a:r>
          </a:p>
          <a:p>
            <a:pPr marL="171450" indent="-171450">
              <a:buFont typeface="Arial" panose="020B0604020202020204" pitchFamily="34" charset="0"/>
              <a:buChar char="•"/>
            </a:pPr>
            <a:endParaRPr lang="en-US" sz="1100">
              <a:solidFill>
                <a:schemeClr val="tx1"/>
              </a:solidFill>
            </a:endParaRPr>
          </a:p>
          <a:p>
            <a:pPr marL="171450" indent="-171450">
              <a:buFont typeface="Arial" panose="020B0604020202020204" pitchFamily="34" charset="0"/>
              <a:buChar char="•"/>
            </a:pPr>
            <a:r>
              <a:rPr lang="en-US" sz="1100">
                <a:solidFill>
                  <a:schemeClr val="tx1"/>
                </a:solidFill>
              </a:rPr>
              <a:t>Account provisioning/ request</a:t>
            </a:r>
          </a:p>
          <a:p>
            <a:endParaRPr lang="en-US" sz="1100">
              <a:solidFill>
                <a:schemeClr val="tx1"/>
              </a:solidFill>
            </a:endParaRPr>
          </a:p>
          <a:p>
            <a:pPr marL="171450" indent="-171450">
              <a:buFont typeface="Arial" panose="020B0604020202020204" pitchFamily="34" charset="0"/>
              <a:buChar char="•"/>
            </a:pPr>
            <a:r>
              <a:rPr lang="en-US" sz="1100">
                <a:solidFill>
                  <a:schemeClr val="tx1"/>
                </a:solidFill>
              </a:rPr>
              <a:t>Health monitoring</a:t>
            </a:r>
          </a:p>
          <a:p>
            <a:endParaRPr lang="en-US" sz="1100">
              <a:solidFill>
                <a:schemeClr val="tx1"/>
              </a:solidFill>
            </a:endParaRPr>
          </a:p>
          <a:p>
            <a:pPr marL="171450" indent="-171450">
              <a:buFont typeface="Arial" panose="020B0604020202020204" pitchFamily="34" charset="0"/>
              <a:buChar char="•"/>
            </a:pPr>
            <a:r>
              <a:rPr lang="en-US" sz="1100">
                <a:solidFill>
                  <a:schemeClr val="tx1"/>
                </a:solidFill>
              </a:rPr>
              <a:t>Incident handling</a:t>
            </a:r>
          </a:p>
          <a:p>
            <a:pPr marL="171450" indent="-171450">
              <a:buFont typeface="Arial" panose="020B0604020202020204" pitchFamily="34" charset="0"/>
              <a:buChar char="•"/>
            </a:pPr>
            <a:endParaRPr lang="en-US" sz="1100">
              <a:solidFill>
                <a:schemeClr val="tx1"/>
              </a:solidFill>
            </a:endParaRPr>
          </a:p>
          <a:p>
            <a:pPr marL="171450" indent="-171450">
              <a:buFont typeface="Arial" panose="020B0604020202020204" pitchFamily="34" charset="0"/>
              <a:buChar char="•"/>
            </a:pPr>
            <a:r>
              <a:rPr lang="en-US" sz="1100">
                <a:solidFill>
                  <a:schemeClr val="tx1"/>
                </a:solidFill>
              </a:rPr>
              <a:t>Migrated DR Vault OS from 2016 to 2019</a:t>
            </a:r>
          </a:p>
        </p:txBody>
      </p:sp>
      <p:sp>
        <p:nvSpPr>
          <p:cNvPr id="59" name="Rounded Rectangle 58">
            <a:extLst>
              <a:ext uri="{FF2B5EF4-FFF2-40B4-BE49-F238E27FC236}">
                <a16:creationId xmlns:a16="http://schemas.microsoft.com/office/drawing/2014/main" id="{217B4634-327F-38C2-6482-C7C70B0B1459}"/>
              </a:ext>
            </a:extLst>
          </p:cNvPr>
          <p:cNvSpPr/>
          <p:nvPr/>
        </p:nvSpPr>
        <p:spPr>
          <a:xfrm>
            <a:off x="8206206" y="1613770"/>
            <a:ext cx="2956543" cy="2926577"/>
          </a:xfrm>
          <a:prstGeom prst="roundRect">
            <a:avLst/>
          </a:prstGeom>
          <a:gradFill flip="none" rotWithShape="1">
            <a:gsLst>
              <a:gs pos="0">
                <a:schemeClr val="accent6">
                  <a:lumMod val="0"/>
                  <a:lumOff val="100000"/>
                </a:schemeClr>
              </a:gs>
              <a:gs pos="86000">
                <a:schemeClr val="accent6">
                  <a:lumMod val="0"/>
                  <a:lumOff val="100000"/>
                </a:schemeClr>
              </a:gs>
              <a:gs pos="100000">
                <a:schemeClr val="accent6">
                  <a:lumMod val="100000"/>
                </a:schemeClr>
              </a:gs>
            </a:gsLst>
            <a:path path="circle">
              <a:fillToRect l="50000" t="-80000" r="50000" b="18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a:solidFill>
                <a:schemeClr val="tx1"/>
              </a:solidFill>
            </a:endParaRPr>
          </a:p>
          <a:p>
            <a:pPr marL="171450" indent="-171450">
              <a:buFont typeface="Arial" panose="020B0604020202020204" pitchFamily="34" charset="0"/>
              <a:buChar char="•"/>
            </a:pPr>
            <a:r>
              <a:rPr lang="en-US" sz="1200">
                <a:solidFill>
                  <a:schemeClr val="tx1"/>
                </a:solidFill>
              </a:rPr>
              <a:t>Developing PSM connectors for identified PA account utilities</a:t>
            </a:r>
          </a:p>
          <a:p>
            <a:pPr marL="171450" indent="-171450">
              <a:buFont typeface="Arial" panose="020B0604020202020204" pitchFamily="34" charset="0"/>
              <a:buChar char="•"/>
            </a:pPr>
            <a:endParaRPr lang="en-US" sz="1200">
              <a:solidFill>
                <a:schemeClr val="tx1"/>
              </a:solidFill>
            </a:endParaRPr>
          </a:p>
          <a:p>
            <a:pPr marL="171450" indent="-171450">
              <a:buFont typeface="Arial" panose="020B0604020202020204" pitchFamily="34" charset="0"/>
              <a:buChar char="•"/>
            </a:pPr>
            <a:r>
              <a:rPr lang="en-US" sz="1200">
                <a:solidFill>
                  <a:schemeClr val="tx1"/>
                </a:solidFill>
              </a:rPr>
              <a:t>Working on onboarding PA accounts</a:t>
            </a:r>
          </a:p>
          <a:p>
            <a:pPr marL="171450" indent="-171450">
              <a:buFont typeface="Arial" panose="020B0604020202020204" pitchFamily="34" charset="0"/>
              <a:buChar char="•"/>
            </a:pPr>
            <a:endParaRPr lang="en-US" sz="1200">
              <a:solidFill>
                <a:schemeClr val="tx1"/>
              </a:solidFill>
            </a:endParaRPr>
          </a:p>
          <a:p>
            <a:pPr marL="171450" indent="-171450">
              <a:buFont typeface="Arial" panose="020B0604020202020204" pitchFamily="34" charset="0"/>
              <a:buChar char="•"/>
            </a:pPr>
            <a:r>
              <a:rPr lang="en-US" sz="1200">
                <a:solidFill>
                  <a:schemeClr val="tx1"/>
                </a:solidFill>
              </a:rPr>
              <a:t>Build new UAT Environment</a:t>
            </a:r>
          </a:p>
          <a:p>
            <a:pPr marL="171450" indent="-171450">
              <a:buFont typeface="Arial" panose="020B0604020202020204" pitchFamily="34" charset="0"/>
              <a:buChar char="•"/>
            </a:pPr>
            <a:endParaRPr lang="en-US" sz="1200">
              <a:solidFill>
                <a:schemeClr val="tx1"/>
              </a:solidFill>
            </a:endParaRPr>
          </a:p>
          <a:p>
            <a:pPr marL="171450" indent="-171450">
              <a:buFont typeface="Arial" panose="020B0604020202020204" pitchFamily="34" charset="0"/>
              <a:buChar char="•"/>
            </a:pPr>
            <a:r>
              <a:rPr lang="en-US" sz="1200">
                <a:solidFill>
                  <a:schemeClr val="tx1"/>
                </a:solidFill>
              </a:rPr>
              <a:t>Monthly Vault OS Patching</a:t>
            </a:r>
          </a:p>
          <a:p>
            <a:endParaRPr lang="en-US" sz="1200">
              <a:solidFill>
                <a:schemeClr val="tx1"/>
              </a:solidFill>
            </a:endParaRPr>
          </a:p>
          <a:p>
            <a:pPr marL="171450" indent="-171450">
              <a:buFont typeface="Arial" panose="020B0604020202020204" pitchFamily="34" charset="0"/>
              <a:buChar char="•"/>
            </a:pPr>
            <a:r>
              <a:rPr lang="en-US" sz="1200">
                <a:solidFill>
                  <a:schemeClr val="tx1"/>
                </a:solidFill>
              </a:rPr>
              <a:t>Re-build component servers to meet compatibility</a:t>
            </a:r>
          </a:p>
        </p:txBody>
      </p:sp>
      <p:sp>
        <p:nvSpPr>
          <p:cNvPr id="2" name="TextBox 1">
            <a:extLst>
              <a:ext uri="{FF2B5EF4-FFF2-40B4-BE49-F238E27FC236}">
                <a16:creationId xmlns:a16="http://schemas.microsoft.com/office/drawing/2014/main" id="{2CCCF915-4A59-649D-04E9-8F5FCC0AC3C5}"/>
              </a:ext>
            </a:extLst>
          </p:cNvPr>
          <p:cNvSpPr txBox="1"/>
          <p:nvPr/>
        </p:nvSpPr>
        <p:spPr>
          <a:xfrm>
            <a:off x="5140830" y="1036427"/>
            <a:ext cx="1004530" cy="522558"/>
          </a:xfrm>
          <a:prstGeom prst="rect">
            <a:avLst/>
          </a:prstGeom>
          <a:noFill/>
          <a:effectLst>
            <a:outerShdw blurRad="50800" dist="38100" algn="l" rotWithShape="0">
              <a:schemeClr val="bg1">
                <a:lumMod val="95000"/>
                <a:alpha val="39744"/>
              </a:schemeClr>
            </a:outerShdw>
          </a:effectLst>
        </p:spPr>
        <p:txBody>
          <a:bodyPr wrap="square" rtlCol="0" anchor="ctr">
            <a:spAutoFit/>
          </a:bodyPr>
          <a:lstStyle/>
          <a:p>
            <a:pPr algn="ctr"/>
            <a:r>
              <a:rPr lang="en-US" sz="2800"/>
              <a:t>Walk</a:t>
            </a:r>
          </a:p>
        </p:txBody>
      </p:sp>
      <p:sp>
        <p:nvSpPr>
          <p:cNvPr id="3" name="TextBox 2">
            <a:extLst>
              <a:ext uri="{FF2B5EF4-FFF2-40B4-BE49-F238E27FC236}">
                <a16:creationId xmlns:a16="http://schemas.microsoft.com/office/drawing/2014/main" id="{57267FFF-27E7-3B1D-7C37-9F1181A1DB3F}"/>
              </a:ext>
            </a:extLst>
          </p:cNvPr>
          <p:cNvSpPr txBox="1"/>
          <p:nvPr/>
        </p:nvSpPr>
        <p:spPr>
          <a:xfrm>
            <a:off x="8822871" y="1035765"/>
            <a:ext cx="841237" cy="523220"/>
          </a:xfrm>
          <a:prstGeom prst="rect">
            <a:avLst/>
          </a:prstGeom>
          <a:noFill/>
          <a:effectLst>
            <a:outerShdw blurRad="50800" dist="38100" algn="l" rotWithShape="0">
              <a:schemeClr val="bg1">
                <a:lumMod val="95000"/>
                <a:alpha val="39744"/>
              </a:schemeClr>
            </a:outerShdw>
          </a:effectLst>
        </p:spPr>
        <p:txBody>
          <a:bodyPr wrap="square" rtlCol="0" anchor="ctr">
            <a:spAutoFit/>
          </a:bodyPr>
          <a:lstStyle/>
          <a:p>
            <a:pPr algn="ctr"/>
            <a:r>
              <a:rPr lang="en-US" sz="2800">
                <a:solidFill>
                  <a:srgbClr val="FF9300"/>
                </a:solidFill>
              </a:rPr>
              <a:t>Run</a:t>
            </a:r>
          </a:p>
        </p:txBody>
      </p:sp>
      <p:sp>
        <p:nvSpPr>
          <p:cNvPr id="5" name="Title 1">
            <a:extLst>
              <a:ext uri="{FF2B5EF4-FFF2-40B4-BE49-F238E27FC236}">
                <a16:creationId xmlns:a16="http://schemas.microsoft.com/office/drawing/2014/main" id="{66F85253-7F25-0AF1-4196-95D503DB943F}"/>
              </a:ext>
            </a:extLst>
          </p:cNvPr>
          <p:cNvSpPr txBox="1">
            <a:spLocks/>
          </p:cNvSpPr>
          <p:nvPr/>
        </p:nvSpPr>
        <p:spPr>
          <a:xfrm>
            <a:off x="278933" y="277239"/>
            <a:ext cx="10728325" cy="1050925"/>
          </a:xfrm>
          <a:prstGeom prst="rect">
            <a:avLst/>
          </a:prstGeom>
        </p:spPr>
        <p:txBody>
          <a:bodyPr vert="horz" lIns="0" tIns="182880" rIns="228600" bIns="45720" rtlCol="0" anchor="ctr">
            <a:noAutofit/>
          </a:bodyPr>
          <a:lstStyle>
            <a:lvl1pPr marL="201700" indent="-201700" algn="l" defTabSz="529849" rtl="0" eaLnBrk="1" latinLnBrk="0" hangingPunct="1">
              <a:lnSpc>
                <a:spcPts val="3000"/>
              </a:lnSpc>
              <a:spcBef>
                <a:spcPct val="0"/>
              </a:spcBef>
              <a:buSzPct val="102000"/>
              <a:buFontTx/>
              <a:buBlip>
                <a:blip r:embed="rId9"/>
              </a:buBlip>
              <a:tabLst/>
              <a:defRPr sz="2800" b="1" i="0" kern="1200" baseline="0">
                <a:solidFill>
                  <a:schemeClr val="bg1"/>
                </a:solidFill>
                <a:latin typeface="Avenir Heavy" panose="02000503020000020003" pitchFamily="2" charset="0"/>
                <a:ea typeface="+mj-ea"/>
                <a:cs typeface="+mj-cs"/>
              </a:defRPr>
            </a:lvl1pPr>
          </a:lstStyle>
          <a:p>
            <a:r>
              <a:rPr kumimoji="0" lang="en-US" sz="2800" b="1" i="0" u="none" strike="noStrike" kern="1200" cap="none" spc="0" normalizeH="0" baseline="0" noProof="0">
                <a:ln>
                  <a:noFill/>
                </a:ln>
                <a:solidFill>
                  <a:srgbClr val="CC412F"/>
                </a:solidFill>
                <a:effectLst/>
                <a:uLnTx/>
                <a:uFillTx/>
                <a:latin typeface="Avenir Heavy" panose="02000503020000020003" pitchFamily="2" charset="0"/>
                <a:ea typeface="+mj-ea"/>
                <a:cs typeface="+mj-cs"/>
              </a:rPr>
              <a:t>PAM Program</a:t>
            </a:r>
            <a:endParaRPr lang="en-US">
              <a:solidFill>
                <a:srgbClr val="69686A"/>
              </a:solidFill>
              <a:latin typeface="+mn-lt"/>
              <a:ea typeface="+mn-ea"/>
              <a:cs typeface="Arial"/>
            </a:endParaRPr>
          </a:p>
        </p:txBody>
      </p:sp>
    </p:spTree>
    <p:extLst>
      <p:ext uri="{BB962C8B-B14F-4D97-AF65-F5344CB8AC3E}">
        <p14:creationId xmlns:p14="http://schemas.microsoft.com/office/powerpoint/2010/main" val="945602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7"/>
                                        </p:tgtEl>
                                        <p:attrNameLst>
                                          <p:attrName>style.visibility</p:attrName>
                                        </p:attrNameLst>
                                      </p:cBhvr>
                                      <p:to>
                                        <p:strVal val="visible"/>
                                      </p:to>
                                    </p:set>
                                    <p:animEffect transition="in" filter="fade">
                                      <p:cBhvr>
                                        <p:cTn id="10" dur="500"/>
                                        <p:tgtEl>
                                          <p:spTgt spid="57"/>
                                        </p:tgtEl>
                                      </p:cBhvr>
                                    </p:animEffect>
                                  </p:childTnLst>
                                </p:cTn>
                              </p:par>
                              <p:par>
                                <p:cTn id="11" presetID="10" presetClass="entr" presetSubtype="0" fill="hold" nodeType="withEffect">
                                  <p:stCondLst>
                                    <p:cond delay="0"/>
                                  </p:stCondLst>
                                  <p:childTnLst>
                                    <p:set>
                                      <p:cBhvr>
                                        <p:cTn id="12" dur="1" fill="hold">
                                          <p:stCondLst>
                                            <p:cond delay="0"/>
                                          </p:stCondLst>
                                        </p:cTn>
                                        <p:tgtEl>
                                          <p:spTgt spid="46"/>
                                        </p:tgtEl>
                                        <p:attrNameLst>
                                          <p:attrName>style.visibility</p:attrName>
                                        </p:attrNameLst>
                                      </p:cBhvr>
                                      <p:to>
                                        <p:strVal val="visible"/>
                                      </p:to>
                                    </p:set>
                                    <p:animEffect transition="in" filter="fade">
                                      <p:cBhvr>
                                        <p:cTn id="13" dur="500"/>
                                        <p:tgtEl>
                                          <p:spTgt spid="4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2"/>
                                        </p:tgtEl>
                                        <p:attrNameLst>
                                          <p:attrName>style.visibility</p:attrName>
                                        </p:attrNameLst>
                                      </p:cBhvr>
                                      <p:to>
                                        <p:strVal val="visible"/>
                                      </p:to>
                                    </p:set>
                                    <p:animEffect transition="in" filter="fade">
                                      <p:cBhvr>
                                        <p:cTn id="16" dur="500"/>
                                        <p:tgtEl>
                                          <p:spTgt spid="42"/>
                                        </p:tgtEl>
                                      </p:cBhvr>
                                    </p:animEffect>
                                  </p:childTnLst>
                                </p:cTn>
                              </p:par>
                              <p:par>
                                <p:cTn id="17" presetID="10"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childTnLst>
                                </p:cTn>
                              </p:par>
                              <p:par>
                                <p:cTn id="28" presetID="10" presetClass="entr" presetSubtype="0" fill="hold" nodeType="withEffect">
                                  <p:stCondLst>
                                    <p:cond delay="0"/>
                                  </p:stCondLst>
                                  <p:childTnLst>
                                    <p:set>
                                      <p:cBhvr>
                                        <p:cTn id="29" dur="1" fill="hold">
                                          <p:stCondLst>
                                            <p:cond delay="0"/>
                                          </p:stCondLst>
                                        </p:cTn>
                                        <p:tgtEl>
                                          <p:spTgt spid="49"/>
                                        </p:tgtEl>
                                        <p:attrNameLst>
                                          <p:attrName>style.visibility</p:attrName>
                                        </p:attrNameLst>
                                      </p:cBhvr>
                                      <p:to>
                                        <p:strVal val="visible"/>
                                      </p:to>
                                    </p:set>
                                    <p:animEffect transition="in" filter="fade">
                                      <p:cBhvr>
                                        <p:cTn id="30" dur="500"/>
                                        <p:tgtEl>
                                          <p:spTgt spid="4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58"/>
                                        </p:tgtEl>
                                        <p:attrNameLst>
                                          <p:attrName>style.visibility</p:attrName>
                                        </p:attrNameLst>
                                      </p:cBhvr>
                                      <p:to>
                                        <p:strVal val="visible"/>
                                      </p:to>
                                    </p:set>
                                    <p:animEffect transition="in" filter="fade">
                                      <p:cBhvr>
                                        <p:cTn id="33" dur="500"/>
                                        <p:tgtEl>
                                          <p:spTgt spid="58"/>
                                        </p:tgtEl>
                                      </p:cBhvr>
                                    </p:animEffect>
                                  </p:childTnLst>
                                </p:cTn>
                              </p:par>
                              <p:par>
                                <p:cTn id="34" presetID="10" presetClass="entr" presetSubtype="0" fill="hold" nodeType="with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fade">
                                      <p:cBhvr>
                                        <p:cTn id="36" dur="500"/>
                                        <p:tgtEl>
                                          <p:spTgt spid="2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500"/>
                                        <p:tgtEl>
                                          <p:spTgt spid="4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fade">
                                      <p:cBhvr>
                                        <p:cTn id="47" dur="500"/>
                                        <p:tgtEl>
                                          <p:spTgt spid="3"/>
                                        </p:tgtEl>
                                      </p:cBhvr>
                                    </p:animEffect>
                                  </p:childTnLst>
                                </p:cTn>
                              </p:par>
                              <p:par>
                                <p:cTn id="48" presetID="10" presetClass="entr" presetSubtype="0" fill="hold" nodeType="withEffect">
                                  <p:stCondLst>
                                    <p:cond delay="0"/>
                                  </p:stCondLst>
                                  <p:childTnLst>
                                    <p:set>
                                      <p:cBhvr>
                                        <p:cTn id="49" dur="1" fill="hold">
                                          <p:stCondLst>
                                            <p:cond delay="0"/>
                                          </p:stCondLst>
                                        </p:cTn>
                                        <p:tgtEl>
                                          <p:spTgt spid="51"/>
                                        </p:tgtEl>
                                        <p:attrNameLst>
                                          <p:attrName>style.visibility</p:attrName>
                                        </p:attrNameLst>
                                      </p:cBhvr>
                                      <p:to>
                                        <p:strVal val="visible"/>
                                      </p:to>
                                    </p:set>
                                    <p:animEffect transition="in" filter="fade">
                                      <p:cBhvr>
                                        <p:cTn id="50" dur="500"/>
                                        <p:tgtEl>
                                          <p:spTgt spid="5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59"/>
                                        </p:tgtEl>
                                        <p:attrNameLst>
                                          <p:attrName>style.visibility</p:attrName>
                                        </p:attrNameLst>
                                      </p:cBhvr>
                                      <p:to>
                                        <p:strVal val="visible"/>
                                      </p:to>
                                    </p:set>
                                    <p:animEffect transition="in" filter="fade">
                                      <p:cBhvr>
                                        <p:cTn id="53" dur="500"/>
                                        <p:tgtEl>
                                          <p:spTgt spid="59"/>
                                        </p:tgtEl>
                                      </p:cBhvr>
                                    </p:animEffect>
                                  </p:childTnLst>
                                </p:cTn>
                              </p:par>
                              <p:par>
                                <p:cTn id="54" presetID="10" presetClass="entr" presetSubtype="0" fill="hold" nodeType="withEffect">
                                  <p:stCondLst>
                                    <p:cond delay="0"/>
                                  </p:stCondLst>
                                  <p:childTnLst>
                                    <p:set>
                                      <p:cBhvr>
                                        <p:cTn id="55" dur="1" fill="hold">
                                          <p:stCondLst>
                                            <p:cond delay="0"/>
                                          </p:stCondLst>
                                        </p:cTn>
                                        <p:tgtEl>
                                          <p:spTgt spid="32"/>
                                        </p:tgtEl>
                                        <p:attrNameLst>
                                          <p:attrName>style.visibility</p:attrName>
                                        </p:attrNameLst>
                                      </p:cBhvr>
                                      <p:to>
                                        <p:strVal val="visible"/>
                                      </p:to>
                                    </p:set>
                                    <p:animEffect transition="in" filter="fade">
                                      <p:cBhvr>
                                        <p:cTn id="56" dur="500"/>
                                        <p:tgtEl>
                                          <p:spTgt spid="3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9"/>
                                        </p:tgtEl>
                                        <p:attrNameLst>
                                          <p:attrName>style.visibility</p:attrName>
                                        </p:attrNameLst>
                                      </p:cBhvr>
                                      <p:to>
                                        <p:strVal val="visible"/>
                                      </p:to>
                                    </p:set>
                                    <p:animEffect transition="in" filter="fade">
                                      <p:cBhvr>
                                        <p:cTn id="59" dur="500"/>
                                        <p:tgtEl>
                                          <p:spTgt spid="3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500"/>
                                        <p:tgtEl>
                                          <p:spTgt spid="14"/>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13"/>
                                        </p:tgtEl>
                                        <p:attrNameLst>
                                          <p:attrName>style.visibility</p:attrName>
                                        </p:attrNameLst>
                                      </p:cBhvr>
                                      <p:to>
                                        <p:strVal val="visible"/>
                                      </p:to>
                                    </p:set>
                                    <p:animEffect transition="in" filter="fade">
                                      <p:cBhvr>
                                        <p:cTn id="65" dur="500"/>
                                        <p:tgtEl>
                                          <p:spTgt spid="13"/>
                                        </p:tgtEl>
                                      </p:cBhvr>
                                    </p:animEffect>
                                  </p:childTnLst>
                                </p:cTn>
                              </p:par>
                              <p:par>
                                <p:cTn id="66" presetID="10" presetClass="entr" presetSubtype="0" fill="hold" nodeType="withEffect">
                                  <p:stCondLst>
                                    <p:cond delay="0"/>
                                  </p:stCondLst>
                                  <p:childTnLst>
                                    <p:set>
                                      <p:cBhvr>
                                        <p:cTn id="67" dur="1" fill="hold">
                                          <p:stCondLst>
                                            <p:cond delay="0"/>
                                          </p:stCondLst>
                                        </p:cTn>
                                        <p:tgtEl>
                                          <p:spTgt spid="33"/>
                                        </p:tgtEl>
                                        <p:attrNameLst>
                                          <p:attrName>style.visibility</p:attrName>
                                        </p:attrNameLst>
                                      </p:cBhvr>
                                      <p:to>
                                        <p:strVal val="visible"/>
                                      </p:to>
                                    </p:set>
                                    <p:animEffect transition="in" filter="fade">
                                      <p:cBhvr>
                                        <p:cTn id="68" dur="500"/>
                                        <p:tgtEl>
                                          <p:spTgt spid="33"/>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5"/>
                                        </p:tgtEl>
                                        <p:attrNameLst>
                                          <p:attrName>style.visibility</p:attrName>
                                        </p:attrNameLst>
                                      </p:cBhvr>
                                      <p:to>
                                        <p:strVal val="visible"/>
                                      </p:to>
                                    </p:set>
                                    <p:animEffect transition="in" filter="fade">
                                      <p:cBhvr>
                                        <p:cTn id="71" dur="500"/>
                                        <p:tgtEl>
                                          <p:spTgt spid="3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4"/>
                                        </p:tgtEl>
                                        <p:attrNameLst>
                                          <p:attrName>style.visibility</p:attrName>
                                        </p:attrNameLst>
                                      </p:cBhvr>
                                      <p:to>
                                        <p:strVal val="visible"/>
                                      </p:to>
                                    </p:set>
                                    <p:animEffect transition="in" filter="fade">
                                      <p:cBhvr>
                                        <p:cTn id="74" dur="500"/>
                                        <p:tgtEl>
                                          <p:spTgt spid="3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4"/>
                                        </p:tgtEl>
                                        <p:attrNameLst>
                                          <p:attrName>style.visibility</p:attrName>
                                        </p:attrNameLst>
                                      </p:cBhvr>
                                      <p:to>
                                        <p:strVal val="visible"/>
                                      </p:to>
                                    </p:set>
                                    <p:animEffect transition="in" filter="fade">
                                      <p:cBhvr>
                                        <p:cTn id="77"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5" grpId="0" animBg="1"/>
      <p:bldP spid="14" grpId="0" animBg="1"/>
      <p:bldP spid="13" grpId="0" animBg="1"/>
      <p:bldP spid="34" grpId="0" animBg="1"/>
      <p:bldP spid="35" grpId="0" animBg="1"/>
      <p:bldP spid="39" grpId="0" animBg="1"/>
      <p:bldP spid="41" grpId="0" animBg="1"/>
      <p:bldP spid="42" grpId="0" animBg="1"/>
      <p:bldP spid="44" grpId="0" animBg="1"/>
      <p:bldP spid="48" grpId="0"/>
      <p:bldP spid="57" grpId="0" animBg="1"/>
      <p:bldP spid="58" grpId="0" animBg="1"/>
      <p:bldP spid="59" grpId="0" animBg="1"/>
      <p:bldP spid="2" grpId="0"/>
      <p:bldP spid="3" grpId="0"/>
    </p:bldLst>
  </p:timing>
</p:sld>
</file>

<file path=ppt/theme/theme1.xml><?xml version="1.0" encoding="utf-8"?>
<a:theme xmlns:a="http://schemas.openxmlformats.org/drawingml/2006/main" name="Cyderes Theme_Light">
  <a:themeElements>
    <a:clrScheme name="Cyderes 2022">
      <a:dk1>
        <a:srgbClr val="010203"/>
      </a:dk1>
      <a:lt1>
        <a:srgbClr val="FFFFFF"/>
      </a:lt1>
      <a:dk2>
        <a:srgbClr val="821C1A"/>
      </a:dk2>
      <a:lt2>
        <a:srgbClr val="992F24"/>
      </a:lt2>
      <a:accent1>
        <a:srgbClr val="CC412F"/>
      </a:accent1>
      <a:accent2>
        <a:srgbClr val="E59B3A"/>
      </a:accent2>
      <a:accent3>
        <a:srgbClr val="005B9D"/>
      </a:accent3>
      <a:accent4>
        <a:srgbClr val="636565"/>
      </a:accent4>
      <a:accent5>
        <a:srgbClr val="969696"/>
      </a:accent5>
      <a:accent6>
        <a:srgbClr val="C8C8C8"/>
      </a:accent6>
      <a:hlink>
        <a:srgbClr val="DF6325"/>
      </a:hlink>
      <a:folHlink>
        <a:srgbClr val="5DA7DC"/>
      </a:folHlink>
    </a:clrScheme>
    <a:fontScheme name="Cyderes 2022">
      <a:majorFont>
        <a:latin typeface="Avenir Heavy"/>
        <a:ea typeface=""/>
        <a:cs typeface=""/>
      </a:majorFont>
      <a:minorFont>
        <a:latin typeface="Avenir"/>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wrap="square" lIns="201168" tIns="45720" rIns="91440" bIns="45720" rtlCol="0">
        <a:noAutofit/>
      </a:bodyPr>
      <a:lstStyle>
        <a:defPPr algn="l" defTabSz="529849">
          <a:lnSpc>
            <a:spcPct val="148000"/>
          </a:lnSpc>
          <a:spcBef>
            <a:spcPts val="100"/>
          </a:spcBef>
          <a:spcAft>
            <a:spcPts val="600"/>
          </a:spcAft>
          <a:buClr>
            <a:schemeClr val="accent2"/>
          </a:buClr>
          <a:defRPr sz="2400" dirty="0">
            <a:cs typeface="Arial"/>
          </a:defRPr>
        </a:defPPr>
      </a:lstStyle>
    </a:txDef>
  </a:objectDefaults>
  <a:extraClrSchemeLst/>
  <a:extLst>
    <a:ext uri="{05A4C25C-085E-4340-85A3-A5531E510DB2}">
      <thm15:themeFamily xmlns:thm15="http://schemas.microsoft.com/office/thememl/2012/main" name="Presentation2" id="{5237B560-E24A-B449-9422-D854E60CEF90}" vid="{467CA7D6-570C-9D4C-A47F-401E8F8A1058}"/>
    </a:ext>
  </a:extLst>
</a:theme>
</file>

<file path=ppt/theme/theme2.xml><?xml version="1.0" encoding="utf-8"?>
<a:theme xmlns:a="http://schemas.openxmlformats.org/drawingml/2006/main" name="Cyderes Theme_Dark">
  <a:themeElements>
    <a:clrScheme name="Cyderes 2022">
      <a:dk1>
        <a:srgbClr val="010203"/>
      </a:dk1>
      <a:lt1>
        <a:srgbClr val="FFFFFF"/>
      </a:lt1>
      <a:dk2>
        <a:srgbClr val="821C1A"/>
      </a:dk2>
      <a:lt2>
        <a:srgbClr val="992F24"/>
      </a:lt2>
      <a:accent1>
        <a:srgbClr val="CC412F"/>
      </a:accent1>
      <a:accent2>
        <a:srgbClr val="E59B3A"/>
      </a:accent2>
      <a:accent3>
        <a:srgbClr val="005B9D"/>
      </a:accent3>
      <a:accent4>
        <a:srgbClr val="636565"/>
      </a:accent4>
      <a:accent5>
        <a:srgbClr val="969696"/>
      </a:accent5>
      <a:accent6>
        <a:srgbClr val="C8C8C8"/>
      </a:accent6>
      <a:hlink>
        <a:srgbClr val="DF6325"/>
      </a:hlink>
      <a:folHlink>
        <a:srgbClr val="5DA7DC"/>
      </a:folHlink>
    </a:clrScheme>
    <a:fontScheme name="Cyderes 2022">
      <a:majorFont>
        <a:latin typeface="Avenir Heavy"/>
        <a:ea typeface=""/>
        <a:cs typeface=""/>
      </a:majorFont>
      <a:minorFont>
        <a:latin typeface="Avenir"/>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wrap="square" lIns="0" tIns="0" rIns="0" bIns="0" rtlCol="0">
        <a:noAutofit/>
      </a:bodyPr>
      <a:lstStyle>
        <a:defPPr marL="0" marR="243840" algn="l">
          <a:lnSpc>
            <a:spcPct val="148200"/>
          </a:lnSpc>
          <a:spcBef>
            <a:spcPts val="300"/>
          </a:spcBef>
          <a:spcAft>
            <a:spcPts val="600"/>
          </a:spcAft>
          <a:defRPr sz="900" dirty="0" err="1" smtClean="0">
            <a:solidFill>
              <a:srgbClr val="6D6E71"/>
            </a:solidFill>
            <a:latin typeface="Avenir Book" panose="02000503020000020003" pitchFamily="2" charset="0"/>
            <a:cs typeface="Arial"/>
          </a:defRPr>
        </a:defPPr>
      </a:lstStyle>
    </a:txDef>
  </a:objectDefaults>
  <a:extraClrSchemeLst/>
  <a:extLst>
    <a:ext uri="{05A4C25C-085E-4340-85A3-A5531E510DB2}">
      <thm15:themeFamily xmlns:thm15="http://schemas.microsoft.com/office/thememl/2012/main" name="Presentation2" id="{5237B560-E24A-B449-9422-D854E60CEF90}" vid="{7E63607C-C631-F54A-BF31-66216EE48432}"/>
    </a:ext>
  </a:extLst>
</a:theme>
</file>

<file path=ppt/theme/theme3.xml><?xml version="1.0" encoding="utf-8"?>
<a:theme xmlns:a="http://schemas.openxmlformats.org/drawingml/2006/main" name="1_Cyderes Theme_Light">
  <a:themeElements>
    <a:clrScheme name="Cyderes 2022">
      <a:dk1>
        <a:srgbClr val="010203"/>
      </a:dk1>
      <a:lt1>
        <a:srgbClr val="FFFFFF"/>
      </a:lt1>
      <a:dk2>
        <a:srgbClr val="821C1A"/>
      </a:dk2>
      <a:lt2>
        <a:srgbClr val="992F24"/>
      </a:lt2>
      <a:accent1>
        <a:srgbClr val="CC412F"/>
      </a:accent1>
      <a:accent2>
        <a:srgbClr val="E59B3A"/>
      </a:accent2>
      <a:accent3>
        <a:srgbClr val="005B9D"/>
      </a:accent3>
      <a:accent4>
        <a:srgbClr val="636565"/>
      </a:accent4>
      <a:accent5>
        <a:srgbClr val="969696"/>
      </a:accent5>
      <a:accent6>
        <a:srgbClr val="C8C8C8"/>
      </a:accent6>
      <a:hlink>
        <a:srgbClr val="DF6325"/>
      </a:hlink>
      <a:folHlink>
        <a:srgbClr val="5DA7DC"/>
      </a:folHlink>
    </a:clrScheme>
    <a:fontScheme name="Cyderes 2022">
      <a:majorFont>
        <a:latin typeface="Avenir Heavy"/>
        <a:ea typeface=""/>
        <a:cs typeface=""/>
      </a:majorFont>
      <a:minorFont>
        <a:latin typeface="Avenir"/>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wrap="square" lIns="201168" tIns="45720" rIns="91440" bIns="45720" rtlCol="0">
        <a:noAutofit/>
      </a:bodyPr>
      <a:lstStyle>
        <a:defPPr algn="l" defTabSz="529849">
          <a:lnSpc>
            <a:spcPct val="148000"/>
          </a:lnSpc>
          <a:spcBef>
            <a:spcPts val="100"/>
          </a:spcBef>
          <a:spcAft>
            <a:spcPts val="600"/>
          </a:spcAft>
          <a:buClr>
            <a:schemeClr val="accent2"/>
          </a:buClr>
          <a:defRPr sz="2400" dirty="0">
            <a:cs typeface="Arial"/>
          </a:defRPr>
        </a:defPPr>
      </a:lstStyle>
    </a:txDef>
  </a:objectDefaults>
  <a:extraClrSchemeLst/>
  <a:extLst>
    <a:ext uri="{05A4C25C-085E-4340-85A3-A5531E510DB2}">
      <thm15:themeFamily xmlns:thm15="http://schemas.microsoft.com/office/thememl/2012/main" name="Cyderes Template" id="{65584363-8A98-3343-91F3-93A7B3C45FAC}" vid="{35D5E725-2598-E641-ADB4-5523286738FB}"/>
    </a:ext>
  </a:extLst>
</a:theme>
</file>

<file path=ppt/theme/theme4.xml><?xml version="1.0" encoding="utf-8"?>
<a:theme xmlns:a="http://schemas.openxmlformats.org/drawingml/2006/main" name="3_Cyderes Theme_Light">
  <a:themeElements>
    <a:clrScheme name="Cyderes 2022">
      <a:dk1>
        <a:srgbClr val="010203"/>
      </a:dk1>
      <a:lt1>
        <a:srgbClr val="FFFFFF"/>
      </a:lt1>
      <a:dk2>
        <a:srgbClr val="821C1A"/>
      </a:dk2>
      <a:lt2>
        <a:srgbClr val="992F24"/>
      </a:lt2>
      <a:accent1>
        <a:srgbClr val="CC412F"/>
      </a:accent1>
      <a:accent2>
        <a:srgbClr val="E59B3A"/>
      </a:accent2>
      <a:accent3>
        <a:srgbClr val="005B9D"/>
      </a:accent3>
      <a:accent4>
        <a:srgbClr val="636565"/>
      </a:accent4>
      <a:accent5>
        <a:srgbClr val="969696"/>
      </a:accent5>
      <a:accent6>
        <a:srgbClr val="C8C8C8"/>
      </a:accent6>
      <a:hlink>
        <a:srgbClr val="DF6325"/>
      </a:hlink>
      <a:folHlink>
        <a:srgbClr val="5DA7DC"/>
      </a:folHlink>
    </a:clrScheme>
    <a:fontScheme name="Cyderes 2022">
      <a:majorFont>
        <a:latin typeface="Avenir Heavy"/>
        <a:ea typeface=""/>
        <a:cs typeface=""/>
      </a:majorFont>
      <a:minorFont>
        <a:latin typeface="Avenir"/>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wrap="square" lIns="201168" tIns="45720" rIns="91440" bIns="45720" rtlCol="0">
        <a:noAutofit/>
      </a:bodyPr>
      <a:lstStyle>
        <a:defPPr algn="l" defTabSz="529849">
          <a:lnSpc>
            <a:spcPct val="148000"/>
          </a:lnSpc>
          <a:spcBef>
            <a:spcPts val="100"/>
          </a:spcBef>
          <a:spcAft>
            <a:spcPts val="600"/>
          </a:spcAft>
          <a:buClr>
            <a:schemeClr val="accent2"/>
          </a:buClr>
          <a:defRPr sz="2400" dirty="0">
            <a:cs typeface="Arial"/>
          </a:defRPr>
        </a:defPPr>
      </a:lstStyle>
    </a:txDef>
  </a:objectDefaults>
  <a:extraClrSchemeLst/>
  <a:extLst>
    <a:ext uri="{05A4C25C-085E-4340-85A3-A5531E510DB2}">
      <thm15:themeFamily xmlns:thm15="http://schemas.microsoft.com/office/thememl/2012/main" name="Presentation2" id="{5237B560-E24A-B449-9422-D854E60CEF90}" vid="{467CA7D6-570C-9D4C-A47F-401E8F8A1058}"/>
    </a:ext>
  </a:extLst>
</a:theme>
</file>

<file path=ppt/theme/theme5.xml><?xml version="1.0" encoding="utf-8"?>
<a:theme xmlns:a="http://schemas.openxmlformats.org/drawingml/2006/main" name="2_Cyderes Theme_Light">
  <a:themeElements>
    <a:clrScheme name="Cyderes 2022">
      <a:dk1>
        <a:srgbClr val="010203"/>
      </a:dk1>
      <a:lt1>
        <a:srgbClr val="FFFFFF"/>
      </a:lt1>
      <a:dk2>
        <a:srgbClr val="821C1A"/>
      </a:dk2>
      <a:lt2>
        <a:srgbClr val="992F24"/>
      </a:lt2>
      <a:accent1>
        <a:srgbClr val="CC412F"/>
      </a:accent1>
      <a:accent2>
        <a:srgbClr val="E59B3A"/>
      </a:accent2>
      <a:accent3>
        <a:srgbClr val="005B9D"/>
      </a:accent3>
      <a:accent4>
        <a:srgbClr val="636565"/>
      </a:accent4>
      <a:accent5>
        <a:srgbClr val="969696"/>
      </a:accent5>
      <a:accent6>
        <a:srgbClr val="C8C8C8"/>
      </a:accent6>
      <a:hlink>
        <a:srgbClr val="DF6325"/>
      </a:hlink>
      <a:folHlink>
        <a:srgbClr val="5DA7DC"/>
      </a:folHlink>
    </a:clrScheme>
    <a:fontScheme name="Cyderes 2022">
      <a:majorFont>
        <a:latin typeface="Avenir Heavy"/>
        <a:ea typeface=""/>
        <a:cs typeface=""/>
      </a:majorFont>
      <a:minorFont>
        <a:latin typeface="Avenir"/>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wrap="square" lIns="201168" tIns="45720" rIns="91440" bIns="45720" rtlCol="0">
        <a:noAutofit/>
      </a:bodyPr>
      <a:lstStyle>
        <a:defPPr algn="l" defTabSz="529849">
          <a:lnSpc>
            <a:spcPct val="148000"/>
          </a:lnSpc>
          <a:spcBef>
            <a:spcPts val="100"/>
          </a:spcBef>
          <a:spcAft>
            <a:spcPts val="600"/>
          </a:spcAft>
          <a:buClr>
            <a:schemeClr val="accent2"/>
          </a:buClr>
          <a:defRPr sz="2400" dirty="0">
            <a:cs typeface="Arial"/>
          </a:defRPr>
        </a:defPPr>
      </a:lstStyle>
    </a:txDef>
  </a:objectDefaults>
  <a:extraClrSchemeLst/>
  <a:extLst>
    <a:ext uri="{05A4C25C-085E-4340-85A3-A5531E510DB2}">
      <thm15:themeFamily xmlns:thm15="http://schemas.microsoft.com/office/thememl/2012/main" name="20220524_Cyderes_Presentation Template.potx" id="{5EACBA4F-2604-754B-B9DC-613160934855}" vid="{2F1B8ED9-EC98-014E-A199-9F52D598FD74}"/>
    </a:ext>
  </a:extLst>
</a:theme>
</file>

<file path=ppt/theme/theme6.xml><?xml version="1.0" encoding="utf-8"?>
<a:theme xmlns:a="http://schemas.openxmlformats.org/drawingml/2006/main" name="4_Cyderes Theme_Light">
  <a:themeElements>
    <a:clrScheme name="Cyderes 2022">
      <a:dk1>
        <a:srgbClr val="010203"/>
      </a:dk1>
      <a:lt1>
        <a:srgbClr val="FFFFFF"/>
      </a:lt1>
      <a:dk2>
        <a:srgbClr val="821C1A"/>
      </a:dk2>
      <a:lt2>
        <a:srgbClr val="992F24"/>
      </a:lt2>
      <a:accent1>
        <a:srgbClr val="CC412F"/>
      </a:accent1>
      <a:accent2>
        <a:srgbClr val="E59B3A"/>
      </a:accent2>
      <a:accent3>
        <a:srgbClr val="005B9D"/>
      </a:accent3>
      <a:accent4>
        <a:srgbClr val="636565"/>
      </a:accent4>
      <a:accent5>
        <a:srgbClr val="969696"/>
      </a:accent5>
      <a:accent6>
        <a:srgbClr val="C8C8C8"/>
      </a:accent6>
      <a:hlink>
        <a:srgbClr val="DF6325"/>
      </a:hlink>
      <a:folHlink>
        <a:srgbClr val="5DA7DC"/>
      </a:folHlink>
    </a:clrScheme>
    <a:fontScheme name="Cyderes 2022">
      <a:majorFont>
        <a:latin typeface="Avenir Heavy"/>
        <a:ea typeface=""/>
        <a:cs typeface=""/>
      </a:majorFont>
      <a:minorFont>
        <a:latin typeface="Avenir"/>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wrap="square" lIns="201168" tIns="45720" rIns="91440" bIns="45720" rtlCol="0">
        <a:noAutofit/>
      </a:bodyPr>
      <a:lstStyle>
        <a:defPPr algn="l" defTabSz="529849">
          <a:lnSpc>
            <a:spcPct val="148000"/>
          </a:lnSpc>
          <a:spcBef>
            <a:spcPts val="100"/>
          </a:spcBef>
          <a:spcAft>
            <a:spcPts val="600"/>
          </a:spcAft>
          <a:buClr>
            <a:schemeClr val="accent2"/>
          </a:buClr>
          <a:defRPr sz="2400" dirty="0">
            <a:cs typeface="Arial"/>
          </a:defRPr>
        </a:defPPr>
      </a:lstStyle>
    </a:txDef>
  </a:objectDefaults>
  <a:extraClrSchemeLst/>
  <a:extLst>
    <a:ext uri="{05A4C25C-085E-4340-85A3-A5531E510DB2}">
      <thm15:themeFamily xmlns:thm15="http://schemas.microsoft.com/office/thememl/2012/main" name="20220524_Cyderes_Presentation Template.potx" id="{5EACBA4F-2604-754B-B9DC-613160934855}" vid="{2F1B8ED9-EC98-014E-A199-9F52D598FD74}"/>
    </a:ext>
  </a:extLst>
</a:theme>
</file>

<file path=ppt/theme/theme7.xml><?xml version="1.0" encoding="utf-8"?>
<a:theme xmlns:a="http://schemas.openxmlformats.org/drawingml/2006/main" name="5_Cyderes Theme_Light">
  <a:themeElements>
    <a:clrScheme name="Cyderes 2022">
      <a:dk1>
        <a:srgbClr val="010203"/>
      </a:dk1>
      <a:lt1>
        <a:srgbClr val="FFFFFF"/>
      </a:lt1>
      <a:dk2>
        <a:srgbClr val="821C1A"/>
      </a:dk2>
      <a:lt2>
        <a:srgbClr val="992F24"/>
      </a:lt2>
      <a:accent1>
        <a:srgbClr val="CC412F"/>
      </a:accent1>
      <a:accent2>
        <a:srgbClr val="E59B3A"/>
      </a:accent2>
      <a:accent3>
        <a:srgbClr val="005B9D"/>
      </a:accent3>
      <a:accent4>
        <a:srgbClr val="636565"/>
      </a:accent4>
      <a:accent5>
        <a:srgbClr val="969696"/>
      </a:accent5>
      <a:accent6>
        <a:srgbClr val="C8C8C8"/>
      </a:accent6>
      <a:hlink>
        <a:srgbClr val="DF6325"/>
      </a:hlink>
      <a:folHlink>
        <a:srgbClr val="5DA7DC"/>
      </a:folHlink>
    </a:clrScheme>
    <a:fontScheme name="Cyderes 2022">
      <a:majorFont>
        <a:latin typeface="Avenir Heavy"/>
        <a:ea typeface=""/>
        <a:cs typeface=""/>
      </a:majorFont>
      <a:minorFont>
        <a:latin typeface="Avenir"/>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wrap="square" lIns="201168" tIns="45720" rIns="91440" bIns="45720" rtlCol="0">
        <a:noAutofit/>
      </a:bodyPr>
      <a:lstStyle>
        <a:defPPr algn="l" defTabSz="529849">
          <a:lnSpc>
            <a:spcPct val="148000"/>
          </a:lnSpc>
          <a:spcBef>
            <a:spcPts val="100"/>
          </a:spcBef>
          <a:spcAft>
            <a:spcPts val="600"/>
          </a:spcAft>
          <a:buClr>
            <a:schemeClr val="accent2"/>
          </a:buClr>
          <a:defRPr sz="2400" dirty="0">
            <a:cs typeface="Arial"/>
          </a:defRPr>
        </a:defPPr>
      </a:lstStyle>
    </a:txDef>
  </a:objectDefaults>
  <a:extraClrSchemeLst/>
  <a:extLst>
    <a:ext uri="{05A4C25C-085E-4340-85A3-A5531E510DB2}">
      <thm15:themeFamily xmlns:thm15="http://schemas.microsoft.com/office/thememl/2012/main" name="Presentation2" id="{5237B560-E24A-B449-9422-D854E60CEF90}" vid="{467CA7D6-570C-9D4C-A47F-401E8F8A1058}"/>
    </a:ext>
  </a:extLst>
</a:theme>
</file>

<file path=ppt/theme/theme8.xml><?xml version="1.0" encoding="utf-8"?>
<a:theme xmlns:a="http://schemas.openxmlformats.org/drawingml/2006/main" name="6_Cyderes Theme_Light">
  <a:themeElements>
    <a:clrScheme name="Cyderes 2022">
      <a:dk1>
        <a:srgbClr val="010203"/>
      </a:dk1>
      <a:lt1>
        <a:srgbClr val="FFFFFF"/>
      </a:lt1>
      <a:dk2>
        <a:srgbClr val="821C1A"/>
      </a:dk2>
      <a:lt2>
        <a:srgbClr val="992F24"/>
      </a:lt2>
      <a:accent1>
        <a:srgbClr val="CC412F"/>
      </a:accent1>
      <a:accent2>
        <a:srgbClr val="E59B3A"/>
      </a:accent2>
      <a:accent3>
        <a:srgbClr val="005B9D"/>
      </a:accent3>
      <a:accent4>
        <a:srgbClr val="636565"/>
      </a:accent4>
      <a:accent5>
        <a:srgbClr val="969696"/>
      </a:accent5>
      <a:accent6>
        <a:srgbClr val="C8C8C8"/>
      </a:accent6>
      <a:hlink>
        <a:srgbClr val="DF6325"/>
      </a:hlink>
      <a:folHlink>
        <a:srgbClr val="5DA7DC"/>
      </a:folHlink>
    </a:clrScheme>
    <a:fontScheme name="Cyderes 2022">
      <a:majorFont>
        <a:latin typeface="Avenir Heavy"/>
        <a:ea typeface=""/>
        <a:cs typeface=""/>
      </a:majorFont>
      <a:minorFont>
        <a:latin typeface="Avenir"/>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wrap="square" lIns="201168" tIns="45720" rIns="91440" bIns="45720" rtlCol="0">
        <a:noAutofit/>
      </a:bodyPr>
      <a:lstStyle>
        <a:defPPr algn="l" defTabSz="529849">
          <a:lnSpc>
            <a:spcPct val="148000"/>
          </a:lnSpc>
          <a:spcBef>
            <a:spcPts val="100"/>
          </a:spcBef>
          <a:spcAft>
            <a:spcPts val="600"/>
          </a:spcAft>
          <a:buClr>
            <a:schemeClr val="accent2"/>
          </a:buClr>
          <a:defRPr sz="2400" dirty="0">
            <a:cs typeface="Arial"/>
          </a:defRPr>
        </a:defPPr>
      </a:lstStyle>
    </a:txDef>
  </a:objectDefaults>
  <a:extraClrSchemeLst/>
  <a:extLst>
    <a:ext uri="{05A4C25C-085E-4340-85A3-A5531E510DB2}">
      <thm15:themeFamily xmlns:thm15="http://schemas.microsoft.com/office/thememl/2012/main" name="20220524_Cyderes_Presentation Template.potx" id="{5EACBA4F-2604-754B-B9DC-613160934855}" vid="{2F1B8ED9-EC98-014E-A199-9F52D598FD74}"/>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470d948d-d79e-4e76-aa73-df4298cc6436">
      <UserInfo>
        <DisplayName>Doug Chin</DisplayName>
        <AccountId>35</AccountId>
        <AccountType/>
      </UserInfo>
      <UserInfo>
        <DisplayName>Todd Musselman</DisplayName>
        <AccountId>36</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0C557B8B83AFD4AA0071463B33033F6" ma:contentTypeVersion="9" ma:contentTypeDescription="Create a new document." ma:contentTypeScope="" ma:versionID="9c6f0df0875ebb3b52f46d4e5af59957">
  <xsd:schema xmlns:xsd="http://www.w3.org/2001/XMLSchema" xmlns:xs="http://www.w3.org/2001/XMLSchema" xmlns:p="http://schemas.microsoft.com/office/2006/metadata/properties" xmlns:ns2="f64b50e8-30e6-4fa5-b3ed-7266db1058a2" xmlns:ns3="470d948d-d79e-4e76-aa73-df4298cc6436" targetNamespace="http://schemas.microsoft.com/office/2006/metadata/properties" ma:root="true" ma:fieldsID="f5df5b05937d473d291a9c0e57c7d37f" ns2:_="" ns3:_="">
    <xsd:import namespace="f64b50e8-30e6-4fa5-b3ed-7266db1058a2"/>
    <xsd:import namespace="470d948d-d79e-4e76-aa73-df4298cc6436"/>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4b50e8-30e6-4fa5-b3ed-7266db1058a2" elementFormDefault="qualified">
    <xsd:import namespace="http://schemas.microsoft.com/office/2006/documentManagement/types"/>
    <xsd:import namespace="http://schemas.microsoft.com/office/infopath/2007/PartnerControls"/>
    <xsd:element name="MediaServiceMetadata" ma:index="5" nillable="true" ma:displayName="MediaServiceMetadata" ma:hidden="true" ma:internalName="MediaServiceMetadata" ma:readOnly="true">
      <xsd:simpleType>
        <xsd:restriction base="dms:Note"/>
      </xsd:simpleType>
    </xsd:element>
    <xsd:element name="MediaServiceFastMetadata" ma:index="6"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70d948d-d79e-4e76-aa73-df4298cc6436"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7"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36A65B9-D1DB-4798-9432-6EEEBD153B01}">
  <ds:schemaRefs>
    <ds:schemaRef ds:uri="http://schemas.microsoft.com/sharepoint/v3/contenttype/forms"/>
  </ds:schemaRefs>
</ds:datastoreItem>
</file>

<file path=customXml/itemProps2.xml><?xml version="1.0" encoding="utf-8"?>
<ds:datastoreItem xmlns:ds="http://schemas.openxmlformats.org/officeDocument/2006/customXml" ds:itemID="{4AE12979-7591-4EE6-AB78-1A0E5660BFE6}">
  <ds:schemaRefs>
    <ds:schemaRef ds:uri="470d948d-d79e-4e76-aa73-df4298cc6436"/>
    <ds:schemaRef ds:uri="f64b50e8-30e6-4fa5-b3ed-7266db1058a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CBF2B4EE-8C65-4477-BB77-BAECF197B459}">
  <ds:schemaRefs>
    <ds:schemaRef ds:uri="470d948d-d79e-4e76-aa73-df4298cc6436"/>
    <ds:schemaRef ds:uri="f64b50e8-30e6-4fa5-b3ed-7266db1058a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Cyderes Theme_Light</Template>
  <Application>Microsoft Office PowerPoint</Application>
  <PresentationFormat>Widescreen</PresentationFormat>
  <Slides>10</Slides>
  <Notes>7</Notes>
  <HiddenSlides>1</HiddenSlides>
  <ScaleCrop>false</ScaleCrop>
  <HeadingPairs>
    <vt:vector size="4" baseType="variant">
      <vt:variant>
        <vt:lpstr>Theme</vt:lpstr>
      </vt:variant>
      <vt:variant>
        <vt:i4>8</vt:i4>
      </vt:variant>
      <vt:variant>
        <vt:lpstr>Slide Titles</vt:lpstr>
      </vt:variant>
      <vt:variant>
        <vt:i4>10</vt:i4>
      </vt:variant>
    </vt:vector>
  </HeadingPairs>
  <TitlesOfParts>
    <vt:vector size="18" baseType="lpstr">
      <vt:lpstr>Cyderes Theme_Light</vt:lpstr>
      <vt:lpstr>Cyderes Theme_Dark</vt:lpstr>
      <vt:lpstr>1_Cyderes Theme_Light</vt:lpstr>
      <vt:lpstr>3_Cyderes Theme_Light</vt:lpstr>
      <vt:lpstr>2_Cyderes Theme_Light</vt:lpstr>
      <vt:lpstr>4_Cyderes Theme_Light</vt:lpstr>
      <vt:lpstr>5_Cyderes Theme_Light</vt:lpstr>
      <vt:lpstr>6_Cyderes Theme_Light</vt:lpstr>
      <vt:lpstr>Domtar – CyberArk &amp; Okta Roadmap 2024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QBR Creation Guide</dc:title>
  <dc:creator>Marisol Rawlins</dc:creator>
  <cp:revision>2</cp:revision>
  <dcterms:created xsi:type="dcterms:W3CDTF">2022-11-11T15:49:21Z</dcterms:created>
  <dcterms:modified xsi:type="dcterms:W3CDTF">2025-09-23T15:25:43Z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2022-10-28T02:09:52Z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d3a8aae7-0526-411a-a1cb-6175ecea05a6</vt:lpwstr>
  </property>
  <property fmtid="{D5CDD505-2E9C-101B-9397-08002B2CF9AE}" pid="7" name="MSIP_Label_defa4170-0d19-0005-0004-bc88714345d2_ActionId">
    <vt:lpwstr>14e8b305-989d-4cc4-a022-476457c34d0e</vt:lpwstr>
  </property>
  <property fmtid="{D5CDD505-2E9C-101B-9397-08002B2CF9AE}" pid="8" name="MSIP_Label_defa4170-0d19-0005-0004-bc88714345d2_ContentBits">
    <vt:lpwstr>0</vt:lpwstr>
  </property>
  <property fmtid="{D5CDD505-2E9C-101B-9397-08002B2CF9AE}" pid="9" name="ContentTypeId">
    <vt:lpwstr>0x010100F0C557B8B83AFD4AA0071463B33033F6</vt:lpwstr>
  </property>
  <property fmtid="{D5CDD505-2E9C-101B-9397-08002B2CF9AE}" pid="10" name="Client">
    <vt:lpwstr>145;#|85e04e6a-e114-4e33-aaf6-760ee621c211</vt:lpwstr>
  </property>
  <property fmtid="{D5CDD505-2E9C-101B-9397-08002B2CF9AE}" pid="11" name="Doc_x0020_Category">
    <vt:lpwstr/>
  </property>
  <property fmtid="{D5CDD505-2E9C-101B-9397-08002B2CF9AE}" pid="12" name="MediaServiceImageTags">
    <vt:lpwstr/>
  </property>
  <property fmtid="{D5CDD505-2E9C-101B-9397-08002B2CF9AE}" pid="13" name="Client_x0020_Deliverables">
    <vt:lpwstr/>
  </property>
  <property fmtid="{D5CDD505-2E9C-101B-9397-08002B2CF9AE}" pid="14" name="Teams">
    <vt:lpwstr/>
  </property>
  <property fmtid="{D5CDD505-2E9C-101B-9397-08002B2CF9AE}" pid="15" name="Doc Category">
    <vt:lpwstr/>
  </property>
  <property fmtid="{D5CDD505-2E9C-101B-9397-08002B2CF9AE}" pid="16" name="Client Deliverables">
    <vt:lpwstr/>
  </property>
</Properties>
</file>